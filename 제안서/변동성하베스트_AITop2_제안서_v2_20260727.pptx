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5"/>
  </p:notesMasterIdLst>
  <p:handoutMasterIdLst>
    <p:handoutMasterId r:id="rId26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65" r:id="rId22"/>
    <p:sldId id="1271" r:id="rId23"/>
    <p:sldId id="1270" r:id="rId24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5"/>
            <a:ext cx="8705850" cy="18573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7DECAC7-800E-3060-92AD-28DD38176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599" y="3322295"/>
            <a:ext cx="3315630" cy="144000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108C877-3ED5-D76B-D2CF-B91BFD887B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8599" y="4832210"/>
            <a:ext cx="3366154" cy="144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335629"/>
            <a:ext cx="8743950" cy="18573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185737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518166E-C5D1-586D-F3C2-765AC5CF2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5136" y="3293678"/>
            <a:ext cx="336824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B0BEA17-97F4-B61B-37BF-633B81AE7C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647" y="4801665"/>
            <a:ext cx="3343729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6개월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+190%까지 급등 후 +66%로 되돌린 최근 6개월 — 좌: 목표 환매 없이 계속 운용, 우: +15% 달성 시 이익 확정 후 재운용.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/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/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2026-01-27~07-28(121영업일) · 기초=삼성전자·SK하이닉스 50:50 일별리밸런싱 지수(리밸비용 0) · σ=직전 60영업일 연율화(상한 60%) · r=q 2.5% · 잔여 현금 연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-30%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안정변동성펀드 수익률 중앙값 -5%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155066</TotalTime>
  <Words>2682</Words>
  <Application>Microsoft Office PowerPoint</Application>
  <PresentationFormat>A4 용지(210x297mm)</PresentationFormat>
  <Paragraphs>391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수익 구조 ① 보조 — 지수 -30% 도달 시 수익률 분포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3367</cp:revision>
  <cp:lastPrinted>2025-06-10T01:28:42Z</cp:lastPrinted>
  <dcterms:created xsi:type="dcterms:W3CDTF">2015-10-26T01:08:58Z</dcterms:created>
  <dcterms:modified xsi:type="dcterms:W3CDTF">2026-07-28T02:10:44Z</dcterms:modified>
</cp:coreProperties>
</file>