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64" r:id="rId15"/>
    <p:sldId id="1258" r:id="rId16"/>
    <p:sldId id="1259" r:id="rId17"/>
    <p:sldId id="1277" r:id="rId18"/>
    <p:sldId id="1262" r:id="rId19"/>
    <p:sldId id="1276" r:id="rId20"/>
    <p:sldId id="1265" r:id="rId21"/>
    <p:sldId id="1271" r:id="rId2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CEC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874519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보조 — 지수 -30% 도달 시 수익률 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성장변동성펀드 수익률 중앙값 -19%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155061</TotalTime>
  <Words>2381</Words>
  <Application>Microsoft Office PowerPoint</Application>
  <PresentationFormat>A4 용지(210x297mm)</PresentationFormat>
  <Paragraphs>284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3365</cp:revision>
  <cp:lastPrinted>2025-06-10T01:28:42Z</cp:lastPrinted>
  <dcterms:created xsi:type="dcterms:W3CDTF">2015-10-26T01:08:58Z</dcterms:created>
  <dcterms:modified xsi:type="dcterms:W3CDTF">2026-07-28T01:49:01Z</dcterms:modified>
</cp:coreProperties>
</file>