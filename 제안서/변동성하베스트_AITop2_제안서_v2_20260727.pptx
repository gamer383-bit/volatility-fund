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잔존만기별 편입비와 원금 대비 예상수익률 (복제비율 110% · 최대 편입비 110%)</a:t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lang="en-US" sz="1350" b="1" i="0" dirty="0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복제(복제비율 110%)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보조 — 지수 -30% 도달 시 수익률 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성장변동성펀드 수익률 중앙값 -19%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155064</TotalTime>
  <Words>2692</Words>
  <Application>Microsoft Office PowerPoint</Application>
  <PresentationFormat>A4 용지(210x297mm)</PresentationFormat>
  <Paragraphs>391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3366</cp:revision>
  <cp:lastPrinted>2025-06-10T01:28:42Z</cp:lastPrinted>
  <dcterms:created xsi:type="dcterms:W3CDTF">2015-10-26T01:08:58Z</dcterms:created>
  <dcterms:modified xsi:type="dcterms:W3CDTF">2026-07-28T01:58:49Z</dcterms:modified>
</cp:coreProperties>
</file>