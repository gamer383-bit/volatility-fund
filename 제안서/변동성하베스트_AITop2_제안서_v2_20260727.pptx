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+92%까지 급등 후 +10%로 되돌린 최근 3개월 — 좌: 목표 환매 없이 계속 운용, 우: +15% 달성 시 이익 확정 후 재운용.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/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/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기초=삼성전자·SK하이닉스 50:50 일별리밸런싱 지수(리밸비용 0) · σ=직전 60영업일 연율화(상한 60%) · r=q 2.5%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155066</TotalTime>
  <Words>2682</Words>
  <Application>Microsoft Office PowerPoint</Application>
  <PresentationFormat>A4 용지(210x297mm)</PresentationFormat>
  <Paragraphs>391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3367</cp:revision>
  <cp:lastPrinted>2025-06-10T01:28:42Z</cp:lastPrinted>
  <dcterms:created xsi:type="dcterms:W3CDTF">2015-10-26T01:08:58Z</dcterms:created>
  <dcterms:modified xsi:type="dcterms:W3CDTF">2026-07-28T02:10:44Z</dcterms:modified>
</cp:coreProperties>
</file>