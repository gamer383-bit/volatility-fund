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+99%까지 급등 후 +33%로 되돌린 최근 3개월 — 좌: 목표 환매 없이 계속 운용, 우: +15% 달성 시 이익 확정 후 재운용.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2026-04-24~07-27(60영업일) · σ=직전 60영업일 연율화 · r=q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