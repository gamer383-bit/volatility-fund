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보조 — 지수 -30% 도달 시 수익률 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성장변동성펀드 수익률 중앙값 -19%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155066</TotalTime>
  <Words>2682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3367</cp:revision>
  <cp:lastPrinted>2025-06-10T01:28:42Z</cp:lastPrinted>
  <dcterms:created xsi:type="dcterms:W3CDTF">2015-10-26T01:08:58Z</dcterms:created>
  <dcterms:modified xsi:type="dcterms:W3CDTF">2026-07-28T02:10:44Z</dcterms:modified>
</cp:coreProperties>
</file>