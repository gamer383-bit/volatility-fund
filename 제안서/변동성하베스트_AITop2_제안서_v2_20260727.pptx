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4"/>
  </p:notesMasterIdLst>
  <p:handoutMasterIdLst>
    <p:handoutMasterId r:id="rId25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79" r:id="rId31"/>
    <p:sldId id="1280" r:id="rId32"/>
    <p:sldId id="1270" r:id="rId23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91" autoAdjust="0"/>
  </p:normalViewPr>
  <p:slideViewPr>
    <p:cSldViewPr snapToGrid="0" snapToObjects="1">
      <p:cViewPr varScale="1">
        <p:scale>
          <a:sx n="105" d="100"/>
          <a:sy n="105" d="100"/>
        </p:scale>
        <p:origin x="1524" y="76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Relationship Id="rId31" Type="http://schemas.openxmlformats.org/officeDocument/2006/relationships/slide" Target="slides/slide23.xml"/><Relationship Id="rId32" Type="http://schemas.openxmlformats.org/officeDocument/2006/relationships/slide" Target="slides/slide2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7/29/2026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7/29/2026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2848356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lang="ko-KR" altLang="en-US" sz="1150" b="1" dirty="0">
                <a:solidFill>
                  <a:srgbClr val="FFFFFF"/>
                </a:solidFill>
                <a:latin typeface="KoPub돋움체_Pro Bold"/>
              </a:rPr>
              <a:t>에도 일정부분 수익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2848356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5193792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5193792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30352" y="3310128"/>
            <a:ext cx="2103120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9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285232" y="3310128"/>
            <a:ext cx="1979676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  <p:sp>
        <p:nvSpPr>
          <p:cNvPr id="2" name="Rounded Rectangle 96"/>
          <p:cNvSpPr/>
          <p:nvPr/>
        </p:nvSpPr>
        <p:spPr>
          <a:xfrm>
            <a:off x="7539228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 국면별 성과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3" name="Rectangle 97"/>
          <p:cNvSpPr/>
          <p:nvPr/>
        </p:nvSpPr>
        <p:spPr>
          <a:xfrm>
            <a:off x="7539228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02" descr="vol_regime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668" y="3163824"/>
            <a:ext cx="1979676" cy="2424093"/>
          </a:xfrm>
          <a:prstGeom prst="rect">
            <a:avLst/>
          </a:prstGeom>
        </p:spPr>
      </p:pic>
      <p:pic>
        <p:nvPicPr>
          <p:cNvPr id="104" name="Picture 103" descr="mini_defense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9796" y="3182112"/>
            <a:ext cx="1979676" cy="926191"/>
          </a:xfrm>
          <a:prstGeom prst="rect">
            <a:avLst/>
          </a:prstGeom>
        </p:spPr>
      </p:pic>
      <p:pic>
        <p:nvPicPr>
          <p:cNvPr id="105" name="Picture 104" descr="mini_defense_s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9796" y="4261104"/>
            <a:ext cx="1979676" cy="929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6"/>
            <a:ext cx="8705850" cy="1487892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1" name="Picture 20" descr="qpms_down_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953871"/>
            <a:ext cx="3364992" cy="1064568"/>
          </a:xfrm>
          <a:prstGeom prst="rect">
            <a:avLst/>
          </a:prstGeom>
        </p:spPr>
      </p:pic>
      <p:pic>
        <p:nvPicPr>
          <p:cNvPr id="22" name="Picture 21" descr="qpms_up_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4110218"/>
            <a:ext cx="3364992" cy="1064567"/>
          </a:xfrm>
          <a:prstGeom prst="rect">
            <a:avLst/>
          </a:prstGeom>
        </p:spPr>
      </p:pic>
      <p:pic>
        <p:nvPicPr>
          <p:cNvPr id="23" name="Picture 22" descr="qpms_flat_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0" y="5175504"/>
            <a:ext cx="3364992" cy="111519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" y="1325567"/>
            <a:ext cx="8743950" cy="14217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2254707"/>
          </a:xfrm>
          <a:prstGeom prst="rect">
            <a:avLst/>
          </a:prstGeom>
        </p:spPr>
      </p:pic>
      <p:pic>
        <p:nvPicPr>
          <p:cNvPr id="18" name="Picture 17" descr="qpms_dow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2806469"/>
            <a:ext cx="3364992" cy="1154933"/>
          </a:xfrm>
          <a:prstGeom prst="rect">
            <a:avLst/>
          </a:prstGeom>
        </p:spPr>
      </p:pic>
      <p:pic>
        <p:nvPicPr>
          <p:cNvPr id="19" name="Picture 18" descr="qpms_up_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4019853"/>
            <a:ext cx="3364992" cy="1154933"/>
          </a:xfrm>
          <a:prstGeom prst="rect">
            <a:avLst/>
          </a:prstGeom>
        </p:spPr>
      </p:pic>
      <p:pic>
        <p:nvPicPr>
          <p:cNvPr id="20" name="Picture 19" descr="qpms_flat_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7840" y="5175504"/>
            <a:ext cx="3364992" cy="1067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급변동 구간 실측 — 목표 환매 없음 vs +15%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+92%까지 급등 후 +10%로 되돌린 최근 3개월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2026-04-28 종가 ~ 07-28(노출 60영업일) · 기초=삼성전자·SK하이닉스 50:50 일별리밸런싱 지수(리밸비용 0) · σ=직전 60영업일 연율화(상한 60%) · r=q 2.5% · 편입비 하한 10% · 잔여 현금 연 2.5% · 매매비용 매수 5bp/매도 30bp · 실거래일 기준(주말 변동 없음) · 상기 자료는 예시이며 실제 성과와 다를 수 있습니다.</a:t>
            </a:r>
          </a:p>
        </p:txBody>
      </p:sp>
      <p:pic>
        <p:nvPicPr>
          <p:cNvPr id="8" name="Picture 7" descr="qpms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1952"/>
            <a:ext cx="4480560" cy="4092819"/>
          </a:xfrm>
          <a:prstGeom prst="rect">
            <a:avLst/>
          </a:prstGeom>
        </p:spPr>
      </p:pic>
      <p:pic>
        <p:nvPicPr>
          <p:cNvPr id="9" name="Picture 8" descr="qpms_3m_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901952"/>
            <a:ext cx="4480560" cy="418467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지수가 하락하면 펀드도 같이 떨어지는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낙폭이 지수보다 완만하도록 설계되어 있습니다. 하락할수록 저가매수로 편입비를 늘리는 구조로, 시뮬레이션(1만회·변동성 60%) 기준 지수 -30% 구간에서 성장변동성펀드·안정변동성펀드 모두 평균 -8% 수준입니다. 실측 백테스트에서도 기초지수가 -36.0% 하락한 1년(2021.12~2022.12) 동안 성장변동성펀드는 -6.2%로 방어했습니다. (가정에 따른 예시, 원금 보장 아님)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889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상방 수익은 제한되는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두 상품의 설계가 다릅니다. 성장변동성펀드(상품1·상승노출형)는 상승 참여를 병행해 상승장에 함께 올라가고, 안정변동성펀드(상품2·안정형)는 변동성 매매 수익을 안정적으로 확정하는 데 집중합니다. 두 상품 모두 +15% 도달 시 분배 후 재운용으로 다음 사이클 수익을 다시 추구하므로, 상승이 길어질수록 달성 사이클이 반복됩니다.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성장변동성펀드와 안정변동성펀드는 무엇이 다른가요?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성장변동성펀드(상품1)는 변동성 매매 + 상승 참여 구조로 최대 편입비 180%까지 운용하며, 큰 하락(-40%) 도달 전까지 하방 완충을 유지합니다. 안정변동성펀드(상품2)는 변동성 매매 중심으로 최대 편입비 100% 이내에서 보수적으로 운용합니다. 시장 전망과 위험 성향에 따라 선택하거나 병행할 수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상승장이 지속되면 조기에 끝나는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목표 +15% 달성 시 '분배 후 재운용'으로 이어져 종료가 아니라 다음 수익 사이클로 연결됩니다. AI Top2 백테스트에서 성장변동성펀드는 2025~2026년 상승장에서 8개 사이클 연속으로 목표를 달성했습니다.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888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변동성이 줄어들면 수익을 못 내나요?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 기회는 줄지만 방향(롱) 포지션으로 상승 수익을 확보합니다. 백테스트 기준 시장 저변동 국면에서도 성장변동성펀드는 월평균 +2.2%를 기록했고, 변동성이 커질수록 수익이 확대됩니다(고변동 국면 월평균 +5.2%). 현재 삼성전자·SK하이닉스 실현변동성은 85~99%로 5년 평균(32~47%)을 크게 웃도는 역대급 국면입니다.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890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QPMS란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미래에셋의 퀀트 운용 시스템으로, 규칙 기반 리밸런싱을 진행합니다. 매일 종가 기준으로 두 상품의 목표 편입비를 계산해 자의적 판단을 배제하고 규칙대로 집행합니다.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891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왜 지금, 왜 미래에셋인가요?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지금은 역대급 변동성 국면으로 변동성 수확 전략에 가장 유리한 시기라고 판단합니다. 미래에셋자산운용 AI금융공학운용부문은 QPMS 시스템 기반의 규칙 운용 역량을 갖추고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155074</TotalTime>
  <Words>2657</Words>
  <Application>Microsoft Office PowerPoint</Application>
  <PresentationFormat>A4 용지(210x297mm)</PresentationFormat>
  <Paragraphs>422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별첨 : 최근 3개월 급변동 구간 실측 — 목표 환매 없음 vs +15% 재운용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3371</cp:revision>
  <cp:lastPrinted>2025-06-10T01:28:42Z</cp:lastPrinted>
  <dcterms:created xsi:type="dcterms:W3CDTF">2015-10-26T01:08:58Z</dcterms:created>
  <dcterms:modified xsi:type="dcterms:W3CDTF">2026-07-29T01:29:05Z</dcterms:modified>
</cp:coreProperties>
</file>