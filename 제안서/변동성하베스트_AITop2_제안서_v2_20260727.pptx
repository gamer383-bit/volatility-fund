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79" r:id="rId32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Relationship Id="rId32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일별리밸런싱 지수(리밸비용 0)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 확률분포 ① — 성장변동성펀드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몬테카를로 시뮬레이션 1만회 — X축: 만기 지수수익률, Y축: 전략 수익률 (변동성 60% 가정, 만기 1년 구조를 일별 리밸런싱으로 운용).
중앙값 +12.8% · 수익확률 57% — 배리어(-40%) 터치 시 하방 완충이 소멸되어 지수를 따라갑니다.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/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/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몬테카를로 10,000경로 · σ 60% 고정 · r=q 2.5% · 잔여 현금 연 2.5% · 편입비 하한 10%(성장 상한 180% / 안정 100%) · 매매비용 매수 5bp/매도 30bp · 목표 환매(+15% 재운용) 미적용 · 상기 자료는 이해를 돕기 위한 예시이며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수익률 확률분포 ② — 안정변동성펀드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9052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몬테카를로 시뮬레이션 1만회 — X축: 만기 지수수익률, Y축: 전략 수익률 (변동성 60% 가정, 만기 1년 구조를 일별 리밸런싱으로 운용).
중앙값 +9.8% · 수익확률 56% — 상승장 수익은 약 +30%에서 수렴하고, 급락 시 저가매수 편입 확대로 지수와 유사해집니다.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4888B"/>
                </a:solidFill>
                <a:latin typeface="KoPub돋움체_Pro Medium"/>
              </a:rPr>
              <a:t>※ 몬테카를로 10,000경로 · σ 60% 고정 · r=q 2.5% · 잔여 현금 연 2.5% · 편입비 하한 10%(성장 상한 180% / 안정 100%) · 매매비용 매수 5bp/매도 30bp · 목표 환매(+15% 재운용) 미적용 · 상기 자료는 이해를 돕기 위한 예시이며 실제 투자내용·성과와 다를 수 있습니다.</a:t>
            </a:r>
          </a:p>
        </p:txBody>
      </p:sp>
      <p:pic>
        <p:nvPicPr>
          <p:cNvPr id="7" name="Picture 6" descr="dist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975104"/>
            <a:ext cx="5129784" cy="36991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155071</TotalTime>
  <Words>2795</Words>
  <Application>Microsoft Office PowerPoint</Application>
  <PresentationFormat>A4 용지(210x297mm)</PresentationFormat>
  <Paragraphs>429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3369</cp:revision>
  <cp:lastPrinted>2025-06-10T01:28:42Z</cp:lastPrinted>
  <dcterms:created xsi:type="dcterms:W3CDTF">2015-10-26T01:08:58Z</dcterms:created>
  <dcterms:modified xsi:type="dcterms:W3CDTF">2026-07-28T09:20:45Z</dcterms:modified>
</cp:coreProperties>
</file>