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79" r:id="rId32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png"/><Relationship Id="rId3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 확률분포 ① — 성장변동성펀드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몬테카를로 시뮬레이션(좌, 1만회·σ60%)과 실측 데이터 일별 기산 1년 운용(우, 2021.07~2025.07 기산 977회)의 수익률 분포 — 지수(회색) vs 전략(주황).
실측 전략: 평균 +30.7% · 중앙값 +14.2% · 수익확률 82% (지수 중앙값 +23%)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14" name="Picture 13" descr="dist_growth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수익률 확률분포 ② — 안정변동성펀드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몬테카를로 시뮬레이션(좌, 1만회·σ60%)과 실측 데이터 일별 기산 1년 운용(우, 2021.07~2025.07 기산 977회)의 수익률 분포 — 지수(회색) vs 전략(남색).
실측 전략: 평균 +17.4% · 중앙값 +13.1% · 수익확률 80% (지수 중앙값 +23%)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4888B"/>
                </a:solidFill>
                <a:latin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7" name="Picture 6" descr="dist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8" name="Picture 7" descr="dist_stable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155071</TotalTime>
  <Words>2795</Words>
  <Application>Microsoft Office PowerPoint</Application>
  <PresentationFormat>A4 용지(210x297mm)</PresentationFormat>
  <Paragraphs>429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3369</cp:revision>
  <cp:lastPrinted>2025-06-10T01:28:42Z</cp:lastPrinted>
  <dcterms:created xsi:type="dcterms:W3CDTF">2015-10-26T01:08:58Z</dcterms:created>
  <dcterms:modified xsi:type="dcterms:W3CDTF">2026-07-28T09:20:45Z</dcterms:modified>
</cp:coreProperties>
</file>