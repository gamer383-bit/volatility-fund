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65" r:id="rId21"/>
    <p:sldId id="1271" r:id="rId22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defens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796" y="3182112"/>
            <a:ext cx="1979676" cy="926191"/>
          </a:xfrm>
          <a:prstGeom prst="rect">
            <a:avLst/>
          </a:prstGeom>
        </p:spPr>
      </p:pic>
      <p:pic>
        <p:nvPicPr>
          <p:cNvPr id="105" name="Picture 104" descr="mini_defense_s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9796" y="4261104"/>
            <a:ext cx="1979676" cy="9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