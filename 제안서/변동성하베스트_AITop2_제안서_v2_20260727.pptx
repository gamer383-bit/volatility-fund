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보조 — 지수 -30% 도달 시 수익률 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성장변동성펀드 수익률 중앙값 -19%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