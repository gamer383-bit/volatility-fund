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6"/>
  </p:notesMasterIdLst>
  <p:handoutMasterIdLst>
    <p:handoutMasterId r:id="rId27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79" r:id="rId22"/>
    <p:sldId id="1265" r:id="rId23"/>
    <p:sldId id="1271" r:id="rId24"/>
    <p:sldId id="1270" r:id="rId25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  <p:pic>
        <p:nvPicPr>
          <p:cNvPr id="3" name="Picture 4" descr="image13.png">
            <a:extLst>
              <a:ext uri="{FF2B5EF4-FFF2-40B4-BE49-F238E27FC236}">
                <a16:creationId xmlns:a16="http://schemas.microsoft.com/office/drawing/2014/main" id="{EC3B7619-F576-7B10-3980-9EED52852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789" y="3073703"/>
            <a:ext cx="2781823" cy="1301476"/>
          </a:xfrm>
          <a:prstGeom prst="rect">
            <a:avLst/>
          </a:prstGeom>
        </p:spPr>
      </p:pic>
      <p:pic>
        <p:nvPicPr>
          <p:cNvPr id="5" name="Picture 7" descr="scat_stable_atm.png">
            <a:extLst>
              <a:ext uri="{FF2B5EF4-FFF2-40B4-BE49-F238E27FC236}">
                <a16:creationId xmlns:a16="http://schemas.microsoft.com/office/drawing/2014/main" id="{F2E368AC-A30D-985A-1C86-B32CADB25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790" y="4422218"/>
            <a:ext cx="2781822" cy="130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6"/>
            <a:ext cx="8705850" cy="14878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953871"/>
            <a:ext cx="3364992" cy="1064568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110218"/>
            <a:ext cx="3364992" cy="106456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5175504"/>
            <a:ext cx="3364992" cy="11151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25567"/>
            <a:ext cx="8743950" cy="14217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2254707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806469"/>
            <a:ext cx="3364992" cy="1154933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019853"/>
            <a:ext cx="3364992" cy="1154933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5175504"/>
            <a:ext cx="3364992" cy="106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+92%까지 급등 후 +10%로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기초=삼성전자·SK하이닉스 50:50 일별리밸런싱 지수(리밸비용 0)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 확률분포 ① — 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몬테카를로 시뮬레이션(좌, 1만회·σ60%)과 실측 데이터 일별 기산 1년 운용(우, 2021.07~2025.07 기산 977회)의 수익률 분포 — 지수(회색) vs 전략(주황).
실측 전략: 평균 +30.7% · 중앙값 +14.2% · 수익확률 82% (지수 중앙값 +23%)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좌(시뮬레이션): 몬테카를로 10,000경로 · σ 60% 고정 · 목표 환매 미적용 | 우(실측): 기초=삼성·하이닉스 50:50 일별리밸 지수, 매 영업일 기산 1년 운용 977회(2021.07~2025.07) · σ=직전 60영업일 연환산(상한 60%) · +15% 달성 시 당일 종가 재운용 적용 | 공통: r=q 2.5% · 잔여 현금 연 2.5% · 편입비 하한 10%(성장 상한 180%/안정 100%) · 매매비용 매수 5bp/매도 30bp · 상기 자료는 이해를 돕기 위한 예시이며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0"/>
            <a:ext cx="4480560" cy="3246120"/>
          </a:xfrm>
          <a:prstGeom prst="rect">
            <a:avLst/>
          </a:prstGeom>
        </p:spPr>
      </p:pic>
      <p:pic>
        <p:nvPicPr>
          <p:cNvPr id="14" name="Picture 13" descr="dist_growth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94560"/>
            <a:ext cx="448056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수익률 확률분포 ② — 안정변동성펀드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9052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몬테카를로 시뮬레이션(좌, 1만회·σ60%)과 실측 데이터 일별 기산 1년 운용(우, 2021.07~2025.07 기산 977회)의 수익률 분포 — 지수(회색) vs 전략(남색).
실측 전략: 평균 +17.4% · 중앙값 +13.1% · 수익확률 80% (지수 중앙값 +23%)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4888B"/>
                </a:solidFill>
                <a:latin typeface="KoPub돋움체_Pro Medium"/>
              </a:rPr>
              <a:t>※ 좌(시뮬레이션): 몬테카를로 10,000경로 · σ 60% 고정 · 목표 환매 미적용 | 우(실측): 기초=삼성·하이닉스 50:50 일별리밸 지수, 매 영업일 기산 1년 운용 977회(2021.07~2025.07) · σ=직전 60영업일 연환산(상한 60%) · +15% 달성 시 당일 종가 재운용 적용 | 공통: r=q 2.5% · 잔여 현금 연 2.5% · 편입비 하한 10%(성장 상한 180%/안정 100%) · 매매비용 매수 5bp/매도 30bp · 상기 자료는 이해를 돕기 위한 예시이며 실제 투자내용·성과와 다를 수 있습니다.</a:t>
            </a:r>
          </a:p>
        </p:txBody>
      </p:sp>
      <p:pic>
        <p:nvPicPr>
          <p:cNvPr id="7" name="Picture 6" descr="dist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0"/>
            <a:ext cx="4480560" cy="3246120"/>
          </a:xfrm>
          <a:prstGeom prst="rect">
            <a:avLst/>
          </a:prstGeom>
        </p:spPr>
      </p:pic>
      <p:pic>
        <p:nvPicPr>
          <p:cNvPr id="8" name="Picture 7" descr="dist_stable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94560"/>
            <a:ext cx="448056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3010</Words>
  <Application>Microsoft Office PowerPoint</Application>
  <PresentationFormat>A4 용지(210x297mm)</PresentationFormat>
  <Paragraphs>427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수익률 확률분포 ① — 성장변동성펀드</vt:lpstr>
      <vt:lpstr>PowerPoint 프레젠테이션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3370</cp:revision>
  <cp:lastPrinted>2025-06-10T01:28:42Z</cp:lastPrinted>
  <dcterms:created xsi:type="dcterms:W3CDTF">2015-10-26T01:08:58Z</dcterms:created>
  <dcterms:modified xsi:type="dcterms:W3CDTF">2026-07-28T09:45:57Z</dcterms:modified>
</cp:coreProperties>
</file>