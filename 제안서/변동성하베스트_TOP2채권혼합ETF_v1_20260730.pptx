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6"/>
    <p:sldId id="1258" r:id="rId17"/>
    <p:sldId id="1259" r:id="rId18"/>
    <p:sldId id="1283" r:id="rId19"/>
    <p:sldId id="1262" r:id="rId20"/>
    <p:sldId id="1281" r:id="rId22"/>
    <p:sldId id="1282" r:id="rId21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20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slide" Target="slides/slide17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만기 편입비는 만기 직전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2021-07-29~2026-07-28 · 분기마다 기준 재설정 · σ=직전 60영업일 연환산(상한 70%) · 주식 배분 50% · 채권 연 2.5% 가정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+48%까지 급등 후 -5%로 되돌린 최근 3개월 — 왕복 구간에서 펀드 +8.9% (BM +7.4%)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기초=TOP2 지수(삼성·하이닉스 50:50 일별리밸) · σ=직전 60영업일 연율화(상한 70%) · r=q 2.5% · 주식 배분 50%·채권 연 2.5% · 매매비용 매수 5bp/매도 30bp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+152.3%로 BM(+154.7%)과 유사한 성과를 기록했고, 급등 후 되돌림 같은 왕복 구간(최근 3개월 펀드 +8.9% vs BM +7.4%)에서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추세 · 변동장 · 하락장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추세 상승장에서도 이익을 확정하며 참여합니다.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0"/>
            <a:ext cx="2971800" cy="2289629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