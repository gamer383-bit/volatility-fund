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2"/>
  </p:notesMasterIdLst>
  <p:handoutMasterIdLst>
    <p:handoutMasterId r:id="rId23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4"/>
    <p:sldId id="1258" r:id="rId15"/>
    <p:sldId id="1259" r:id="rId16"/>
    <p:sldId id="1283" r:id="rId17"/>
    <p:sldId id="1262" r:id="rId18"/>
    <p:sldId id="1281" r:id="rId19"/>
    <p:sldId id="1282" r:id="rId20"/>
    <p:sldId id="1270" r:id="rId21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7/31/2026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7/31/2026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en-US"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및 변동성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pic>
        <p:nvPicPr>
          <p:cNvPr id="104" name="Picture 103" descr="mini_bond_bm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790" y="3168249"/>
            <a:ext cx="2761488" cy="1094914"/>
          </a:xfrm>
          <a:prstGeom prst="rect">
            <a:avLst/>
          </a:prstGeom>
        </p:spPr>
      </p:pic>
      <p:pic>
        <p:nvPicPr>
          <p:cNvPr id="105" name="Picture 104" descr="mini_bond_bm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608" y="4349885"/>
            <a:ext cx="2761488" cy="130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잔존 2주 미만은 τ=2주로 고정해 편입비 산출(만기 열=동 규칙 기준)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분기 리셋 규칙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만기 3개월 구조를 분기마다 현재 지수로 재설정. 잔존 2주 미만은 2주 기준으로 편입비를 산출해 급변을 완화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14" name="Picture 13" descr="monitor_b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2021-07-28~2026-07-30 · 분기마다 기준 재설정 · σ=직전 60영업일 연환산(상한 70%) · 주식 배분 50% · 채권 연 2.5% 가정 · 잔존 2주 미만 τ=2주 고정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611880"/>
            <a:ext cx="3931920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3185261"/>
            <a:ext cx="4791456" cy="27855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· 변동장 · 하락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변동장·하락장에서 BM을 앞서고, 상승장에도 참여합니다. (각 구간 시작일에 신규 운용 개시 가정)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1"/>
            <a:ext cx="2971800" cy="1738384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8830" y="4155948"/>
            <a:ext cx="2971800" cy="16399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  <p:pic>
        <p:nvPicPr>
          <p:cNvPr id="8" name="Picture 7" descr="bt_bond_dow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— 왕복 구간에서 펀드 +6.9% (BM +3.2%)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기초=TOP2 지수(삼성·하이닉스 50:50 일별리밸) · σ=직전 60영업일 연율화(상한 70%) · r=q 2.5% · 주식 배분 50%·채권 연 2.5% · 매매비용 매수 5bp/매도 30bp · 잔존 2주 미만 τ=2주 고정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+136.5%로 BM(+143.9%)과 유사한 성과를 기록했고, 급등 후 되돌림 같은 왕복 구간(최근 3개월 펀드 +6.9% vs BM +3.2%)에서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155080</TotalTime>
  <Words>2199</Words>
  <Application>Microsoft Office PowerPoint</Application>
  <PresentationFormat>A4 용지(210x297mm)</PresentationFormat>
  <Paragraphs>170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TOP2 변동성 하베스트 채권혼합 ETF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— 분기(3개월) 단위 변동성 매매 + 상승 참여</vt:lpstr>
      <vt:lpstr>지수대별 주식 편입비·예상수익률 — 분기(3개월) 구조</vt:lpstr>
      <vt:lpstr>3개월 리셋 구조 — 분기마다 새로 시작</vt:lpstr>
      <vt:lpstr>별첨 QPMS Vol Trading 시스템 운용</vt:lpstr>
      <vt:lpstr>별첨 QPMS 백테스트 — TOP2 실측 (분기 리셋)</vt:lpstr>
      <vt:lpstr>PowerPoint 프레젠테이션</vt:lpstr>
      <vt:lpstr>별첨 : 최근 3개월 실측 — 급등 후 되돌림 구간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3375</cp:revision>
  <cp:lastPrinted>2025-06-10T01:28:42Z</cp:lastPrinted>
  <dcterms:created xsi:type="dcterms:W3CDTF">2015-10-26T01:08:58Z</dcterms:created>
  <dcterms:modified xsi:type="dcterms:W3CDTF">2026-07-30T23:55:06Z</dcterms:modified>
</cp:coreProperties>
</file>