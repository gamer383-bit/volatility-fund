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6"/>
    <p:sldId id="1258" r:id="rId17"/>
    <p:sldId id="1259" r:id="rId18"/>
    <p:sldId id="1283" r:id="rId19"/>
    <p:sldId id="1262" r:id="rId20"/>
    <p:sldId id="1281" r:id="rId22"/>
    <p:sldId id="1282" r:id="rId21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9.xml"/><Relationship Id="rId22" Type="http://schemas.openxmlformats.org/officeDocument/2006/relationships/slide" Target="slides/slide18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보합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보합·하락장에서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0"/>
            <a:ext cx="2971800" cy="2289629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