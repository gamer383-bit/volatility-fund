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6"/>
  </p:notesMasterIdLst>
  <p:sldIdLst>
    <p:sldId id="103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1712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96074-D04F-447E-AF78-722CE40E7048}" type="datetimeFigureOut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A194F9-C48C-4F24-92AB-7E74D2B0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42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305263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3492817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163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1279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886160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360420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2106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163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7788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3559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4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AI Top2 변동성 하베스트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 AI금융공학운용부문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편입비를 조절하는 변동성 매매를 통해, 역대급으로 높아진 변동성을 수익으로 전환하는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변동성 매매(저가매수·고가매도)로 수익 추구 + 상승 방향 참여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(공모 / 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한국시장 변동성이 최근 5년 중 최고 수준입니다(2026-07-10 기준, 60영업일 연율화). 변동성이 클수록 변동성 매매의 수익 기회가 커집니다.</a:t>
            </a:r>
          </a:p>
        </p:txBody>
      </p:sp>
      <p:pic>
        <p:nvPicPr>
          <p:cNvPr id="7" name="Picture 6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869680" cy="40081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삼성전자·SK하이닉스 저평가 — 실적 대비 낮은 밸류에이션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'수확'으로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'수익'으로 전환합니다.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매매 수익으로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하베스트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하베스트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변동성은 '수확'하고 방향성 부재 리스크는 '회피' = 변동성 하베스트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(변동성 매매 + 상승 참여)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pic>
        <p:nvPicPr>
          <p:cNvPr id="7" name="Picture 6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5842"/>
          </a:xfrm>
          <a:prstGeom prst="rect">
            <a:avLst/>
          </a:prstGeom>
        </p:spPr>
      </p:pic>
      <p:pic>
        <p:nvPicPr>
          <p:cNvPr id="8" name="Picture 7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58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(안정 변동성 매매)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매매 수익을 안정적으로 확보(상단 고정), 급락 시 손실이 누적됩니다.</a:t>
            </a:r>
          </a:p>
        </p:txBody>
      </p:sp>
      <p:pic>
        <p:nvPicPr>
          <p:cNvPr id="7" name="Picture 6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5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3A3A3A"/>
                </a:solidFill>
                <a:latin typeface="맑은 고딕"/>
              </a:rPr>
              <a:t>■ 단일종목 집중 위험(AI Top2)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94760"/>
            <a:ext cx="8229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4888B"/>
                </a:solidFill>
                <a:latin typeface="맑은 고딕"/>
              </a:rPr>
              <a:t>삼성전자·SK하이닉스 2종목에 집중되어 개별기업·반도체 사이클 리스크에 크게 노출됩니다.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1397</Words>
  <Application>Microsoft Office PowerPoint</Application>
  <PresentationFormat>사용자 지정</PresentationFormat>
  <Paragraphs>151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변동성매매 자문상품 제안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Lee, Hyun Kyung (이현경)</cp:lastModifiedBy>
  <cp:revision>2</cp:revision>
  <dcterms:created xsi:type="dcterms:W3CDTF">2013-01-27T09:14:16Z</dcterms:created>
  <dcterms:modified xsi:type="dcterms:W3CDTF">2026-07-15T05:28:38Z</dcterms:modified>
  <cp:category/>
</cp:coreProperties>
</file>