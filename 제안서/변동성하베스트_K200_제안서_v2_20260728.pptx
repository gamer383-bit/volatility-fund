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9" r:id="rId29"/>
    <p:sldId id="1280" r:id="rId3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KOSPI200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KOSPI200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KOSPI200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몬테카를로 1만회(변동성 50%·만기 1년·매매비용 포함) 중 만기 지수 -30% 구간의 전략 평균 수익률(성장 -11%·안정 -13%).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 변동성(KOSPI200 실현변동성 79%, 5년 평균의 3.4배)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KOSPI200 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79%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23%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KOSPI200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+24.0%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+4.9%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-17.2%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-12.0%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  <p:pic>
        <p:nvPicPr>
          <p:cNvPr id="24" name="Picture 23" descr="bp_k2_grow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  <p:pic>
        <p:nvPicPr>
          <p:cNvPr id="21" name="Picture 20" descr="bp_k2_s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+48%까지 급등 후 -5%로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기초=KOSPI200 종가지수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낙폭이 지수보다 완만하도록 설계되어 있습니다. 하락할수록 저가매수로 편입비를 늘리는 구조로, 시뮬레이션(1만회·변동성 50%) 기준 지수 -30% 구간에서 성장변동성펀드 평균 -11%, 안정변동성펀드 -13%입니다. 실측 백테스트에서도 지수가 -30.3% 하락한 1년(2021.09~2022.09) 동안 성장변동성펀드는 -1.6%로 방어했습니다.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두 상품의 설계가 다릅니다. 성장변동성펀드(상품1·상승노출형)는 상승 참여를 병행해 상승장에 함께 올라가고, 안정변동성펀드(상품2·안정형)는 변동성 매매 수익을 안정적으로 확정하는 데 집중합니다. 두 상품 모두 +15% 도달 시 분배 후 재운용으로 다음 사이클 수익을 다시 추구하므로, 상승이 길어질수록 달성 사이클이 반복됩니다.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성장변동성펀드와 안정변동성펀드는 무엇이 다른가요?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성장변동성펀드(상품1)는 변동성 매매 + 상승 참여 구조로 최대 편입비 180%까지 운용하며, 큰 하락(-40%) 도달 전까지 하방 완충을 유지합니다. 안정변동성펀드(상품2)는 변동성 매매 중심으로 최대 편입비 100% 이내에서 보수적으로 운용합니다. 시장 전망과 위험 성향에 따라 선택하거나 병행할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상승장이 지속되면 조기에 끝나는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목표 +15% 달성 시 '분배 후 재운용'으로 이어져 종료가 아니라 다음 수익 사이클로 연결됩니다. KOSPI200 백테스트에서 성장변동성펀드는 2025~2026년 상승장에서 4개 사이클 연속으로 목표를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방향(롱) 포지션으로 상승 수익을 확보합니다. 백테스트 기준 시장 저변동 국면에서도 성장변동성펀드는 월평균 +0.5%를 기록했고, 변동성이 커질수록 수익이 확대됩니다(고변동 국면 월평균 +3.1%). 현재 KOSPI200 실현변동성은 79%로 5년 평균(23%)의 3.4배인 역대급 국면입니다.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두 상품의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155075</TotalTime>
  <Words>2350</Words>
  <Application>Microsoft Office PowerPoint</Application>
  <PresentationFormat>A4 용지(210x297mm)</PresentationFormat>
  <Paragraphs>405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KOSPI200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3372</cp:revision>
  <cp:lastPrinted>2025-06-10T01:28:42Z</cp:lastPrinted>
  <dcterms:created xsi:type="dcterms:W3CDTF">2015-10-26T01:08:58Z</dcterms:created>
  <dcterms:modified xsi:type="dcterms:W3CDTF">2026-07-30T05:38:37Z</dcterms:modified>
</cp:coreProperties>
</file>