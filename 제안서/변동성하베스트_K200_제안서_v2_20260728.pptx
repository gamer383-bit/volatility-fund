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4"/>
  </p:notesMasterIdLst>
  <p:handoutMasterIdLst>
    <p:handoutMasterId r:id="rId25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65" r:id="rId21"/>
    <p:sldId id="1271" r:id="rId22"/>
    <p:sldId id="1270" r:id="rId23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05" d="100"/>
          <a:sy n="105" d="100"/>
        </p:scale>
        <p:origin x="1524" y="76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7/29/2026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KOSPI200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KOSPI200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KOSPI200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몬테카를로 1만회(변동성 50%·만기 1년·매매비용 포함) 중 만기 지수 -30% 구간의 전략 평균 수익률(성장 -11%·안정 -13%). 시뮬레이션 가정에 따른 예시이며 원금 보장 아님.</a:t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  <a:r>
              <a:rPr sz="800" dirty="0" err="1">
                <a:latin typeface="KoPub돋움체_Pro Medium"/>
              </a:rPr>
              <a:t/>
            </a:r>
            <a:r>
              <a:rPr sz="800" dirty="0">
                <a:latin typeface="KoPub돋움체_Pro Medium"/>
              </a:rPr>
              <a:t/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 변동성(KOSPI200 실현변동성 79%, 5년 평균의 3.4배)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/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KOSPI200 실현변동성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/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/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79%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23%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  <p:sp>
        <p:nvSpPr>
          <p:cNvPr id="2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3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defense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9796" y="3182112"/>
            <a:ext cx="1979676" cy="926191"/>
          </a:xfrm>
          <a:prstGeom prst="rect">
            <a:avLst/>
          </a:prstGeom>
        </p:spPr>
      </p:pic>
      <p:pic>
        <p:nvPicPr>
          <p:cNvPr id="105" name="Picture 104" descr="mini_defense_s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9796" y="4261104"/>
            <a:ext cx="1979676" cy="9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KOSPI200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+24.0%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+20.9%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-14.2%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50%·매매비용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+20.3%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+4.9%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-17.2%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-12.0%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50%·매매비용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6"/>
            <a:ext cx="8705850" cy="14878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953871"/>
            <a:ext cx="3364992" cy="1064568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110218"/>
            <a:ext cx="3364992" cy="106456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5175504"/>
            <a:ext cx="3364992" cy="11151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25567"/>
            <a:ext cx="8743950" cy="14217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2254707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806469"/>
            <a:ext cx="3364992" cy="1154933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019853"/>
            <a:ext cx="3364992" cy="1154933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5175504"/>
            <a:ext cx="3364992" cy="106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+48%까지 급등 후 -5%로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기초=KOSPI200 종가지수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2657</Words>
  <Application>Microsoft Office PowerPoint</Application>
  <PresentationFormat>A4 용지(210x297mm)</PresentationFormat>
  <Paragraphs>422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3371</cp:revision>
  <cp:lastPrinted>2025-06-10T01:28:42Z</cp:lastPrinted>
  <dcterms:created xsi:type="dcterms:W3CDTF">2015-10-26T01:08:58Z</dcterms:created>
  <dcterms:modified xsi:type="dcterms:W3CDTF">2026-07-29T01:29:05Z</dcterms:modified>
</cp:coreProperties>
</file>