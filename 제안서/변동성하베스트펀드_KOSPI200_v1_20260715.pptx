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6"/>
  </p:notesMasterIdLst>
  <p:sldIdLst>
    <p:sldId id="1032" r:id="rId3"/>
    <p:sldId id="257" r:id="rId4"/>
    <p:sldId id="258" r:id="rId5"/>
    <p:sldId id="1040" r:id="rId6"/>
    <p:sldId id="259" r:id="rId7"/>
    <p:sldId id="1038" r:id="rId8"/>
    <p:sldId id="1039" r:id="rId9"/>
    <p:sldId id="261" r:id="rId10"/>
    <p:sldId id="263" r:id="rId11"/>
    <p:sldId id="264" r:id="rId12"/>
    <p:sldId id="265" r:id="rId13"/>
    <p:sldId id="266" r:id="rId14"/>
    <p:sldId id="267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</a:t>
            </a:r>
            <a:r>
              <a:rPr lang="ko-KR" altLang="en-US" sz="2792" dirty="0" err="1"/>
              <a:t>하베스트</a:t>
            </a:r>
            <a:r>
              <a:rPr lang="ko-KR" altLang="en-US" sz="2792" dirty="0"/>
              <a:t>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중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수준입니다</a:t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>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 클수록 변동성 매매의 수익 기회가 커집니다.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8709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48C3-8F15-0EEC-B211-CB873E5E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03F806-A1A6-2EB2-FAC7-79464E5B99F6}"/>
              </a:ext>
            </a:extLst>
          </p:cNvPr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1705C-CA61-A4C4-2A29-44A93072FB8C}"/>
              </a:ext>
            </a:extLst>
          </p:cNvPr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C5372-3993-092D-8E6F-16193D85A344}"/>
              </a:ext>
            </a:extLst>
          </p:cNvPr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64041E-86AB-A3DA-4E8C-6598B20DDEC4}"/>
              </a:ext>
            </a:extLst>
          </p:cNvPr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C37835-B4F9-B16A-CD53-7AD6FF4F08AE}"/>
              </a:ext>
            </a:extLst>
          </p:cNvPr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중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수준입니다</a:t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>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 클수록 변동성 매매의 수익 기회가 커집니다.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1E6586-D29F-2ED3-5688-8D3026C605CF}"/>
              </a:ext>
            </a:extLst>
          </p:cNvPr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EDCA4D-405C-28B4-8ADB-41093CD8D77B}"/>
              </a:ext>
            </a:extLst>
          </p:cNvPr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E29644-900F-CB2C-F9F0-B709119D6FCF}"/>
              </a:ext>
            </a:extLst>
          </p:cNvPr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9C160-C0C7-662D-B6A0-18D933F36425}"/>
              </a:ext>
            </a:extLst>
          </p:cNvPr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3" name="Picture 11" descr="vol_semi.png">
            <a:extLst>
              <a:ext uri="{FF2B5EF4-FFF2-40B4-BE49-F238E27FC236}">
                <a16:creationId xmlns:a16="http://schemas.microsoft.com/office/drawing/2014/main" id="{CC1AF6E4-3D79-EBC4-4F22-44AF758A3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63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50%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가정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·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점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=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시뮬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1회 · 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노란선</a:t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>=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구간</a:t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평균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·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데이터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: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자체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시뮬레이션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(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거래비용·운용오차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포함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4" name="Picture 13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496174"/>
          </a:xfrm>
          <a:prstGeom prst="rect">
            <a:avLst/>
          </a:prstGeom>
        </p:spPr>
      </p:pic>
      <p:pic>
        <p:nvPicPr>
          <p:cNvPr id="15" name="Picture 14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551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1449</Words>
  <Application>Microsoft Office PowerPoint</Application>
  <PresentationFormat>사용자 지정</PresentationFormat>
  <Paragraphs>136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13</cp:revision>
  <cp:lastPrinted>2026-07-15T23:41:32Z</cp:lastPrinted>
  <dcterms:created xsi:type="dcterms:W3CDTF">2013-01-27T09:14:16Z</dcterms:created>
  <dcterms:modified xsi:type="dcterms:W3CDTF">2026-07-15T23:46:28Z</dcterms:modified>
  <cp:category/>
</cp:coreProperties>
</file>