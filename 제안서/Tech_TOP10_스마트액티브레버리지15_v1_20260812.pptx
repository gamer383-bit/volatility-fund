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28.png"/><Relationship Id="rId9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Relationship Id="rId13" Type="http://schemas.openxmlformats.org/officeDocument/2006/relationships/image" Target="../media/image35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33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 ETF는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 ETF·*****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추세장에서는 오히려 유리하다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레버리지가 항상 불리한 것은 아닙니다. 한 방향 추세에서는 일별 복리가 유리하게 작동합니다 — 상승 추세에서는 단순 2배보다 더 벌고, 하락 추세에서는 단순 2배보다 덜 잃습니다 (KOSPI200 실측).</a:t>
            </a:r>
          </a:p>
        </p:txBody>
      </p:sp>
      <p:pic>
        <p:nvPicPr>
          <p:cNvPr id="4" name="Picture 3" descr="lev15_tre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4924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 구간에는 불리하고, 추세 구간에는 유리합니다 — 방향이 아니라 '경로'가 성과를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(상승 사례 2026.03.31~05.29, 하락 사례 2022.01.04~10.04) · 단순 2배 = 기초 누적수익률×2 (가상)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그러나 레버리지의 장점은 개인의 매매 패턴과 맞지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상승하면 수익을 확정해 버려(매도) 추세장의 복리 효과를 누리지 못하고, ② 하락하면 지수가 원상복귀될 때까지 버팁니다. 결국 복리는 놓치고 변동성 잠식만 얻습니다 — 레버리지 ETF의 실제 설정(상장주식수)과 수익률로 확인됩니다.</a:t>
            </a:r>
          </a:p>
        </p:txBody>
      </p:sp>
      <p:pic>
        <p:nvPicPr>
          <p:cNvPr id="4" name="Picture 3" descr="lev15_flow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1810512"/>
            <a:ext cx="9098280" cy="306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E8720C"/>
                </a:solidFill>
                <a:latin typeface="KoPub돋움체_Pro Bold"/>
              </a:rPr>
              <a:t>상승 때는 +1,437%를 두고 일찍 떠났고, 하락 때는 버텨서 잠식만 얻었습니다 — 장점과 정반대로 움직이는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레버리지 ETF 상장주식수·수정주가, ***** 200 ETF 수정주가 실측 (좌 2025.04.30~2026.06.22, 우 2020.01.02~2020.08.31) · 단순 2배 = 지수 누적수익률×2 (가상) · 참고: 월간 지수수익률 vs 주식수 증감률 상관 -0.56 (2019~2026)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