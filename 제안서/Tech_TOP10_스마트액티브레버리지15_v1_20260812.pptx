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Metadata/LabelInfo.xml" ContentType="application/vnd.ms-office.classificationlabels+xml"/>
  <Override PartName="/docProps/app.xml" ContentType="application/vnd.openxmlformats-officedocument.extended-properties+xml"/>
  <Override PartName="/docProps/core.xml" ContentType="application/vnd.openxmlformats-package.core-properties+xml"/>
  <Override PartName="/ppt/handoutMasters/handoutMaster1.xml" ContentType="application/vnd.openxmlformats-officedocument.presentationml.handoutMaster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theme/theme3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Relationship Id="rId5" Type="http://schemas.microsoft.com/office/2020/02/relationships/classificationlabels" Target="docMetadata/LabelInfo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75" r:id="rId1"/>
  </p:sldMasterIdLst>
  <p:notesMasterIdLst>
    <p:notesMasterId r:id="rId12"/>
  </p:notesMasterIdLst>
  <p:handoutMasterIdLst>
    <p:handoutMasterId r:id="rId13"/>
  </p:handoutMasterIdLst>
  <p:sldIdLst>
    <p:sldId id="369" r:id="rId2"/>
    <p:sldId id="1073" r:id="rId3"/>
    <p:sldId id="392" r:id="rId4"/>
    <p:sldId id="1076" r:id="rId5"/>
    <p:sldId id="1090" r:id="rId6"/>
    <p:sldId id="1091" r:id="rId7"/>
    <p:sldId id="1092" r:id="rId8"/>
    <p:sldId id="1093" r:id="rId9"/>
    <p:sldId id="398" r:id="rId10"/>
    <p:sldId id="272" r:id="rId11"/>
  </p:sldIdLst>
  <p:sldSz cx="9906000" cy="6858000" type="A4"/>
  <p:notesSz cx="6797675" cy="9872663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6" pos="308" userDrawn="1">
          <p15:clr>
            <a:srgbClr val="A4A3A4"/>
          </p15:clr>
        </p15:guide>
        <p15:guide id="7" pos="5932" userDrawn="1">
          <p15:clr>
            <a:srgbClr val="A4A3A4"/>
          </p15:clr>
        </p15:guide>
        <p15:guide id="8" orient="horz" pos="2160">
          <p15:clr>
            <a:srgbClr val="A4A3A4"/>
          </p15:clr>
        </p15:guide>
      </p15:sldGuideLst>
    </p:ext>
    <p:ext uri="{2D200454-40CA-4A62-9FC3-DE9A4176ACB9}">
      <p15:notes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ECEEF3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8307" autoAdjust="0"/>
    <p:restoredTop sz="94660"/>
  </p:normalViewPr>
  <p:slideViewPr>
    <p:cSldViewPr snapToGrid="0">
      <p:cViewPr varScale="1">
        <p:scale>
          <a:sx n="110" d="100"/>
          <a:sy n="110" d="100"/>
        </p:scale>
        <p:origin x="1756" y="64"/>
      </p:cViewPr>
      <p:guideLst>
        <p:guide pos="308"/>
        <p:guide pos="5932"/>
        <p:guide orient="horz" pos="2160"/>
      </p:guideLst>
    </p:cSldViewPr>
  </p:slideViewPr>
  <p:notesTextViewPr>
    <p:cViewPr>
      <p:scale>
        <a:sx n="3" d="2"/>
        <a:sy n="3" d="2"/>
      </p:scale>
      <p:origin x="0" y="0"/>
    </p:cViewPr>
  </p:notesTextViewPr>
  <p:notesViewPr>
    <p:cSldViewPr snapToGrid="0" showGuides="1">
      <p:cViewPr varScale="1">
        <p:scale>
          <a:sx n="110" d="100"/>
          <a:sy n="110" d="100"/>
        </p:scale>
        <p:origin x="1728" y="84"/>
      </p:cViewPr>
      <p:guideLst/>
    </p:cSldViewPr>
  </p:notesViewPr>
  <p:gridSpacing cx="36004" cy="36004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handoutMaster" Target="handoutMasters/handoutMaster1.xml"/><Relationship Id="rId14" Type="http://schemas.openxmlformats.org/officeDocument/2006/relationships/presProps" Target="presProps.xml"/><Relationship Id="rId15" Type="http://schemas.openxmlformats.org/officeDocument/2006/relationships/viewProps" Target="viewProps.xml"/><Relationship Id="rId16" Type="http://schemas.openxmlformats.org/officeDocument/2006/relationships/theme" Target="theme/theme1.xml"/><Relationship Id="rId17" Type="http://schemas.openxmlformats.org/officeDocument/2006/relationships/tableStyles" Target="tableStyles.xml"/></Relationships>
</file>

<file path=ppt/handoutMasters/_rels/handout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머리글 개체 틀 1"/>
          <p:cNvSpPr>
            <a:spLocks noGrp="1"/>
          </p:cNvSpPr>
          <p:nvPr>
            <p:ph type="hdr" sz="quarter"/>
          </p:nvPr>
        </p:nvSpPr>
        <p:spPr>
          <a:xfrm>
            <a:off x="0" y="2"/>
            <a:ext cx="2946058" cy="495709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ko-KR" altLang="en-US"/>
          </a:p>
        </p:txBody>
      </p:sp>
      <p:sp>
        <p:nvSpPr>
          <p:cNvPr id="3" name="날짜 개체 틀 2"/>
          <p:cNvSpPr>
            <a:spLocks noGrp="1"/>
          </p:cNvSpPr>
          <p:nvPr>
            <p:ph type="dt" sz="quarter" idx="1"/>
          </p:nvPr>
        </p:nvSpPr>
        <p:spPr>
          <a:xfrm>
            <a:off x="3850530" y="2"/>
            <a:ext cx="2946058" cy="495709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678E73C7-FF93-42E3-9DA7-136DBA8B1534}" type="datetimeFigureOut">
              <a:rPr lang="ko-KR" altLang="en-US" smtClean="0"/>
              <a:t>2026-08-28</a:t>
            </a:fld>
            <a:endParaRPr lang="ko-KR" altLang="en-US"/>
          </a:p>
        </p:txBody>
      </p:sp>
      <p:sp>
        <p:nvSpPr>
          <p:cNvPr id="4" name="바닥글 개체 틀 3"/>
          <p:cNvSpPr>
            <a:spLocks noGrp="1"/>
          </p:cNvSpPr>
          <p:nvPr>
            <p:ph type="ftr" sz="quarter" idx="2"/>
          </p:nvPr>
        </p:nvSpPr>
        <p:spPr>
          <a:xfrm>
            <a:off x="0" y="9376955"/>
            <a:ext cx="2946058" cy="495708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ko-KR" altLang="en-US"/>
          </a:p>
        </p:txBody>
      </p:sp>
      <p:sp>
        <p:nvSpPr>
          <p:cNvPr id="5" name="슬라이드 번호 개체 틀 4"/>
          <p:cNvSpPr>
            <a:spLocks noGrp="1"/>
          </p:cNvSpPr>
          <p:nvPr>
            <p:ph type="sldNum" sz="quarter" idx="3"/>
          </p:nvPr>
        </p:nvSpPr>
        <p:spPr>
          <a:xfrm>
            <a:off x="3850530" y="9376955"/>
            <a:ext cx="2946058" cy="495708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31E5F639-59E9-4B64-B87F-8C8C943E34B0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698636267"/>
      </p:ext>
    </p:extLst>
  </p:cSld>
  <p:clrMap bg1="lt1" tx1="dk1" bg2="lt2" tx2="dk2" accent1="accent1" accent2="accent2" accent3="accent3" accent4="accent4" accent5="accent5" accent6="accent6" hlink="hlink" folHlink="folHlink"/>
</p:handoutMaster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머리글 개체 틀 1"/>
          <p:cNvSpPr>
            <a:spLocks noGrp="1"/>
          </p:cNvSpPr>
          <p:nvPr>
            <p:ph type="hdr" sz="quarter"/>
          </p:nvPr>
        </p:nvSpPr>
        <p:spPr>
          <a:xfrm>
            <a:off x="0" y="2"/>
            <a:ext cx="2946058" cy="495709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ko-KR" altLang="en-US"/>
          </a:p>
        </p:txBody>
      </p:sp>
      <p:sp>
        <p:nvSpPr>
          <p:cNvPr id="3" name="날짜 개체 틀 2"/>
          <p:cNvSpPr>
            <a:spLocks noGrp="1"/>
          </p:cNvSpPr>
          <p:nvPr>
            <p:ph type="dt" idx="1"/>
          </p:nvPr>
        </p:nvSpPr>
        <p:spPr>
          <a:xfrm>
            <a:off x="3850530" y="2"/>
            <a:ext cx="2946058" cy="495709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C300FC40-E8E8-4274-A32B-67D049C7787A}" type="datetimeFigureOut">
              <a:rPr lang="ko-KR" altLang="en-US" smtClean="0"/>
              <a:t>2026-08-28</a:t>
            </a:fld>
            <a:endParaRPr lang="ko-KR" altLang="en-US"/>
          </a:p>
        </p:txBody>
      </p:sp>
      <p:sp>
        <p:nvSpPr>
          <p:cNvPr id="4" name="슬라이드 이미지 개체 틀 3"/>
          <p:cNvSpPr>
            <a:spLocks noGrp="1" noRot="1" noChangeAspect="1"/>
          </p:cNvSpPr>
          <p:nvPr>
            <p:ph type="sldImg" idx="2"/>
          </p:nvPr>
        </p:nvSpPr>
        <p:spPr>
          <a:xfrm>
            <a:off x="993775" y="1233488"/>
            <a:ext cx="4810125" cy="3330575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ko-KR" altLang="en-US"/>
          </a:p>
        </p:txBody>
      </p:sp>
      <p:sp>
        <p:nvSpPr>
          <p:cNvPr id="5" name="슬라이드 노트 개체 틀 4"/>
          <p:cNvSpPr>
            <a:spLocks noGrp="1"/>
          </p:cNvSpPr>
          <p:nvPr>
            <p:ph type="body" sz="quarter" idx="3"/>
          </p:nvPr>
        </p:nvSpPr>
        <p:spPr>
          <a:xfrm>
            <a:off x="679442" y="4751884"/>
            <a:ext cx="5438792" cy="3887275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ko-KR" altLang="en-US"/>
              <a:t>마스터 텍스트 스타일 편집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</a:p>
        </p:txBody>
      </p:sp>
      <p:sp>
        <p:nvSpPr>
          <p:cNvPr id="6" name="바닥글 개체 틀 5"/>
          <p:cNvSpPr>
            <a:spLocks noGrp="1"/>
          </p:cNvSpPr>
          <p:nvPr>
            <p:ph type="ftr" sz="quarter" idx="4"/>
          </p:nvPr>
        </p:nvSpPr>
        <p:spPr>
          <a:xfrm>
            <a:off x="0" y="9376955"/>
            <a:ext cx="2946058" cy="495708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ko-KR" altLang="en-US"/>
          </a:p>
        </p:txBody>
      </p:sp>
      <p:sp>
        <p:nvSpPr>
          <p:cNvPr id="7" name="슬라이드 번호 개체 틀 6"/>
          <p:cNvSpPr>
            <a:spLocks noGrp="1"/>
          </p:cNvSpPr>
          <p:nvPr>
            <p:ph type="sldNum" sz="quarter" idx="5"/>
          </p:nvPr>
        </p:nvSpPr>
        <p:spPr>
          <a:xfrm>
            <a:off x="3850530" y="9376955"/>
            <a:ext cx="2946058" cy="495708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69302222-9480-454D-AA47-108B6685E10B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4068842347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defTabSz="950976" latinLnBrk="1">
              <a:defRPr/>
            </a:pPr>
            <a:fld id="{3D023879-44A4-41D3-A74B-48C3E51180A7}" type="slidenum">
              <a:rPr lang="ko-KR" altLang="en-US">
                <a:solidFill>
                  <a:prstClr val="black"/>
                </a:solidFill>
                <a:latin typeface="맑은 고딕"/>
                <a:ea typeface="맑은 고딕" panose="020B0503020000020004" pitchFamily="50" charset="-127"/>
              </a:rPr>
              <a:pPr defTabSz="950976" latinLnBrk="1">
                <a:defRPr/>
              </a:pPr>
              <a:t>2</a:t>
            </a:fld>
            <a:endParaRPr lang="ko-KR" altLang="en-US" dirty="0">
              <a:solidFill>
                <a:prstClr val="black"/>
              </a:solidFill>
              <a:latin typeface="맑은 고딕"/>
              <a:ea typeface="맑은 고딕" panose="020B0503020000020004" pitchFamily="50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2186046380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B0323D3-04C6-567E-D5B9-79362D3D411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386" name="슬라이드 이미지 개체 틀 1">
            <a:extLst>
              <a:ext uri="{FF2B5EF4-FFF2-40B4-BE49-F238E27FC236}">
                <a16:creationId xmlns:a16="http://schemas.microsoft.com/office/drawing/2014/main" id="{3B067ACB-D183-C188-249F-2C4A12781519}"/>
              </a:ext>
            </a:extLst>
          </p:cNvPr>
          <p:cNvSpPr>
            <a:spLocks noGrp="1" noRot="1" noChangeAspect="1" noTextEdit="1"/>
          </p:cNvSpPr>
          <p:nvPr>
            <p:ph type="sldImg"/>
          </p:nvPr>
        </p:nvSpPr>
        <p:spPr bwMode="auto">
          <a:noFill/>
          <a:ln>
            <a:solidFill>
              <a:srgbClr val="000000"/>
            </a:solidFill>
            <a:miter lim="800000"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sp>
      <p:sp>
        <p:nvSpPr>
          <p:cNvPr id="16387" name="슬라이드 노트 개체 틀 2">
            <a:extLst>
              <a:ext uri="{FF2B5EF4-FFF2-40B4-BE49-F238E27FC236}">
                <a16:creationId xmlns:a16="http://schemas.microsoft.com/office/drawing/2014/main" id="{E7E5680B-84A8-7C87-2767-33A24B10EA3F}"/>
              </a:ext>
            </a:extLst>
          </p:cNvPr>
          <p:cNvSpPr>
            <a:spLocks noGrp="1"/>
          </p:cNvSpPr>
          <p:nvPr>
            <p:ph type="body" idx="1"/>
          </p:nvPr>
        </p:nvSpPr>
        <p:spPr bwMode="auto"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 numCol="1" anchor="t" anchorCtr="0" compatLnSpc="1">
            <a:prstTxWarp prst="textNoShape">
              <a:avLst/>
            </a:prstTxWarp>
          </a:bodyPr>
          <a:lstStyle/>
          <a:p>
            <a:pPr eaLnBrk="1" hangingPunct="1">
              <a:spcBef>
                <a:spcPct val="0"/>
              </a:spcBef>
            </a:pPr>
            <a:endParaRPr lang="ko-KR" altLang="en-US" dirty="0"/>
          </a:p>
        </p:txBody>
      </p:sp>
      <p:sp>
        <p:nvSpPr>
          <p:cNvPr id="16388" name="슬라이드 번호 개체 틀 3">
            <a:extLst>
              <a:ext uri="{FF2B5EF4-FFF2-40B4-BE49-F238E27FC236}">
                <a16:creationId xmlns:a16="http://schemas.microsoft.com/office/drawing/2014/main" id="{7F2D5E17-8554-5549-0F19-144868927420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 bwMode="auto"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1pPr>
            <a:lvl2pPr marL="739532" indent="-284436"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2pPr>
            <a:lvl3pPr marL="1137742" indent="-227548"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3pPr>
            <a:lvl4pPr marL="1594420" indent="-227548"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4pPr>
            <a:lvl5pPr marL="2049517" indent="-227548"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5pPr>
            <a:lvl6pPr marL="2504614" indent="-227548" defTabSz="455097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6pPr>
            <a:lvl7pPr marL="2959710" indent="-227548" defTabSz="455097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7pPr>
            <a:lvl8pPr marL="3414807" indent="-227548" defTabSz="455097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8pPr>
            <a:lvl9pPr marL="3869904" indent="-227548" defTabSz="455097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9pPr>
          </a:lstStyle>
          <a:p>
            <a:pPr latinLnBrk="1"/>
            <a:fld id="{6A22ADF7-9E90-4334-9172-BF3632A39207}" type="slidenum">
              <a:rPr lang="ko-KR" altLang="en-US" smtClean="0">
                <a:latin typeface="맑은 고딕" panose="020B0503020000020004" pitchFamily="50" charset="-127"/>
                <a:ea typeface="맑은 고딕" panose="020B0503020000020004" pitchFamily="50" charset="-127"/>
              </a:rPr>
              <a:pPr latinLnBrk="1"/>
              <a:t>5</a:t>
            </a:fld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1107622555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DD9779E-AC33-60A0-4B7E-7D42428135A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386" name="슬라이드 이미지 개체 틀 1">
            <a:extLst>
              <a:ext uri="{FF2B5EF4-FFF2-40B4-BE49-F238E27FC236}">
                <a16:creationId xmlns:a16="http://schemas.microsoft.com/office/drawing/2014/main" id="{DF62C4B9-3E90-D571-0B72-DE2D8D14F0A7}"/>
              </a:ext>
            </a:extLst>
          </p:cNvPr>
          <p:cNvSpPr>
            <a:spLocks noGrp="1" noRot="1" noChangeAspect="1" noTextEdit="1"/>
          </p:cNvSpPr>
          <p:nvPr>
            <p:ph type="sldImg"/>
          </p:nvPr>
        </p:nvSpPr>
        <p:spPr bwMode="auto">
          <a:noFill/>
          <a:ln>
            <a:solidFill>
              <a:srgbClr val="000000"/>
            </a:solidFill>
            <a:miter lim="800000"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sp>
      <p:sp>
        <p:nvSpPr>
          <p:cNvPr id="16387" name="슬라이드 노트 개체 틀 2">
            <a:extLst>
              <a:ext uri="{FF2B5EF4-FFF2-40B4-BE49-F238E27FC236}">
                <a16:creationId xmlns:a16="http://schemas.microsoft.com/office/drawing/2014/main" id="{C32E5165-B303-7B3C-02F4-5F5163549167}"/>
              </a:ext>
            </a:extLst>
          </p:cNvPr>
          <p:cNvSpPr>
            <a:spLocks noGrp="1"/>
          </p:cNvSpPr>
          <p:nvPr>
            <p:ph type="body" idx="1"/>
          </p:nvPr>
        </p:nvSpPr>
        <p:spPr bwMode="auto"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 numCol="1" anchor="t" anchorCtr="0" compatLnSpc="1">
            <a:prstTxWarp prst="textNoShape">
              <a:avLst/>
            </a:prstTxWarp>
          </a:bodyPr>
          <a:lstStyle/>
          <a:p>
            <a:pPr eaLnBrk="1" hangingPunct="1">
              <a:spcBef>
                <a:spcPct val="0"/>
              </a:spcBef>
            </a:pPr>
            <a:endParaRPr lang="ko-KR" altLang="en-US" dirty="0"/>
          </a:p>
        </p:txBody>
      </p:sp>
      <p:sp>
        <p:nvSpPr>
          <p:cNvPr id="16388" name="슬라이드 번호 개체 틀 3">
            <a:extLst>
              <a:ext uri="{FF2B5EF4-FFF2-40B4-BE49-F238E27FC236}">
                <a16:creationId xmlns:a16="http://schemas.microsoft.com/office/drawing/2014/main" id="{CFF8EC97-8239-E8A4-22F3-412231BB035E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 bwMode="auto"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1pPr>
            <a:lvl2pPr marL="739532" indent="-284436"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2pPr>
            <a:lvl3pPr marL="1137742" indent="-227548"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3pPr>
            <a:lvl4pPr marL="1594420" indent="-227548"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4pPr>
            <a:lvl5pPr marL="2049517" indent="-227548"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5pPr>
            <a:lvl6pPr marL="2504614" indent="-227548" defTabSz="455097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6pPr>
            <a:lvl7pPr marL="2959710" indent="-227548" defTabSz="455097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7pPr>
            <a:lvl8pPr marL="3414807" indent="-227548" defTabSz="455097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8pPr>
            <a:lvl9pPr marL="3869904" indent="-227548" defTabSz="455097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9pPr>
          </a:lstStyle>
          <a:p>
            <a:pPr latinLnBrk="1"/>
            <a:fld id="{6A22ADF7-9E90-4334-9172-BF3632A39207}" type="slidenum">
              <a:rPr lang="ko-KR" altLang="en-US" smtClean="0">
                <a:latin typeface="맑은 고딕" panose="020B0503020000020004" pitchFamily="50" charset="-127"/>
                <a:ea typeface="맑은 고딕" panose="020B0503020000020004" pitchFamily="50" charset="-127"/>
              </a:rPr>
              <a:pPr latinLnBrk="1"/>
              <a:t>6</a:t>
            </a:fld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7509402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584A272-5B7D-4E7D-3BA0-BA7424CBA1D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386" name="슬라이드 이미지 개체 틀 1">
            <a:extLst>
              <a:ext uri="{FF2B5EF4-FFF2-40B4-BE49-F238E27FC236}">
                <a16:creationId xmlns:a16="http://schemas.microsoft.com/office/drawing/2014/main" id="{F6FA8FBE-539F-7771-E61A-38EBFEFA60CB}"/>
              </a:ext>
            </a:extLst>
          </p:cNvPr>
          <p:cNvSpPr>
            <a:spLocks noGrp="1" noRot="1" noChangeAspect="1" noTextEdit="1"/>
          </p:cNvSpPr>
          <p:nvPr>
            <p:ph type="sldImg"/>
          </p:nvPr>
        </p:nvSpPr>
        <p:spPr bwMode="auto">
          <a:noFill/>
          <a:ln>
            <a:solidFill>
              <a:srgbClr val="000000"/>
            </a:solidFill>
            <a:miter lim="800000"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sp>
      <p:sp>
        <p:nvSpPr>
          <p:cNvPr id="16387" name="슬라이드 노트 개체 틀 2">
            <a:extLst>
              <a:ext uri="{FF2B5EF4-FFF2-40B4-BE49-F238E27FC236}">
                <a16:creationId xmlns:a16="http://schemas.microsoft.com/office/drawing/2014/main" id="{81E9217C-DEEE-32AE-0706-A3D4172CCEE5}"/>
              </a:ext>
            </a:extLst>
          </p:cNvPr>
          <p:cNvSpPr>
            <a:spLocks noGrp="1"/>
          </p:cNvSpPr>
          <p:nvPr>
            <p:ph type="body" idx="1"/>
          </p:nvPr>
        </p:nvSpPr>
        <p:spPr bwMode="auto"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 numCol="1" anchor="t" anchorCtr="0" compatLnSpc="1">
            <a:prstTxWarp prst="textNoShape">
              <a:avLst/>
            </a:prstTxWarp>
          </a:bodyPr>
          <a:lstStyle/>
          <a:p>
            <a:pPr eaLnBrk="1" hangingPunct="1">
              <a:spcBef>
                <a:spcPct val="0"/>
              </a:spcBef>
            </a:pPr>
            <a:endParaRPr lang="ko-KR" altLang="en-US" dirty="0"/>
          </a:p>
        </p:txBody>
      </p:sp>
      <p:sp>
        <p:nvSpPr>
          <p:cNvPr id="16388" name="슬라이드 번호 개체 틀 3">
            <a:extLst>
              <a:ext uri="{FF2B5EF4-FFF2-40B4-BE49-F238E27FC236}">
                <a16:creationId xmlns:a16="http://schemas.microsoft.com/office/drawing/2014/main" id="{4D9DCA3B-4710-090F-E334-2FAE9B93A80D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 bwMode="auto"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1pPr>
            <a:lvl2pPr marL="739532" indent="-284436"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2pPr>
            <a:lvl3pPr marL="1137742" indent="-227548"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3pPr>
            <a:lvl4pPr marL="1594420" indent="-227548"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4pPr>
            <a:lvl5pPr marL="2049517" indent="-227548"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5pPr>
            <a:lvl6pPr marL="2504614" indent="-227548" defTabSz="455097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6pPr>
            <a:lvl7pPr marL="2959710" indent="-227548" defTabSz="455097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7pPr>
            <a:lvl8pPr marL="3414807" indent="-227548" defTabSz="455097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8pPr>
            <a:lvl9pPr marL="3869904" indent="-227548" defTabSz="455097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9pPr>
          </a:lstStyle>
          <a:p>
            <a:pPr latinLnBrk="1"/>
            <a:fld id="{6A22ADF7-9E90-4334-9172-BF3632A39207}" type="slidenum">
              <a:rPr lang="ko-KR" altLang="en-US" smtClean="0">
                <a:latin typeface="맑은 고딕" panose="020B0503020000020004" pitchFamily="50" charset="-127"/>
                <a:ea typeface="맑은 고딕" panose="020B0503020000020004" pitchFamily="50" charset="-127"/>
              </a:rPr>
              <a:pPr latinLnBrk="1"/>
              <a:t>7</a:t>
            </a:fld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614512657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B8EBDDA-6D15-6423-EDE5-542361397DF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386" name="슬라이드 이미지 개체 틀 1">
            <a:extLst>
              <a:ext uri="{FF2B5EF4-FFF2-40B4-BE49-F238E27FC236}">
                <a16:creationId xmlns:a16="http://schemas.microsoft.com/office/drawing/2014/main" id="{8DF98D32-7595-AEFA-9FDA-FD4A3C70E485}"/>
              </a:ext>
            </a:extLst>
          </p:cNvPr>
          <p:cNvSpPr>
            <a:spLocks noGrp="1" noRot="1" noChangeAspect="1" noTextEdit="1"/>
          </p:cNvSpPr>
          <p:nvPr>
            <p:ph type="sldImg"/>
          </p:nvPr>
        </p:nvSpPr>
        <p:spPr bwMode="auto">
          <a:noFill/>
          <a:ln>
            <a:solidFill>
              <a:srgbClr val="000000"/>
            </a:solidFill>
            <a:miter lim="800000"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sp>
      <p:sp>
        <p:nvSpPr>
          <p:cNvPr id="16387" name="슬라이드 노트 개체 틀 2">
            <a:extLst>
              <a:ext uri="{FF2B5EF4-FFF2-40B4-BE49-F238E27FC236}">
                <a16:creationId xmlns:a16="http://schemas.microsoft.com/office/drawing/2014/main" id="{89EB638F-664B-350B-DAE8-B9E239D225B2}"/>
              </a:ext>
            </a:extLst>
          </p:cNvPr>
          <p:cNvSpPr>
            <a:spLocks noGrp="1"/>
          </p:cNvSpPr>
          <p:nvPr>
            <p:ph type="body" idx="1"/>
          </p:nvPr>
        </p:nvSpPr>
        <p:spPr bwMode="auto"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 numCol="1" anchor="t" anchorCtr="0" compatLnSpc="1">
            <a:prstTxWarp prst="textNoShape">
              <a:avLst/>
            </a:prstTxWarp>
          </a:bodyPr>
          <a:lstStyle/>
          <a:p>
            <a:pPr eaLnBrk="1" hangingPunct="1">
              <a:spcBef>
                <a:spcPct val="0"/>
              </a:spcBef>
            </a:pPr>
            <a:endParaRPr lang="ko-KR" altLang="en-US" dirty="0"/>
          </a:p>
        </p:txBody>
      </p:sp>
      <p:sp>
        <p:nvSpPr>
          <p:cNvPr id="16388" name="슬라이드 번호 개체 틀 3">
            <a:extLst>
              <a:ext uri="{FF2B5EF4-FFF2-40B4-BE49-F238E27FC236}">
                <a16:creationId xmlns:a16="http://schemas.microsoft.com/office/drawing/2014/main" id="{FAEF88D3-BB36-F06A-65E8-0D1E8B05879A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 bwMode="auto"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1pPr>
            <a:lvl2pPr marL="739532" indent="-284436"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2pPr>
            <a:lvl3pPr marL="1137742" indent="-227548"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3pPr>
            <a:lvl4pPr marL="1594420" indent="-227548"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4pPr>
            <a:lvl5pPr marL="2049517" indent="-227548"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5pPr>
            <a:lvl6pPr marL="2504614" indent="-227548" defTabSz="455097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6pPr>
            <a:lvl7pPr marL="2959710" indent="-227548" defTabSz="455097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7pPr>
            <a:lvl8pPr marL="3414807" indent="-227548" defTabSz="455097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8pPr>
            <a:lvl9pPr marL="3869904" indent="-227548" defTabSz="455097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9pPr>
          </a:lstStyle>
          <a:p>
            <a:pPr latinLnBrk="1"/>
            <a:fld id="{6A22ADF7-9E90-4334-9172-BF3632A39207}" type="slidenum">
              <a:rPr lang="ko-KR" altLang="en-US" smtClean="0">
                <a:latin typeface="맑은 고딕" panose="020B0503020000020004" pitchFamily="50" charset="-127"/>
                <a:ea typeface="맑은 고딕" panose="020B0503020000020004" pitchFamily="50" charset="-127"/>
              </a:rPr>
              <a:pPr latinLnBrk="1"/>
              <a:t>8</a:t>
            </a:fld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3465517636"/>
      </p:ext>
    </p:extLst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Relationship Id="rId3" Type="http://schemas.openxmlformats.org/officeDocument/2006/relationships/image" Target="../media/image2.jpeg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Relationship Id="rId3" Type="http://schemas.openxmlformats.org/officeDocument/2006/relationships/image" Target="../media/image2.jpeg"/><Relationship Id="rId4" Type="http://schemas.openxmlformats.org/officeDocument/2006/relationships/image" Target="../media/image3.png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Relationship Id="rId3" Type="http://schemas.openxmlformats.org/officeDocument/2006/relationships/image" Target="../media/image2.jpeg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jpeg"/><Relationship Id="rId3" Type="http://schemas.openxmlformats.org/officeDocument/2006/relationships/image" Target="../media/image1.png"/><Relationship Id="rId4" Type="http://schemas.openxmlformats.org/officeDocument/2006/relationships/image" Target="../media/image3.png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3.png"/><Relationship Id="rId3" Type="http://schemas.openxmlformats.org/officeDocument/2006/relationships/image" Target="../media/image1.png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Relationship Id="rId3" Type="http://schemas.openxmlformats.org/officeDocument/2006/relationships/image" Target="../media/image4.jpeg"/></Relationships>
</file>

<file path=ppt/slideLayouts/_rels/slideLayout1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1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표지_Type A-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텍스트 개체 틀 30"/>
          <p:cNvSpPr>
            <a:spLocks noGrp="1"/>
          </p:cNvSpPr>
          <p:nvPr>
            <p:ph type="body" sz="quarter" idx="10" hasCustomPrompt="1"/>
          </p:nvPr>
        </p:nvSpPr>
        <p:spPr>
          <a:xfrm>
            <a:off x="631825" y="194071"/>
            <a:ext cx="5040000" cy="110800"/>
          </a:xfrm>
          <a:prstGeom prst="rect">
            <a:avLst/>
          </a:prstGeom>
        </p:spPr>
        <p:txBody>
          <a:bodyPr lIns="0" tIns="0" rIns="0" bIns="0" anchor="ctr" anchorCtr="0">
            <a:spAutoFit/>
          </a:bodyPr>
          <a:lstStyle>
            <a:lvl1pPr marL="0" indent="0">
              <a:buNone/>
              <a:defRPr sz="800">
                <a:solidFill>
                  <a:schemeClr val="tx1"/>
                </a:solidFill>
                <a:latin typeface="KoPub돋움체_Pro Medium" pitchFamily="18" charset="-127"/>
                <a:ea typeface="KoPub돋움체_Pro Medium" pitchFamily="18" charset="-127"/>
              </a:defRPr>
            </a:lvl1pPr>
          </a:lstStyle>
          <a:p>
            <a:pPr lvl="0"/>
            <a:r>
              <a:rPr lang="ko-KR" altLang="en-US" dirty="0" err="1"/>
              <a:t>심의필</a:t>
            </a:r>
            <a:r>
              <a:rPr lang="ko-KR" altLang="en-US" dirty="0"/>
              <a:t> 번호 및 획득 날짜 기입</a:t>
            </a:r>
          </a:p>
        </p:txBody>
      </p:sp>
      <p:pic>
        <p:nvPicPr>
          <p:cNvPr id="10" name="그림 9"/>
          <p:cNvPicPr>
            <a:picLocks noChangeAspect="1"/>
          </p:cNvPicPr>
          <p:nvPr userDrawn="1"/>
        </p:nvPicPr>
        <p:blipFill>
          <a:blip r:embed="rId2"/>
          <a:srcRect/>
          <a:stretch/>
        </p:blipFill>
        <p:spPr>
          <a:xfrm>
            <a:off x="7548931" y="5655402"/>
            <a:ext cx="1975575" cy="789042"/>
          </a:xfrm>
          <a:prstGeom prst="rect">
            <a:avLst/>
          </a:prstGeom>
        </p:spPr>
      </p:pic>
      <p:sp>
        <p:nvSpPr>
          <p:cNvPr id="13" name="Slide Number Placeholder 5"/>
          <p:cNvSpPr txBox="1">
            <a:spLocks/>
          </p:cNvSpPr>
          <p:nvPr userDrawn="1"/>
        </p:nvSpPr>
        <p:spPr>
          <a:xfrm>
            <a:off x="631825" y="5926540"/>
            <a:ext cx="6768000" cy="443198"/>
          </a:xfrm>
          <a:prstGeom prst="rect">
            <a:avLst/>
          </a:prstGeom>
        </p:spPr>
        <p:txBody>
          <a:bodyPr vert="horz" lIns="0" tIns="0" rIns="0" bIns="0" rtlCol="0" anchor="t" anchorCtr="0">
            <a:spAutoFit/>
          </a:bodyPr>
          <a:lstStyle>
            <a:defPPr>
              <a:defRPr lang="en-US"/>
            </a:defPPr>
            <a:lvl1pPr marL="0" algn="l" defTabSz="457200" rtl="0" eaLnBrk="1" latinLnBrk="0" hangingPunct="1">
              <a:defRPr sz="700" b="0" i="0" kern="1200">
                <a:solidFill>
                  <a:srgbClr val="48535B"/>
                </a:solidFill>
                <a:latin typeface="Noto Sans"/>
                <a:ea typeface="KoPub돋움체_Pro Medium"/>
                <a:cs typeface="Noto San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l">
              <a:lnSpc>
                <a:spcPct val="120000"/>
              </a:lnSpc>
            </a:pPr>
            <a:r>
              <a:rPr lang="ko-KR" altLang="en-US" sz="800" b="0" i="0" dirty="0">
                <a:solidFill>
                  <a:schemeClr val="tx1"/>
                </a:solidFill>
                <a:latin typeface="KoPub돋움체_Pro Medium" panose="02020603020101020101" pitchFamily="18" charset="-127"/>
                <a:ea typeface="KoPub돋움체_Pro Medium" panose="02020603020101020101" pitchFamily="18" charset="-127"/>
                <a:cs typeface="KoPub돋움체_Pro Medium"/>
              </a:rPr>
              <a:t>본 자료는 </a:t>
            </a:r>
            <a:r>
              <a:rPr lang="ko-KR" altLang="en-US" sz="800" b="0" i="0" dirty="0" err="1">
                <a:solidFill>
                  <a:schemeClr val="tx1"/>
                </a:solidFill>
                <a:latin typeface="KoPub돋움체_Pro Medium" panose="02020603020101020101" pitchFamily="18" charset="-127"/>
                <a:ea typeface="KoPub돋움체_Pro Medium" panose="02020603020101020101" pitchFamily="18" charset="-127"/>
                <a:cs typeface="KoPub돋움체_Pro Medium"/>
              </a:rPr>
              <a:t>미래에셋자산운용이</a:t>
            </a:r>
            <a:r>
              <a:rPr lang="ko-KR" altLang="en-US" sz="800" b="0" i="0" dirty="0">
                <a:solidFill>
                  <a:schemeClr val="tx1"/>
                </a:solidFill>
                <a:latin typeface="KoPub돋움체_Pro Medium" panose="02020603020101020101" pitchFamily="18" charset="-127"/>
                <a:ea typeface="KoPub돋움체_Pro Medium" panose="02020603020101020101" pitchFamily="18" charset="-127"/>
                <a:cs typeface="KoPub돋움체_Pro Medium"/>
              </a:rPr>
              <a:t> 제작한 것이며</a:t>
            </a:r>
            <a:r>
              <a:rPr lang="en-US" altLang="ko-KR" sz="800" b="0" i="0" dirty="0">
                <a:solidFill>
                  <a:schemeClr val="tx1"/>
                </a:solidFill>
                <a:latin typeface="KoPub돋움체_Pro Medium" panose="02020603020101020101" pitchFamily="18" charset="-127"/>
                <a:ea typeface="KoPub돋움체_Pro Medium" panose="02020603020101020101" pitchFamily="18" charset="-127"/>
                <a:cs typeface="KoPub돋움체_Pro Medium"/>
              </a:rPr>
              <a:t>, </a:t>
            </a:r>
            <a:r>
              <a:rPr lang="ko-KR" altLang="en-US" sz="800" b="0" i="0" dirty="0">
                <a:solidFill>
                  <a:schemeClr val="tx1"/>
                </a:solidFill>
                <a:latin typeface="KoPub돋움체_Pro Medium" panose="02020603020101020101" pitchFamily="18" charset="-127"/>
                <a:ea typeface="KoPub돋움체_Pro Medium" panose="02020603020101020101" pitchFamily="18" charset="-127"/>
                <a:cs typeface="KoPub돋움체_Pro Medium"/>
              </a:rPr>
              <a:t>투자권유를 위한 광고물로 활용될 수 없고</a:t>
            </a:r>
            <a:r>
              <a:rPr lang="en-US" altLang="ko-KR" sz="800" b="0" i="0" dirty="0">
                <a:solidFill>
                  <a:schemeClr val="tx1"/>
                </a:solidFill>
                <a:latin typeface="KoPub돋움체_Pro Medium" panose="02020603020101020101" pitchFamily="18" charset="-127"/>
                <a:ea typeface="KoPub돋움체_Pro Medium" panose="02020603020101020101" pitchFamily="18" charset="-127"/>
                <a:cs typeface="KoPub돋움체_Pro Medium"/>
              </a:rPr>
              <a:t>, </a:t>
            </a:r>
            <a:r>
              <a:rPr lang="ko-KR" altLang="en-US" sz="800" b="0" i="0" dirty="0">
                <a:solidFill>
                  <a:schemeClr val="tx1"/>
                </a:solidFill>
                <a:latin typeface="KoPub돋움체_Pro Medium" panose="02020603020101020101" pitchFamily="18" charset="-127"/>
                <a:ea typeface="KoPub돋움체_Pro Medium" panose="02020603020101020101" pitchFamily="18" charset="-127"/>
                <a:cs typeface="KoPub돋움체_Pro Medium"/>
              </a:rPr>
              <a:t>투자자에게 배포될 수 없습니다</a:t>
            </a:r>
            <a:r>
              <a:rPr lang="en-US" altLang="ko-KR" sz="800" b="0" i="0" dirty="0">
                <a:solidFill>
                  <a:schemeClr val="tx1"/>
                </a:solidFill>
                <a:latin typeface="KoPub돋움체_Pro Medium" panose="02020603020101020101" pitchFamily="18" charset="-127"/>
                <a:ea typeface="KoPub돋움체_Pro Medium" panose="02020603020101020101" pitchFamily="18" charset="-127"/>
                <a:cs typeface="KoPub돋움체_Pro Medium"/>
              </a:rPr>
              <a:t>. </a:t>
            </a:r>
            <a:r>
              <a:rPr lang="ko-KR" altLang="en-US" sz="800" b="0" i="0" dirty="0">
                <a:solidFill>
                  <a:schemeClr val="tx1"/>
                </a:solidFill>
                <a:latin typeface="KoPub돋움체_Pro Medium" panose="02020603020101020101" pitchFamily="18" charset="-127"/>
                <a:ea typeface="KoPub돋움체_Pro Medium" panose="02020603020101020101" pitchFamily="18" charset="-127"/>
                <a:cs typeface="KoPub돋움체_Pro Medium"/>
              </a:rPr>
              <a:t>본 자료에 수록된 내용은 신뢰할만한 자료 </a:t>
            </a:r>
            <a:br>
              <a:rPr lang="en-US" altLang="ko-KR" sz="800" b="0" i="0" dirty="0">
                <a:solidFill>
                  <a:schemeClr val="tx1"/>
                </a:solidFill>
                <a:latin typeface="KoPub돋움체_Pro Medium" panose="02020603020101020101" pitchFamily="18" charset="-127"/>
                <a:ea typeface="KoPub돋움체_Pro Medium" panose="02020603020101020101" pitchFamily="18" charset="-127"/>
                <a:cs typeface="KoPub돋움체_Pro Medium"/>
              </a:rPr>
            </a:br>
            <a:r>
              <a:rPr lang="ko-KR" altLang="en-US" sz="800" b="0" i="0" dirty="0">
                <a:solidFill>
                  <a:schemeClr val="tx1"/>
                </a:solidFill>
                <a:latin typeface="KoPub돋움체_Pro Medium" panose="02020603020101020101" pitchFamily="18" charset="-127"/>
                <a:ea typeface="KoPub돋움체_Pro Medium" panose="02020603020101020101" pitchFamily="18" charset="-127"/>
                <a:cs typeface="KoPub돋움체_Pro Medium"/>
              </a:rPr>
              <a:t>및 정보로부터 얻어진 것이나 당사는 그 정확성이나 안정성을 보장할 수 없습니다</a:t>
            </a:r>
            <a:r>
              <a:rPr lang="en-US" altLang="ko-KR" sz="800" b="0" i="0" dirty="0">
                <a:solidFill>
                  <a:schemeClr val="tx1"/>
                </a:solidFill>
                <a:latin typeface="KoPub돋움체_Pro Medium" panose="02020603020101020101" pitchFamily="18" charset="-127"/>
                <a:ea typeface="KoPub돋움체_Pro Medium" panose="02020603020101020101" pitchFamily="18" charset="-127"/>
                <a:cs typeface="KoPub돋움체_Pro Medium"/>
              </a:rPr>
              <a:t>. </a:t>
            </a:r>
            <a:r>
              <a:rPr lang="ko-KR" altLang="en-US" sz="800" b="0" i="0" dirty="0">
                <a:solidFill>
                  <a:schemeClr val="tx1"/>
                </a:solidFill>
                <a:latin typeface="KoPub돋움체_Pro Medium" panose="02020603020101020101" pitchFamily="18" charset="-127"/>
                <a:ea typeface="KoPub돋움체_Pro Medium" panose="02020603020101020101" pitchFamily="18" charset="-127"/>
                <a:cs typeface="KoPub돋움체_Pro Medium"/>
              </a:rPr>
              <a:t>따라서 어떠한 경우에도 본 자료는 고객의 투자 결과에 대한 법적 책임소재에 대한 증빙자료로 사용될 수 없습니다</a:t>
            </a:r>
            <a:r>
              <a:rPr lang="en-US" altLang="ko-KR" sz="800" b="0" i="0" dirty="0">
                <a:solidFill>
                  <a:schemeClr val="tx1"/>
                </a:solidFill>
                <a:latin typeface="KoPub돋움체_Pro Medium" panose="02020603020101020101" pitchFamily="18" charset="-127"/>
                <a:ea typeface="KoPub돋움체_Pro Medium" panose="02020603020101020101" pitchFamily="18" charset="-127"/>
                <a:cs typeface="KoPub돋움체_Pro Medium"/>
              </a:rPr>
              <a:t>.</a:t>
            </a:r>
          </a:p>
        </p:txBody>
      </p:sp>
      <p:sp>
        <p:nvSpPr>
          <p:cNvPr id="12" name="직사각형 11"/>
          <p:cNvSpPr/>
          <p:nvPr userDrawn="1"/>
        </p:nvSpPr>
        <p:spPr>
          <a:xfrm>
            <a:off x="-1" y="838799"/>
            <a:ext cx="6408000" cy="4140000"/>
          </a:xfrm>
          <a:prstGeom prst="rect">
            <a:avLst/>
          </a:prstGeom>
          <a:solidFill>
            <a:schemeClr val="accent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ko-KR" altLang="en-US" sz="1800">
              <a:solidFill>
                <a:srgbClr val="F58220"/>
              </a:solidFill>
            </a:endParaRPr>
          </a:p>
        </p:txBody>
      </p:sp>
      <p:sp>
        <p:nvSpPr>
          <p:cNvPr id="14" name="Title 1"/>
          <p:cNvSpPr>
            <a:spLocks noGrp="1"/>
          </p:cNvSpPr>
          <p:nvPr>
            <p:ph type="ctrTitle" hasCustomPrompt="1"/>
          </p:nvPr>
        </p:nvSpPr>
        <p:spPr>
          <a:xfrm>
            <a:off x="631825" y="1264981"/>
            <a:ext cx="5220000" cy="984885"/>
          </a:xfrm>
          <a:prstGeom prst="rect">
            <a:avLst/>
          </a:prstGeom>
        </p:spPr>
        <p:txBody>
          <a:bodyPr wrap="square" lIns="0" tIns="0" rIns="0" bIns="0" anchor="t" anchorCtr="0">
            <a:spAutoFit/>
          </a:bodyPr>
          <a:lstStyle>
            <a:lvl1pPr algn="l">
              <a:lnSpc>
                <a:spcPct val="100000"/>
              </a:lnSpc>
              <a:defRPr sz="3200" baseline="0">
                <a:solidFill>
                  <a:schemeClr val="tx1"/>
                </a:solidFill>
                <a:latin typeface="KoPub돋움체_Pro Bold" panose="02020603020101020101" pitchFamily="18" charset="-127"/>
                <a:ea typeface="KoPub돋움체_Pro Bold" panose="02020603020101020101" pitchFamily="18" charset="-127"/>
                <a:cs typeface="KoPub돋움체_Pro Bold" panose="02020603020101020101" pitchFamily="18" charset="-127"/>
              </a:defRPr>
            </a:lvl1pPr>
          </a:lstStyle>
          <a:p>
            <a:r>
              <a:rPr lang="ko-KR" altLang="en-US" dirty="0"/>
              <a:t>제목을</a:t>
            </a:r>
            <a:r>
              <a:rPr lang="en-US" altLang="ko-KR" dirty="0"/>
              <a:t> </a:t>
            </a:r>
            <a:r>
              <a:rPr lang="ko-KR" altLang="en-US" dirty="0"/>
              <a:t>입력하십시오</a:t>
            </a:r>
            <a:br>
              <a:rPr lang="en-US" altLang="ko-KR" dirty="0"/>
            </a:br>
            <a:r>
              <a:rPr lang="en-US" altLang="ko-KR" dirty="0"/>
              <a:t>(1~3</a:t>
            </a:r>
            <a:r>
              <a:rPr lang="ko-KR" altLang="en-US" dirty="0"/>
              <a:t>줄</a:t>
            </a:r>
            <a:r>
              <a:rPr lang="en-US" altLang="ko-KR" dirty="0"/>
              <a:t>)</a:t>
            </a:r>
            <a:endParaRPr lang="en-US" dirty="0"/>
          </a:p>
        </p:txBody>
      </p:sp>
      <p:sp>
        <p:nvSpPr>
          <p:cNvPr id="17" name="Text Placeholder 8"/>
          <p:cNvSpPr>
            <a:spLocks noGrp="1"/>
          </p:cNvSpPr>
          <p:nvPr>
            <p:ph type="body" sz="quarter" idx="14" hasCustomPrompt="1"/>
          </p:nvPr>
        </p:nvSpPr>
        <p:spPr>
          <a:xfrm>
            <a:off x="631825" y="2874353"/>
            <a:ext cx="5220000" cy="372410"/>
          </a:xfrm>
          <a:prstGeom prst="rect">
            <a:avLst/>
          </a:prstGeom>
        </p:spPr>
        <p:txBody>
          <a:bodyPr vert="horz" lIns="0" tIns="0" rIns="0" bIns="0" anchor="t" anchorCtr="0">
            <a:spAutoFit/>
          </a:bodyPr>
          <a:lstStyle>
            <a:lvl1pPr marL="0" marR="0" indent="0" algn="l" defTabSz="457109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/>
              <a:buNone/>
              <a:tabLst/>
              <a:defRPr sz="1100">
                <a:solidFill>
                  <a:schemeClr val="tx1"/>
                </a:solidFill>
                <a:latin typeface="KoPub돋움체_Pro Medium" panose="02020603020101020101" pitchFamily="18" charset="-127"/>
                <a:ea typeface="KoPub돋움체_Pro Medium" panose="02020603020101020101" pitchFamily="18" charset="-127"/>
                <a:cs typeface="KoPub돋움체_Pro Medium" panose="02020603020101020101" pitchFamily="18" charset="-127"/>
              </a:defRPr>
            </a:lvl1pPr>
          </a:lstStyle>
          <a:p>
            <a:pPr marL="0" marR="0" lvl="0" indent="0" algn="l" defTabSz="457109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/>
              <a:buNone/>
              <a:tabLst/>
              <a:defRPr/>
            </a:pPr>
            <a:r>
              <a:rPr lang="ko-KR" altLang="en-US" dirty="0"/>
              <a:t>텍스트를 입력하십시오 </a:t>
            </a:r>
            <a:r>
              <a:rPr lang="en-US" altLang="ko-KR" dirty="0"/>
              <a:t>(1~3</a:t>
            </a:r>
            <a:r>
              <a:rPr lang="ko-KR" altLang="en-US" dirty="0"/>
              <a:t>줄</a:t>
            </a:r>
            <a:r>
              <a:rPr lang="en-US" altLang="ko-KR" dirty="0"/>
              <a:t>)</a:t>
            </a:r>
          </a:p>
          <a:p>
            <a:pPr marL="0" marR="0" lvl="0" indent="0" algn="l" defTabSz="457109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/>
              <a:buNone/>
              <a:tabLst/>
              <a:defRPr/>
            </a:pPr>
            <a:r>
              <a:rPr lang="ko-KR" altLang="en-US" dirty="0"/>
              <a:t>텍스트를 입력하십시오 </a:t>
            </a:r>
            <a:r>
              <a:rPr lang="en-US" altLang="ko-KR" dirty="0"/>
              <a:t>(1~3</a:t>
            </a:r>
            <a:r>
              <a:rPr lang="ko-KR" altLang="en-US" dirty="0"/>
              <a:t>줄</a:t>
            </a:r>
            <a:r>
              <a:rPr lang="en-US" altLang="ko-KR" dirty="0"/>
              <a:t>)</a:t>
            </a:r>
            <a:endParaRPr lang="ko-KR" altLang="en-US" dirty="0"/>
          </a:p>
        </p:txBody>
      </p:sp>
      <p:sp>
        <p:nvSpPr>
          <p:cNvPr id="18" name="직사각형 17"/>
          <p:cNvSpPr/>
          <p:nvPr userDrawn="1"/>
        </p:nvSpPr>
        <p:spPr>
          <a:xfrm>
            <a:off x="6486000" y="4798799"/>
            <a:ext cx="3420000" cy="1800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cxnSp>
        <p:nvCxnSpPr>
          <p:cNvPr id="19" name="직선 연결선[R] 11"/>
          <p:cNvCxnSpPr/>
          <p:nvPr userDrawn="1"/>
        </p:nvCxnSpPr>
        <p:spPr>
          <a:xfrm>
            <a:off x="631942" y="3936742"/>
            <a:ext cx="733111" cy="0"/>
          </a:xfrm>
          <a:prstGeom prst="line">
            <a:avLst/>
          </a:prstGeom>
          <a:ln w="38100">
            <a:solidFill>
              <a:schemeClr val="tx1"/>
            </a:solidFill>
          </a:ln>
        </p:spPr>
        <p:style>
          <a:lnRef idx="1">
            <a:schemeClr val="accent6"/>
          </a:lnRef>
          <a:fillRef idx="0">
            <a:schemeClr val="accent6"/>
          </a:fillRef>
          <a:effectRef idx="0">
            <a:schemeClr val="accent6"/>
          </a:effectRef>
          <a:fontRef idx="minor">
            <a:schemeClr val="tx1"/>
          </a:fontRef>
        </p:style>
      </p:cxnSp>
      <p:pic>
        <p:nvPicPr>
          <p:cNvPr id="20" name="Picture 2" descr="C:\Users\magi.mkt.design\Desktop\MAC 공유\shutterstock_732185581.jpg"/>
          <p:cNvPicPr>
            <a:picLocks noChangeArrowheads="1"/>
          </p:cNvPicPr>
          <p:nvPr userDrawn="1"/>
        </p:nvPicPr>
        <p:blipFill rotWithShape="1"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46621" t="961" r="13951" b="18407"/>
          <a:stretch/>
        </p:blipFill>
        <p:spPr bwMode="auto">
          <a:xfrm>
            <a:off x="6486000" y="838799"/>
            <a:ext cx="3420000" cy="39600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21" name="Text Placeholder 8"/>
          <p:cNvSpPr>
            <a:spLocks noGrp="1"/>
          </p:cNvSpPr>
          <p:nvPr>
            <p:ph type="body" sz="quarter" idx="13" hasCustomPrompt="1"/>
          </p:nvPr>
        </p:nvSpPr>
        <p:spPr>
          <a:xfrm>
            <a:off x="631825" y="4214169"/>
            <a:ext cx="4500000" cy="184666"/>
          </a:xfrm>
          <a:prstGeom prst="rect">
            <a:avLst/>
          </a:prstGeom>
        </p:spPr>
        <p:txBody>
          <a:bodyPr vert="horz" lIns="0" tIns="0" rIns="0" bIns="0" anchor="ctr" anchorCtr="0">
            <a:noAutofit/>
          </a:bodyPr>
          <a:lstStyle>
            <a:lvl1pPr marL="0" marR="0" indent="0" algn="l" defTabSz="457109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/>
              <a:buNone/>
              <a:tabLst/>
              <a:defRPr sz="1200">
                <a:solidFill>
                  <a:schemeClr val="tx1"/>
                </a:solidFill>
                <a:latin typeface="KoPub돋움체_Pro Bold" panose="02020603020101020101" pitchFamily="18" charset="-127"/>
                <a:ea typeface="KoPub돋움체_Pro Bold" panose="02020603020101020101" pitchFamily="18" charset="-127"/>
                <a:cs typeface="KoPub돋움체_Pro Bold" panose="02020603020101020101" pitchFamily="18" charset="-127"/>
              </a:defRPr>
            </a:lvl1pPr>
          </a:lstStyle>
          <a:p>
            <a:pPr marL="0" marR="0" lvl="0" indent="0" algn="l" defTabSz="457109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/>
              <a:buNone/>
              <a:tabLst/>
              <a:defRPr/>
            </a:pPr>
            <a:r>
              <a:rPr lang="ko-KR" altLang="en-US" dirty="0"/>
              <a:t>소속 </a:t>
            </a:r>
            <a:r>
              <a:rPr lang="en-US" altLang="ko-KR" dirty="0"/>
              <a:t>/</a:t>
            </a:r>
            <a:r>
              <a:rPr lang="ko-KR" altLang="en-US" dirty="0"/>
              <a:t> 이름</a:t>
            </a:r>
            <a:endParaRPr lang="en-US" dirty="0"/>
          </a:p>
        </p:txBody>
      </p:sp>
      <p:sp>
        <p:nvSpPr>
          <p:cNvPr id="22" name="Text Placeholder 8"/>
          <p:cNvSpPr>
            <a:spLocks noGrp="1"/>
          </p:cNvSpPr>
          <p:nvPr>
            <p:ph type="body" sz="quarter" idx="15" hasCustomPrompt="1"/>
          </p:nvPr>
        </p:nvSpPr>
        <p:spPr>
          <a:xfrm>
            <a:off x="631825" y="4474323"/>
            <a:ext cx="4500000" cy="184666"/>
          </a:xfrm>
          <a:prstGeom prst="rect">
            <a:avLst/>
          </a:prstGeom>
        </p:spPr>
        <p:txBody>
          <a:bodyPr vert="horz" lIns="0" tIns="0" rIns="0" bIns="0" anchor="ctr" anchorCtr="0">
            <a:noAutofit/>
          </a:bodyPr>
          <a:lstStyle>
            <a:lvl1pPr marL="0" marR="0" indent="0" algn="l" defTabSz="457109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/>
              <a:buNone/>
              <a:tabLst/>
              <a:defRPr sz="1200">
                <a:solidFill>
                  <a:schemeClr val="tx1"/>
                </a:solidFill>
                <a:latin typeface="KoPub돋움체_Pro Bold" panose="02020603020101020101" pitchFamily="18" charset="-127"/>
                <a:ea typeface="KoPub돋움체_Pro Bold" panose="02020603020101020101" pitchFamily="18" charset="-127"/>
                <a:cs typeface="KoPub돋움체_Pro Bold" panose="02020603020101020101" pitchFamily="18" charset="-127"/>
              </a:defRPr>
            </a:lvl1pPr>
          </a:lstStyle>
          <a:p>
            <a:pPr marL="0" marR="0" lvl="0" indent="0" algn="l" defTabSz="457109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/>
              <a:buNone/>
              <a:tabLst/>
              <a:defRPr/>
            </a:pPr>
            <a:r>
              <a:rPr lang="en-US" altLang="ko-KR" dirty="0"/>
              <a:t>YYYY.MM</a:t>
            </a:r>
          </a:p>
        </p:txBody>
      </p:sp>
    </p:spTree>
    <p:extLst>
      <p:ext uri="{BB962C8B-B14F-4D97-AF65-F5344CB8AC3E}">
        <p14:creationId xmlns:p14="http://schemas.microsoft.com/office/powerpoint/2010/main" val="979757920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3748">
          <p15:clr>
            <a:srgbClr val="FBAE40"/>
          </p15:clr>
        </p15:guide>
      </p15:sldGuideLst>
    </p:ext>
  </p:extLst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표지_Type A-2_고객사 로고 추가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텍스트 개체 틀 30"/>
          <p:cNvSpPr>
            <a:spLocks noGrp="1"/>
          </p:cNvSpPr>
          <p:nvPr>
            <p:ph type="body" sz="quarter" idx="10" hasCustomPrompt="1"/>
          </p:nvPr>
        </p:nvSpPr>
        <p:spPr>
          <a:xfrm>
            <a:off x="631825" y="194071"/>
            <a:ext cx="5040000" cy="110800"/>
          </a:xfrm>
          <a:prstGeom prst="rect">
            <a:avLst/>
          </a:prstGeom>
        </p:spPr>
        <p:txBody>
          <a:bodyPr lIns="0" tIns="0" rIns="0" bIns="0" anchor="ctr" anchorCtr="0">
            <a:spAutoFit/>
          </a:bodyPr>
          <a:lstStyle>
            <a:lvl1pPr marL="0" indent="0">
              <a:buNone/>
              <a:defRPr sz="800">
                <a:solidFill>
                  <a:schemeClr val="tx1"/>
                </a:solidFill>
                <a:latin typeface="KoPub돋움체_Pro Medium" pitchFamily="18" charset="-127"/>
                <a:ea typeface="KoPub돋움체_Pro Medium" pitchFamily="18" charset="-127"/>
              </a:defRPr>
            </a:lvl1pPr>
          </a:lstStyle>
          <a:p>
            <a:pPr lvl="0"/>
            <a:r>
              <a:rPr lang="ko-KR" altLang="en-US" dirty="0" err="1"/>
              <a:t>심의필</a:t>
            </a:r>
            <a:r>
              <a:rPr lang="ko-KR" altLang="en-US" dirty="0"/>
              <a:t> 번호 및 획득 날짜 기입</a:t>
            </a:r>
          </a:p>
        </p:txBody>
      </p:sp>
      <p:pic>
        <p:nvPicPr>
          <p:cNvPr id="10" name="그림 9"/>
          <p:cNvPicPr>
            <a:picLocks noChangeAspect="1"/>
          </p:cNvPicPr>
          <p:nvPr userDrawn="1"/>
        </p:nvPicPr>
        <p:blipFill>
          <a:blip r:embed="rId2"/>
          <a:srcRect/>
          <a:stretch/>
        </p:blipFill>
        <p:spPr>
          <a:xfrm>
            <a:off x="7548931" y="5655402"/>
            <a:ext cx="1975575" cy="789042"/>
          </a:xfrm>
          <a:prstGeom prst="rect">
            <a:avLst/>
          </a:prstGeom>
        </p:spPr>
      </p:pic>
      <p:sp>
        <p:nvSpPr>
          <p:cNvPr id="12" name="직사각형 11"/>
          <p:cNvSpPr/>
          <p:nvPr userDrawn="1"/>
        </p:nvSpPr>
        <p:spPr>
          <a:xfrm>
            <a:off x="-1" y="838799"/>
            <a:ext cx="6408000" cy="4140000"/>
          </a:xfrm>
          <a:prstGeom prst="rect">
            <a:avLst/>
          </a:prstGeom>
          <a:solidFill>
            <a:schemeClr val="accent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ko-KR" altLang="en-US" sz="1800">
              <a:solidFill>
                <a:srgbClr val="F58220"/>
              </a:solidFill>
            </a:endParaRPr>
          </a:p>
        </p:txBody>
      </p:sp>
      <p:sp>
        <p:nvSpPr>
          <p:cNvPr id="14" name="Title 1"/>
          <p:cNvSpPr>
            <a:spLocks noGrp="1"/>
          </p:cNvSpPr>
          <p:nvPr>
            <p:ph type="ctrTitle" hasCustomPrompt="1"/>
          </p:nvPr>
        </p:nvSpPr>
        <p:spPr>
          <a:xfrm>
            <a:off x="631825" y="1264981"/>
            <a:ext cx="5220000" cy="984885"/>
          </a:xfrm>
          <a:prstGeom prst="rect">
            <a:avLst/>
          </a:prstGeom>
        </p:spPr>
        <p:txBody>
          <a:bodyPr wrap="square" lIns="0" tIns="0" rIns="0" bIns="0" anchor="t" anchorCtr="0">
            <a:spAutoFit/>
          </a:bodyPr>
          <a:lstStyle>
            <a:lvl1pPr algn="l">
              <a:lnSpc>
                <a:spcPct val="100000"/>
              </a:lnSpc>
              <a:defRPr sz="3200" baseline="0">
                <a:solidFill>
                  <a:schemeClr val="tx1"/>
                </a:solidFill>
                <a:latin typeface="KoPub돋움체_Pro Bold" panose="02020603020101020101" pitchFamily="18" charset="-127"/>
                <a:ea typeface="KoPub돋움체_Pro Bold" panose="02020603020101020101" pitchFamily="18" charset="-127"/>
                <a:cs typeface="KoPub돋움체_Pro Bold" panose="02020603020101020101" pitchFamily="18" charset="-127"/>
              </a:defRPr>
            </a:lvl1pPr>
          </a:lstStyle>
          <a:p>
            <a:r>
              <a:rPr lang="ko-KR" altLang="en-US" dirty="0"/>
              <a:t>제목을</a:t>
            </a:r>
            <a:r>
              <a:rPr lang="en-US" altLang="ko-KR" dirty="0"/>
              <a:t> </a:t>
            </a:r>
            <a:r>
              <a:rPr lang="ko-KR" altLang="en-US" dirty="0"/>
              <a:t>입력하십시오</a:t>
            </a:r>
            <a:br>
              <a:rPr lang="en-US" altLang="ko-KR" dirty="0"/>
            </a:br>
            <a:r>
              <a:rPr lang="en-US" altLang="ko-KR" dirty="0"/>
              <a:t>(1~3</a:t>
            </a:r>
            <a:r>
              <a:rPr lang="ko-KR" altLang="en-US" dirty="0"/>
              <a:t>줄</a:t>
            </a:r>
            <a:r>
              <a:rPr lang="en-US" altLang="ko-KR" dirty="0"/>
              <a:t>)</a:t>
            </a:r>
            <a:endParaRPr lang="en-US" dirty="0"/>
          </a:p>
        </p:txBody>
      </p:sp>
      <p:sp>
        <p:nvSpPr>
          <p:cNvPr id="17" name="Text Placeholder 8"/>
          <p:cNvSpPr>
            <a:spLocks noGrp="1"/>
          </p:cNvSpPr>
          <p:nvPr>
            <p:ph type="body" sz="quarter" idx="14" hasCustomPrompt="1"/>
          </p:nvPr>
        </p:nvSpPr>
        <p:spPr>
          <a:xfrm>
            <a:off x="631825" y="2874353"/>
            <a:ext cx="5220000" cy="372410"/>
          </a:xfrm>
          <a:prstGeom prst="rect">
            <a:avLst/>
          </a:prstGeom>
        </p:spPr>
        <p:txBody>
          <a:bodyPr vert="horz" lIns="0" tIns="0" rIns="0" bIns="0" anchor="t" anchorCtr="0">
            <a:spAutoFit/>
          </a:bodyPr>
          <a:lstStyle>
            <a:lvl1pPr marL="0" marR="0" indent="0" algn="l" defTabSz="457109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/>
              <a:buNone/>
              <a:tabLst/>
              <a:defRPr sz="1100">
                <a:solidFill>
                  <a:schemeClr val="tx1"/>
                </a:solidFill>
                <a:latin typeface="KoPub돋움체_Pro Medium" panose="02020603020101020101" pitchFamily="18" charset="-127"/>
                <a:ea typeface="KoPub돋움체_Pro Medium" panose="02020603020101020101" pitchFamily="18" charset="-127"/>
                <a:cs typeface="KoPub돋움체_Pro Medium" panose="02020603020101020101" pitchFamily="18" charset="-127"/>
              </a:defRPr>
            </a:lvl1pPr>
          </a:lstStyle>
          <a:p>
            <a:pPr marL="0" marR="0" lvl="0" indent="0" algn="l" defTabSz="457109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/>
              <a:buNone/>
              <a:tabLst/>
              <a:defRPr/>
            </a:pPr>
            <a:r>
              <a:rPr lang="ko-KR" altLang="en-US" dirty="0"/>
              <a:t>텍스트를 입력하십시오 </a:t>
            </a:r>
            <a:r>
              <a:rPr lang="en-US" altLang="ko-KR" dirty="0"/>
              <a:t>(1~3</a:t>
            </a:r>
            <a:r>
              <a:rPr lang="ko-KR" altLang="en-US" dirty="0"/>
              <a:t>줄</a:t>
            </a:r>
            <a:r>
              <a:rPr lang="en-US" altLang="ko-KR" dirty="0"/>
              <a:t>)</a:t>
            </a:r>
          </a:p>
          <a:p>
            <a:pPr marL="0" marR="0" lvl="0" indent="0" algn="l" defTabSz="457109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/>
              <a:buNone/>
              <a:tabLst/>
              <a:defRPr/>
            </a:pPr>
            <a:r>
              <a:rPr lang="ko-KR" altLang="en-US" dirty="0"/>
              <a:t>텍스트를 입력하십시오 </a:t>
            </a:r>
            <a:r>
              <a:rPr lang="en-US" altLang="ko-KR" dirty="0"/>
              <a:t>(1~3</a:t>
            </a:r>
            <a:r>
              <a:rPr lang="ko-KR" altLang="en-US" dirty="0"/>
              <a:t>줄</a:t>
            </a:r>
            <a:r>
              <a:rPr lang="en-US" altLang="ko-KR" dirty="0"/>
              <a:t>)</a:t>
            </a:r>
            <a:endParaRPr lang="ko-KR" altLang="en-US" dirty="0"/>
          </a:p>
        </p:txBody>
      </p:sp>
      <p:sp>
        <p:nvSpPr>
          <p:cNvPr id="18" name="직사각형 17"/>
          <p:cNvSpPr/>
          <p:nvPr userDrawn="1"/>
        </p:nvSpPr>
        <p:spPr>
          <a:xfrm>
            <a:off x="6486000" y="4798799"/>
            <a:ext cx="3420000" cy="1800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cxnSp>
        <p:nvCxnSpPr>
          <p:cNvPr id="19" name="직선 연결선[R] 11"/>
          <p:cNvCxnSpPr/>
          <p:nvPr userDrawn="1"/>
        </p:nvCxnSpPr>
        <p:spPr>
          <a:xfrm>
            <a:off x="631942" y="3936742"/>
            <a:ext cx="733111" cy="0"/>
          </a:xfrm>
          <a:prstGeom prst="line">
            <a:avLst/>
          </a:prstGeom>
          <a:ln w="38100">
            <a:solidFill>
              <a:schemeClr val="tx1"/>
            </a:solidFill>
          </a:ln>
        </p:spPr>
        <p:style>
          <a:lnRef idx="1">
            <a:schemeClr val="accent6"/>
          </a:lnRef>
          <a:fillRef idx="0">
            <a:schemeClr val="accent6"/>
          </a:fillRef>
          <a:effectRef idx="0">
            <a:schemeClr val="accent6"/>
          </a:effectRef>
          <a:fontRef idx="minor">
            <a:schemeClr val="tx1"/>
          </a:fontRef>
        </p:style>
      </p:cxnSp>
      <p:pic>
        <p:nvPicPr>
          <p:cNvPr id="20" name="Picture 2" descr="C:\Users\magi.mkt.design\Desktop\MAC 공유\shutterstock_732185581.jpg"/>
          <p:cNvPicPr>
            <a:picLocks noChangeArrowheads="1"/>
          </p:cNvPicPr>
          <p:nvPr userDrawn="1"/>
        </p:nvPicPr>
        <p:blipFill rotWithShape="1"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46621" t="961" r="13951" b="18407"/>
          <a:stretch/>
        </p:blipFill>
        <p:spPr bwMode="auto">
          <a:xfrm>
            <a:off x="6486000" y="838799"/>
            <a:ext cx="3420000" cy="39600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21" name="Text Placeholder 8"/>
          <p:cNvSpPr>
            <a:spLocks noGrp="1"/>
          </p:cNvSpPr>
          <p:nvPr>
            <p:ph type="body" sz="quarter" idx="13" hasCustomPrompt="1"/>
          </p:nvPr>
        </p:nvSpPr>
        <p:spPr>
          <a:xfrm>
            <a:off x="631825" y="4214169"/>
            <a:ext cx="4500000" cy="184666"/>
          </a:xfrm>
          <a:prstGeom prst="rect">
            <a:avLst/>
          </a:prstGeom>
        </p:spPr>
        <p:txBody>
          <a:bodyPr vert="horz" lIns="0" tIns="0" rIns="0" bIns="0" anchor="ctr" anchorCtr="0">
            <a:noAutofit/>
          </a:bodyPr>
          <a:lstStyle>
            <a:lvl1pPr marL="0" marR="0" indent="0" algn="l" defTabSz="457109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/>
              <a:buNone/>
              <a:tabLst/>
              <a:defRPr sz="1200">
                <a:solidFill>
                  <a:schemeClr val="tx1"/>
                </a:solidFill>
                <a:latin typeface="KoPub돋움체_Pro Bold" panose="02020603020101020101" pitchFamily="18" charset="-127"/>
                <a:ea typeface="KoPub돋움체_Pro Bold" panose="02020603020101020101" pitchFamily="18" charset="-127"/>
                <a:cs typeface="KoPub돋움체_Pro Bold" panose="02020603020101020101" pitchFamily="18" charset="-127"/>
              </a:defRPr>
            </a:lvl1pPr>
          </a:lstStyle>
          <a:p>
            <a:pPr marL="0" marR="0" lvl="0" indent="0" algn="l" defTabSz="457109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/>
              <a:buNone/>
              <a:tabLst/>
              <a:defRPr/>
            </a:pPr>
            <a:r>
              <a:rPr lang="ko-KR" altLang="en-US" dirty="0"/>
              <a:t>소속 </a:t>
            </a:r>
            <a:r>
              <a:rPr lang="en-US" altLang="ko-KR" dirty="0"/>
              <a:t>/</a:t>
            </a:r>
            <a:r>
              <a:rPr lang="ko-KR" altLang="en-US" dirty="0"/>
              <a:t> 이름</a:t>
            </a:r>
            <a:endParaRPr lang="en-US" dirty="0"/>
          </a:p>
        </p:txBody>
      </p:sp>
      <p:sp>
        <p:nvSpPr>
          <p:cNvPr id="22" name="Text Placeholder 8"/>
          <p:cNvSpPr>
            <a:spLocks noGrp="1"/>
          </p:cNvSpPr>
          <p:nvPr>
            <p:ph type="body" sz="quarter" idx="15" hasCustomPrompt="1"/>
          </p:nvPr>
        </p:nvSpPr>
        <p:spPr>
          <a:xfrm>
            <a:off x="631825" y="4474323"/>
            <a:ext cx="4500000" cy="184666"/>
          </a:xfrm>
          <a:prstGeom prst="rect">
            <a:avLst/>
          </a:prstGeom>
        </p:spPr>
        <p:txBody>
          <a:bodyPr vert="horz" lIns="0" tIns="0" rIns="0" bIns="0" anchor="ctr" anchorCtr="0">
            <a:noAutofit/>
          </a:bodyPr>
          <a:lstStyle>
            <a:lvl1pPr marL="0" marR="0" indent="0" algn="l" defTabSz="457109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/>
              <a:buNone/>
              <a:tabLst/>
              <a:defRPr sz="1200">
                <a:solidFill>
                  <a:schemeClr val="tx1"/>
                </a:solidFill>
                <a:latin typeface="KoPub돋움체_Pro Bold" panose="02020603020101020101" pitchFamily="18" charset="-127"/>
                <a:ea typeface="KoPub돋움체_Pro Bold" panose="02020603020101020101" pitchFamily="18" charset="-127"/>
                <a:cs typeface="KoPub돋움체_Pro Bold" panose="02020603020101020101" pitchFamily="18" charset="-127"/>
              </a:defRPr>
            </a:lvl1pPr>
          </a:lstStyle>
          <a:p>
            <a:pPr marL="0" marR="0" lvl="0" indent="0" algn="l" defTabSz="457109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/>
              <a:buNone/>
              <a:tabLst/>
              <a:defRPr/>
            </a:pPr>
            <a:r>
              <a:rPr lang="en-US" altLang="ko-KR" dirty="0"/>
              <a:t>YYYY.MM</a:t>
            </a:r>
          </a:p>
        </p:txBody>
      </p:sp>
      <p:pic>
        <p:nvPicPr>
          <p:cNvPr id="15" name="그림 14"/>
          <p:cNvPicPr>
            <a:picLocks noChangeAspect="1"/>
          </p:cNvPicPr>
          <p:nvPr userDrawn="1"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689409" y="5846822"/>
            <a:ext cx="1597168" cy="434578"/>
          </a:xfrm>
          <a:prstGeom prst="rect">
            <a:avLst/>
          </a:prstGeom>
        </p:spPr>
      </p:pic>
      <p:sp>
        <p:nvSpPr>
          <p:cNvPr id="23" name="Slide Number Placeholder 5"/>
          <p:cNvSpPr txBox="1">
            <a:spLocks/>
          </p:cNvSpPr>
          <p:nvPr userDrawn="1"/>
        </p:nvSpPr>
        <p:spPr>
          <a:xfrm>
            <a:off x="631824" y="5923719"/>
            <a:ext cx="4760063" cy="561436"/>
          </a:xfrm>
          <a:prstGeom prst="rect">
            <a:avLst/>
          </a:prstGeom>
        </p:spPr>
        <p:txBody>
          <a:bodyPr vert="horz" wrap="square" lIns="0" tIns="0" rIns="0" bIns="0" rtlCol="0" anchor="t" anchorCtr="0">
            <a:spAutoFit/>
          </a:bodyPr>
          <a:lstStyle>
            <a:defPPr>
              <a:defRPr lang="en-US"/>
            </a:defPPr>
            <a:lvl1pPr marL="0" algn="l" defTabSz="457200" rtl="0" eaLnBrk="1" latinLnBrk="0" hangingPunct="1">
              <a:defRPr sz="700" b="0" i="0" kern="1200">
                <a:solidFill>
                  <a:srgbClr val="48535B"/>
                </a:solidFill>
                <a:latin typeface="Noto Sans"/>
                <a:ea typeface="KoPub돋움체_Pro Medium"/>
                <a:cs typeface="Noto San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just">
              <a:lnSpc>
                <a:spcPct val="114000"/>
              </a:lnSpc>
            </a:pPr>
            <a:r>
              <a:rPr lang="ko-KR" altLang="en-US" sz="800" b="0" i="0" dirty="0">
                <a:solidFill>
                  <a:schemeClr val="tx1"/>
                </a:solidFill>
                <a:latin typeface="KoPub돋움체_Pro Medium" panose="02020603020101020101" pitchFamily="18" charset="-127"/>
                <a:ea typeface="KoPub돋움체_Pro Medium" panose="02020603020101020101" pitchFamily="18" charset="-127"/>
                <a:cs typeface="KoPub돋움체_Pro Medium"/>
              </a:rPr>
              <a:t>본 자료는 </a:t>
            </a:r>
            <a:r>
              <a:rPr lang="ko-KR" altLang="en-US" sz="800" b="0" i="0" dirty="0" err="1">
                <a:solidFill>
                  <a:schemeClr val="tx1"/>
                </a:solidFill>
                <a:latin typeface="KoPub돋움체_Pro Medium" panose="02020603020101020101" pitchFamily="18" charset="-127"/>
                <a:ea typeface="KoPub돋움체_Pro Medium" panose="02020603020101020101" pitchFamily="18" charset="-127"/>
                <a:cs typeface="KoPub돋움체_Pro Medium"/>
              </a:rPr>
              <a:t>미래에셋자산운용이</a:t>
            </a:r>
            <a:r>
              <a:rPr lang="ko-KR" altLang="en-US" sz="800" b="0" i="0" dirty="0">
                <a:solidFill>
                  <a:schemeClr val="tx1"/>
                </a:solidFill>
                <a:latin typeface="KoPub돋움체_Pro Medium" panose="02020603020101020101" pitchFamily="18" charset="-127"/>
                <a:ea typeface="KoPub돋움체_Pro Medium" panose="02020603020101020101" pitchFamily="18" charset="-127"/>
                <a:cs typeface="KoPub돋움체_Pro Medium"/>
              </a:rPr>
              <a:t> 제작한 것이며</a:t>
            </a:r>
            <a:r>
              <a:rPr lang="en-US" altLang="ko-KR" sz="800" b="0" i="0" dirty="0">
                <a:solidFill>
                  <a:schemeClr val="tx1"/>
                </a:solidFill>
                <a:latin typeface="KoPub돋움체_Pro Medium" panose="02020603020101020101" pitchFamily="18" charset="-127"/>
                <a:ea typeface="KoPub돋움체_Pro Medium" panose="02020603020101020101" pitchFamily="18" charset="-127"/>
                <a:cs typeface="KoPub돋움체_Pro Medium"/>
              </a:rPr>
              <a:t>, </a:t>
            </a:r>
            <a:r>
              <a:rPr lang="ko-KR" altLang="en-US" sz="800" b="0" i="0" dirty="0">
                <a:solidFill>
                  <a:schemeClr val="tx1"/>
                </a:solidFill>
                <a:latin typeface="KoPub돋움체_Pro Medium" panose="02020603020101020101" pitchFamily="18" charset="-127"/>
                <a:ea typeface="KoPub돋움체_Pro Medium" panose="02020603020101020101" pitchFamily="18" charset="-127"/>
                <a:cs typeface="KoPub돋움체_Pro Medium"/>
              </a:rPr>
              <a:t>투자권유를 위한 광고물로 활용될 수 없고</a:t>
            </a:r>
            <a:r>
              <a:rPr lang="en-US" altLang="ko-KR" sz="800" b="0" i="0" dirty="0">
                <a:solidFill>
                  <a:schemeClr val="tx1"/>
                </a:solidFill>
                <a:latin typeface="KoPub돋움체_Pro Medium" panose="02020603020101020101" pitchFamily="18" charset="-127"/>
                <a:ea typeface="KoPub돋움체_Pro Medium" panose="02020603020101020101" pitchFamily="18" charset="-127"/>
                <a:cs typeface="KoPub돋움체_Pro Medium"/>
              </a:rPr>
              <a:t>, </a:t>
            </a:r>
            <a:r>
              <a:rPr lang="ko-KR" altLang="en-US" sz="800" b="0" i="0" dirty="0">
                <a:solidFill>
                  <a:schemeClr val="tx1"/>
                </a:solidFill>
                <a:latin typeface="KoPub돋움체_Pro Medium" panose="02020603020101020101" pitchFamily="18" charset="-127"/>
                <a:ea typeface="KoPub돋움체_Pro Medium" panose="02020603020101020101" pitchFamily="18" charset="-127"/>
                <a:cs typeface="KoPub돋움체_Pro Medium"/>
              </a:rPr>
              <a:t>투자자에게 배포될 수 없습니다</a:t>
            </a:r>
            <a:r>
              <a:rPr lang="en-US" altLang="ko-KR" sz="800" b="0" i="0" dirty="0">
                <a:solidFill>
                  <a:schemeClr val="tx1"/>
                </a:solidFill>
                <a:latin typeface="KoPub돋움체_Pro Medium" panose="02020603020101020101" pitchFamily="18" charset="-127"/>
                <a:ea typeface="KoPub돋움체_Pro Medium" panose="02020603020101020101" pitchFamily="18" charset="-127"/>
                <a:cs typeface="KoPub돋움체_Pro Medium"/>
              </a:rPr>
              <a:t>.</a:t>
            </a:r>
            <a:r>
              <a:rPr lang="en-US" altLang="ko-KR" sz="800" b="0" i="0" baseline="0" dirty="0">
                <a:solidFill>
                  <a:schemeClr val="tx1"/>
                </a:solidFill>
                <a:latin typeface="KoPub돋움체_Pro Medium" panose="02020603020101020101" pitchFamily="18" charset="-127"/>
                <a:ea typeface="KoPub돋움체_Pro Medium" panose="02020603020101020101" pitchFamily="18" charset="-127"/>
                <a:cs typeface="KoPub돋움체_Pro Medium"/>
              </a:rPr>
              <a:t> </a:t>
            </a:r>
            <a:r>
              <a:rPr lang="ko-KR" altLang="en-US" sz="800" b="0" i="0" dirty="0">
                <a:solidFill>
                  <a:schemeClr val="tx1"/>
                </a:solidFill>
                <a:latin typeface="KoPub돋움체_Pro Medium" panose="02020603020101020101" pitchFamily="18" charset="-127"/>
                <a:ea typeface="KoPub돋움체_Pro Medium" panose="02020603020101020101" pitchFamily="18" charset="-127"/>
                <a:cs typeface="KoPub돋움체_Pro Medium"/>
              </a:rPr>
              <a:t>본 자료에 수록된 내용은 신뢰할만한 자료 및 정보로부터 얻어진 것이나 당사는 그 정확성이나 안정성을 보장할 수 없습니다</a:t>
            </a:r>
            <a:r>
              <a:rPr lang="en-US" altLang="ko-KR" sz="800" b="0" i="0" dirty="0">
                <a:solidFill>
                  <a:schemeClr val="tx1"/>
                </a:solidFill>
                <a:latin typeface="KoPub돋움체_Pro Medium" panose="02020603020101020101" pitchFamily="18" charset="-127"/>
                <a:ea typeface="KoPub돋움체_Pro Medium" panose="02020603020101020101" pitchFamily="18" charset="-127"/>
                <a:cs typeface="KoPub돋움체_Pro Medium"/>
              </a:rPr>
              <a:t>. </a:t>
            </a:r>
            <a:r>
              <a:rPr lang="ko-KR" altLang="en-US" sz="800" b="0" i="0" dirty="0">
                <a:solidFill>
                  <a:schemeClr val="tx1"/>
                </a:solidFill>
                <a:latin typeface="KoPub돋움체_Pro Medium" panose="02020603020101020101" pitchFamily="18" charset="-127"/>
                <a:ea typeface="KoPub돋움체_Pro Medium" panose="02020603020101020101" pitchFamily="18" charset="-127"/>
                <a:cs typeface="KoPub돋움체_Pro Medium"/>
              </a:rPr>
              <a:t>따라서 어떠한 경우에도 본 자료는 고객의 투자 결과에 대한 법적 책임소재에 대한 증빙자료로 사용될 수 없습니다</a:t>
            </a:r>
            <a:r>
              <a:rPr lang="en-US" altLang="ko-KR" sz="800" b="0" i="0" dirty="0">
                <a:solidFill>
                  <a:schemeClr val="tx1"/>
                </a:solidFill>
                <a:latin typeface="KoPub돋움체_Pro Medium" panose="02020603020101020101" pitchFamily="18" charset="-127"/>
                <a:ea typeface="KoPub돋움체_Pro Medium" panose="02020603020101020101" pitchFamily="18" charset="-127"/>
                <a:cs typeface="KoPub돋움체_Pro Medium"/>
              </a:rPr>
              <a:t>.</a:t>
            </a:r>
          </a:p>
        </p:txBody>
      </p:sp>
      <p:cxnSp>
        <p:nvCxnSpPr>
          <p:cNvPr id="24" name="직선 연결선 23"/>
          <p:cNvCxnSpPr/>
          <p:nvPr userDrawn="1"/>
        </p:nvCxnSpPr>
        <p:spPr>
          <a:xfrm>
            <a:off x="7443435" y="5949950"/>
            <a:ext cx="0" cy="437197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178722246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3748">
          <p15:clr>
            <a:srgbClr val="FBAE40"/>
          </p15:clr>
        </p15:guide>
      </p15:sldGuideLst>
    </p:ext>
  </p:extLst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표지_Type B-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텍스트 개체 틀 30"/>
          <p:cNvSpPr>
            <a:spLocks noGrp="1"/>
          </p:cNvSpPr>
          <p:nvPr>
            <p:ph type="body" sz="quarter" idx="10" hasCustomPrompt="1"/>
          </p:nvPr>
        </p:nvSpPr>
        <p:spPr>
          <a:xfrm>
            <a:off x="631825" y="194071"/>
            <a:ext cx="5040000" cy="110800"/>
          </a:xfrm>
          <a:prstGeom prst="rect">
            <a:avLst/>
          </a:prstGeom>
        </p:spPr>
        <p:txBody>
          <a:bodyPr lIns="0" tIns="0" rIns="0" bIns="0" anchor="ctr" anchorCtr="0">
            <a:spAutoFit/>
          </a:bodyPr>
          <a:lstStyle>
            <a:lvl1pPr marL="0" indent="0">
              <a:buNone/>
              <a:defRPr sz="800">
                <a:solidFill>
                  <a:schemeClr val="tx1"/>
                </a:solidFill>
                <a:latin typeface="KoPub돋움체_Pro Medium" pitchFamily="18" charset="-127"/>
                <a:ea typeface="KoPub돋움체_Pro Medium" pitchFamily="18" charset="-127"/>
              </a:defRPr>
            </a:lvl1pPr>
          </a:lstStyle>
          <a:p>
            <a:pPr lvl="0"/>
            <a:r>
              <a:rPr lang="ko-KR" altLang="en-US" dirty="0" err="1"/>
              <a:t>심의필</a:t>
            </a:r>
            <a:r>
              <a:rPr lang="ko-KR" altLang="en-US" dirty="0"/>
              <a:t> 번호 및 획득 날짜 기입</a:t>
            </a:r>
          </a:p>
        </p:txBody>
      </p:sp>
      <p:pic>
        <p:nvPicPr>
          <p:cNvPr id="10" name="그림 9"/>
          <p:cNvPicPr>
            <a:picLocks noChangeAspect="1"/>
          </p:cNvPicPr>
          <p:nvPr userDrawn="1"/>
        </p:nvPicPr>
        <p:blipFill>
          <a:blip r:embed="rId2"/>
          <a:srcRect/>
          <a:stretch/>
        </p:blipFill>
        <p:spPr>
          <a:xfrm>
            <a:off x="7548931" y="5655402"/>
            <a:ext cx="1975575" cy="789042"/>
          </a:xfrm>
          <a:prstGeom prst="rect">
            <a:avLst/>
          </a:prstGeom>
        </p:spPr>
      </p:pic>
      <p:sp>
        <p:nvSpPr>
          <p:cNvPr id="13" name="Slide Number Placeholder 5"/>
          <p:cNvSpPr txBox="1">
            <a:spLocks/>
          </p:cNvSpPr>
          <p:nvPr userDrawn="1"/>
        </p:nvSpPr>
        <p:spPr>
          <a:xfrm>
            <a:off x="631825" y="5926540"/>
            <a:ext cx="6768000" cy="443198"/>
          </a:xfrm>
          <a:prstGeom prst="rect">
            <a:avLst/>
          </a:prstGeom>
        </p:spPr>
        <p:txBody>
          <a:bodyPr vert="horz" lIns="0" tIns="0" rIns="0" bIns="0" rtlCol="0" anchor="t" anchorCtr="0">
            <a:spAutoFit/>
          </a:bodyPr>
          <a:lstStyle>
            <a:defPPr>
              <a:defRPr lang="en-US"/>
            </a:defPPr>
            <a:lvl1pPr marL="0" algn="l" defTabSz="457200" rtl="0" eaLnBrk="1" latinLnBrk="0" hangingPunct="1">
              <a:defRPr sz="700" b="0" i="0" kern="1200">
                <a:solidFill>
                  <a:srgbClr val="48535B"/>
                </a:solidFill>
                <a:latin typeface="Noto Sans"/>
                <a:ea typeface="KoPub돋움체_Pro Medium"/>
                <a:cs typeface="Noto San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l">
              <a:lnSpc>
                <a:spcPct val="120000"/>
              </a:lnSpc>
            </a:pPr>
            <a:r>
              <a:rPr lang="ko-KR" altLang="en-US" sz="800" b="0" i="0" dirty="0">
                <a:solidFill>
                  <a:schemeClr val="tx1"/>
                </a:solidFill>
                <a:latin typeface="KoPub돋움체_Pro Medium" panose="02020603020101020101" pitchFamily="18" charset="-127"/>
                <a:ea typeface="KoPub돋움체_Pro Medium" panose="02020603020101020101" pitchFamily="18" charset="-127"/>
                <a:cs typeface="KoPub돋움체_Pro Medium"/>
              </a:rPr>
              <a:t>본 자료는 </a:t>
            </a:r>
            <a:r>
              <a:rPr lang="ko-KR" altLang="en-US" sz="800" b="0" i="0" dirty="0" err="1">
                <a:solidFill>
                  <a:schemeClr val="tx1"/>
                </a:solidFill>
                <a:latin typeface="KoPub돋움체_Pro Medium" panose="02020603020101020101" pitchFamily="18" charset="-127"/>
                <a:ea typeface="KoPub돋움체_Pro Medium" panose="02020603020101020101" pitchFamily="18" charset="-127"/>
                <a:cs typeface="KoPub돋움체_Pro Medium"/>
              </a:rPr>
              <a:t>미래에셋자산운용이</a:t>
            </a:r>
            <a:r>
              <a:rPr lang="ko-KR" altLang="en-US" sz="800" b="0" i="0" dirty="0">
                <a:solidFill>
                  <a:schemeClr val="tx1"/>
                </a:solidFill>
                <a:latin typeface="KoPub돋움체_Pro Medium" panose="02020603020101020101" pitchFamily="18" charset="-127"/>
                <a:ea typeface="KoPub돋움체_Pro Medium" panose="02020603020101020101" pitchFamily="18" charset="-127"/>
                <a:cs typeface="KoPub돋움체_Pro Medium"/>
              </a:rPr>
              <a:t> 제작한 것이며</a:t>
            </a:r>
            <a:r>
              <a:rPr lang="en-US" altLang="ko-KR" sz="800" b="0" i="0" dirty="0">
                <a:solidFill>
                  <a:schemeClr val="tx1"/>
                </a:solidFill>
                <a:latin typeface="KoPub돋움체_Pro Medium" panose="02020603020101020101" pitchFamily="18" charset="-127"/>
                <a:ea typeface="KoPub돋움체_Pro Medium" panose="02020603020101020101" pitchFamily="18" charset="-127"/>
                <a:cs typeface="KoPub돋움체_Pro Medium"/>
              </a:rPr>
              <a:t>, </a:t>
            </a:r>
            <a:r>
              <a:rPr lang="ko-KR" altLang="en-US" sz="800" b="0" i="0" dirty="0">
                <a:solidFill>
                  <a:schemeClr val="tx1"/>
                </a:solidFill>
                <a:latin typeface="KoPub돋움체_Pro Medium" panose="02020603020101020101" pitchFamily="18" charset="-127"/>
                <a:ea typeface="KoPub돋움체_Pro Medium" panose="02020603020101020101" pitchFamily="18" charset="-127"/>
                <a:cs typeface="KoPub돋움체_Pro Medium"/>
              </a:rPr>
              <a:t>투자권유를 위한 광고물로 활용될 수 없고</a:t>
            </a:r>
            <a:r>
              <a:rPr lang="en-US" altLang="ko-KR" sz="800" b="0" i="0" dirty="0">
                <a:solidFill>
                  <a:schemeClr val="tx1"/>
                </a:solidFill>
                <a:latin typeface="KoPub돋움체_Pro Medium" panose="02020603020101020101" pitchFamily="18" charset="-127"/>
                <a:ea typeface="KoPub돋움체_Pro Medium" panose="02020603020101020101" pitchFamily="18" charset="-127"/>
                <a:cs typeface="KoPub돋움체_Pro Medium"/>
              </a:rPr>
              <a:t>, </a:t>
            </a:r>
            <a:r>
              <a:rPr lang="ko-KR" altLang="en-US" sz="800" b="0" i="0" dirty="0">
                <a:solidFill>
                  <a:schemeClr val="tx1"/>
                </a:solidFill>
                <a:latin typeface="KoPub돋움체_Pro Medium" panose="02020603020101020101" pitchFamily="18" charset="-127"/>
                <a:ea typeface="KoPub돋움체_Pro Medium" panose="02020603020101020101" pitchFamily="18" charset="-127"/>
                <a:cs typeface="KoPub돋움체_Pro Medium"/>
              </a:rPr>
              <a:t>투자자에게 배포될 수 없습니다</a:t>
            </a:r>
            <a:r>
              <a:rPr lang="en-US" altLang="ko-KR" sz="800" b="0" i="0" dirty="0">
                <a:solidFill>
                  <a:schemeClr val="tx1"/>
                </a:solidFill>
                <a:latin typeface="KoPub돋움체_Pro Medium" panose="02020603020101020101" pitchFamily="18" charset="-127"/>
                <a:ea typeface="KoPub돋움체_Pro Medium" panose="02020603020101020101" pitchFamily="18" charset="-127"/>
                <a:cs typeface="KoPub돋움체_Pro Medium"/>
              </a:rPr>
              <a:t>. </a:t>
            </a:r>
            <a:r>
              <a:rPr lang="ko-KR" altLang="en-US" sz="800" b="0" i="0" dirty="0">
                <a:solidFill>
                  <a:schemeClr val="tx1"/>
                </a:solidFill>
                <a:latin typeface="KoPub돋움체_Pro Medium" panose="02020603020101020101" pitchFamily="18" charset="-127"/>
                <a:ea typeface="KoPub돋움체_Pro Medium" panose="02020603020101020101" pitchFamily="18" charset="-127"/>
                <a:cs typeface="KoPub돋움체_Pro Medium"/>
              </a:rPr>
              <a:t>본 자료에 수록된 내용은 신뢰할만한 자료 </a:t>
            </a:r>
            <a:br>
              <a:rPr lang="en-US" altLang="ko-KR" sz="800" b="0" i="0" dirty="0">
                <a:solidFill>
                  <a:schemeClr val="tx1"/>
                </a:solidFill>
                <a:latin typeface="KoPub돋움체_Pro Medium" panose="02020603020101020101" pitchFamily="18" charset="-127"/>
                <a:ea typeface="KoPub돋움체_Pro Medium" panose="02020603020101020101" pitchFamily="18" charset="-127"/>
                <a:cs typeface="KoPub돋움체_Pro Medium"/>
              </a:rPr>
            </a:br>
            <a:r>
              <a:rPr lang="ko-KR" altLang="en-US" sz="800" b="0" i="0" dirty="0">
                <a:solidFill>
                  <a:schemeClr val="tx1"/>
                </a:solidFill>
                <a:latin typeface="KoPub돋움체_Pro Medium" panose="02020603020101020101" pitchFamily="18" charset="-127"/>
                <a:ea typeface="KoPub돋움체_Pro Medium" panose="02020603020101020101" pitchFamily="18" charset="-127"/>
                <a:cs typeface="KoPub돋움체_Pro Medium"/>
              </a:rPr>
              <a:t>및 정보로부터 얻어진 것이나 당사는 그 정확성이나 안정성을 보장할 수 없습니다</a:t>
            </a:r>
            <a:r>
              <a:rPr lang="en-US" altLang="ko-KR" sz="800" b="0" i="0" dirty="0">
                <a:solidFill>
                  <a:schemeClr val="tx1"/>
                </a:solidFill>
                <a:latin typeface="KoPub돋움체_Pro Medium" panose="02020603020101020101" pitchFamily="18" charset="-127"/>
                <a:ea typeface="KoPub돋움체_Pro Medium" panose="02020603020101020101" pitchFamily="18" charset="-127"/>
                <a:cs typeface="KoPub돋움체_Pro Medium"/>
              </a:rPr>
              <a:t>. </a:t>
            </a:r>
            <a:r>
              <a:rPr lang="ko-KR" altLang="en-US" sz="800" b="0" i="0" dirty="0">
                <a:solidFill>
                  <a:schemeClr val="tx1"/>
                </a:solidFill>
                <a:latin typeface="KoPub돋움체_Pro Medium" panose="02020603020101020101" pitchFamily="18" charset="-127"/>
                <a:ea typeface="KoPub돋움체_Pro Medium" panose="02020603020101020101" pitchFamily="18" charset="-127"/>
                <a:cs typeface="KoPub돋움체_Pro Medium"/>
              </a:rPr>
              <a:t>따라서 어떠한 경우에도 본 자료는 고객의 투자 결과에 대한 법적 책임소재에 대한 증빙자료로 사용될 수 없습니다</a:t>
            </a:r>
            <a:r>
              <a:rPr lang="en-US" altLang="ko-KR" sz="800" b="0" i="0" dirty="0">
                <a:solidFill>
                  <a:schemeClr val="tx1"/>
                </a:solidFill>
                <a:latin typeface="KoPub돋움체_Pro Medium" panose="02020603020101020101" pitchFamily="18" charset="-127"/>
                <a:ea typeface="KoPub돋움체_Pro Medium" panose="02020603020101020101" pitchFamily="18" charset="-127"/>
                <a:cs typeface="KoPub돋움체_Pro Medium"/>
              </a:rPr>
              <a:t>.</a:t>
            </a:r>
          </a:p>
        </p:txBody>
      </p:sp>
      <p:sp>
        <p:nvSpPr>
          <p:cNvPr id="12" name="직사각형 11"/>
          <p:cNvSpPr/>
          <p:nvPr userDrawn="1"/>
        </p:nvSpPr>
        <p:spPr>
          <a:xfrm>
            <a:off x="-1" y="838799"/>
            <a:ext cx="6408000" cy="4140000"/>
          </a:xfrm>
          <a:prstGeom prst="rect">
            <a:avLst/>
          </a:prstGeom>
          <a:solidFill>
            <a:srgbClr val="ECEE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ko-KR" altLang="en-US" sz="1800">
              <a:solidFill>
                <a:srgbClr val="F58220"/>
              </a:solidFill>
            </a:endParaRPr>
          </a:p>
        </p:txBody>
      </p:sp>
      <p:sp>
        <p:nvSpPr>
          <p:cNvPr id="14" name="Title 1"/>
          <p:cNvSpPr>
            <a:spLocks noGrp="1"/>
          </p:cNvSpPr>
          <p:nvPr>
            <p:ph type="ctrTitle" hasCustomPrompt="1"/>
          </p:nvPr>
        </p:nvSpPr>
        <p:spPr>
          <a:xfrm>
            <a:off x="631825" y="1264981"/>
            <a:ext cx="5220000" cy="984885"/>
          </a:xfrm>
          <a:prstGeom prst="rect">
            <a:avLst/>
          </a:prstGeom>
        </p:spPr>
        <p:txBody>
          <a:bodyPr wrap="square" lIns="0" tIns="0" rIns="0" bIns="0" anchor="t" anchorCtr="0">
            <a:spAutoFit/>
          </a:bodyPr>
          <a:lstStyle>
            <a:lvl1pPr algn="l">
              <a:lnSpc>
                <a:spcPct val="100000"/>
              </a:lnSpc>
              <a:defRPr sz="3200" baseline="0">
                <a:solidFill>
                  <a:schemeClr val="tx1"/>
                </a:solidFill>
                <a:latin typeface="KoPub돋움체_Pro Bold" panose="02020603020101020101" pitchFamily="18" charset="-127"/>
                <a:ea typeface="KoPub돋움체_Pro Bold" panose="02020603020101020101" pitchFamily="18" charset="-127"/>
                <a:cs typeface="KoPub돋움체_Pro Bold" panose="02020603020101020101" pitchFamily="18" charset="-127"/>
              </a:defRPr>
            </a:lvl1pPr>
          </a:lstStyle>
          <a:p>
            <a:r>
              <a:rPr lang="ko-KR" altLang="en-US" dirty="0"/>
              <a:t>제목을</a:t>
            </a:r>
            <a:r>
              <a:rPr lang="en-US" altLang="ko-KR" dirty="0"/>
              <a:t> </a:t>
            </a:r>
            <a:r>
              <a:rPr lang="ko-KR" altLang="en-US" dirty="0"/>
              <a:t>입력하십시오</a:t>
            </a:r>
            <a:br>
              <a:rPr lang="en-US" altLang="ko-KR" dirty="0"/>
            </a:br>
            <a:r>
              <a:rPr lang="en-US" altLang="ko-KR" dirty="0"/>
              <a:t>(1~3</a:t>
            </a:r>
            <a:r>
              <a:rPr lang="ko-KR" altLang="en-US" dirty="0"/>
              <a:t>줄</a:t>
            </a:r>
            <a:r>
              <a:rPr lang="en-US" altLang="ko-KR" dirty="0"/>
              <a:t>)</a:t>
            </a:r>
            <a:endParaRPr lang="en-US" dirty="0"/>
          </a:p>
        </p:txBody>
      </p:sp>
      <p:sp>
        <p:nvSpPr>
          <p:cNvPr id="17" name="Text Placeholder 8"/>
          <p:cNvSpPr>
            <a:spLocks noGrp="1"/>
          </p:cNvSpPr>
          <p:nvPr>
            <p:ph type="body" sz="quarter" idx="14" hasCustomPrompt="1"/>
          </p:nvPr>
        </p:nvSpPr>
        <p:spPr>
          <a:xfrm>
            <a:off x="631825" y="2874353"/>
            <a:ext cx="5220000" cy="372410"/>
          </a:xfrm>
          <a:prstGeom prst="rect">
            <a:avLst/>
          </a:prstGeom>
        </p:spPr>
        <p:txBody>
          <a:bodyPr vert="horz" lIns="0" tIns="0" rIns="0" bIns="0" anchor="t" anchorCtr="0">
            <a:spAutoFit/>
          </a:bodyPr>
          <a:lstStyle>
            <a:lvl1pPr marL="0" marR="0" indent="0" algn="l" defTabSz="457109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/>
              <a:buNone/>
              <a:tabLst/>
              <a:defRPr sz="1100">
                <a:solidFill>
                  <a:schemeClr val="tx1"/>
                </a:solidFill>
                <a:latin typeface="KoPub돋움체_Pro Medium" panose="02020603020101020101" pitchFamily="18" charset="-127"/>
                <a:ea typeface="KoPub돋움체_Pro Medium" panose="02020603020101020101" pitchFamily="18" charset="-127"/>
                <a:cs typeface="KoPub돋움체_Pro Medium" panose="02020603020101020101" pitchFamily="18" charset="-127"/>
              </a:defRPr>
            </a:lvl1pPr>
          </a:lstStyle>
          <a:p>
            <a:pPr marL="0" marR="0" lvl="0" indent="0" algn="l" defTabSz="457109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/>
              <a:buNone/>
              <a:tabLst/>
              <a:defRPr/>
            </a:pPr>
            <a:r>
              <a:rPr lang="ko-KR" altLang="en-US" dirty="0"/>
              <a:t>텍스트를 입력하십시오 </a:t>
            </a:r>
            <a:r>
              <a:rPr lang="en-US" altLang="ko-KR" dirty="0"/>
              <a:t>(1~3</a:t>
            </a:r>
            <a:r>
              <a:rPr lang="ko-KR" altLang="en-US" dirty="0"/>
              <a:t>줄</a:t>
            </a:r>
            <a:r>
              <a:rPr lang="en-US" altLang="ko-KR" dirty="0"/>
              <a:t>)</a:t>
            </a:r>
          </a:p>
          <a:p>
            <a:pPr marL="0" marR="0" lvl="0" indent="0" algn="l" defTabSz="457109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/>
              <a:buNone/>
              <a:tabLst/>
              <a:defRPr/>
            </a:pPr>
            <a:r>
              <a:rPr lang="ko-KR" altLang="en-US" dirty="0"/>
              <a:t>텍스트를 입력하십시오 </a:t>
            </a:r>
            <a:r>
              <a:rPr lang="en-US" altLang="ko-KR" dirty="0"/>
              <a:t>(1~3</a:t>
            </a:r>
            <a:r>
              <a:rPr lang="ko-KR" altLang="en-US" dirty="0"/>
              <a:t>줄</a:t>
            </a:r>
            <a:r>
              <a:rPr lang="en-US" altLang="ko-KR" dirty="0"/>
              <a:t>)</a:t>
            </a:r>
            <a:endParaRPr lang="ko-KR" altLang="en-US" dirty="0"/>
          </a:p>
        </p:txBody>
      </p:sp>
      <p:sp>
        <p:nvSpPr>
          <p:cNvPr id="18" name="직사각형 17"/>
          <p:cNvSpPr/>
          <p:nvPr userDrawn="1"/>
        </p:nvSpPr>
        <p:spPr>
          <a:xfrm>
            <a:off x="6486000" y="4798799"/>
            <a:ext cx="3420000" cy="1800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cxnSp>
        <p:nvCxnSpPr>
          <p:cNvPr id="19" name="직선 연결선[R] 11"/>
          <p:cNvCxnSpPr/>
          <p:nvPr userDrawn="1"/>
        </p:nvCxnSpPr>
        <p:spPr>
          <a:xfrm>
            <a:off x="631942" y="3936742"/>
            <a:ext cx="733111" cy="0"/>
          </a:xfrm>
          <a:prstGeom prst="line">
            <a:avLst/>
          </a:prstGeom>
          <a:ln w="38100">
            <a:solidFill>
              <a:schemeClr val="accent1"/>
            </a:solidFill>
          </a:ln>
        </p:spPr>
        <p:style>
          <a:lnRef idx="1">
            <a:schemeClr val="accent6"/>
          </a:lnRef>
          <a:fillRef idx="0">
            <a:schemeClr val="accent6"/>
          </a:fillRef>
          <a:effectRef idx="0">
            <a:schemeClr val="accent6"/>
          </a:effectRef>
          <a:fontRef idx="minor">
            <a:schemeClr val="tx1"/>
          </a:fontRef>
        </p:style>
      </p:cxnSp>
      <p:pic>
        <p:nvPicPr>
          <p:cNvPr id="20" name="Picture 2" descr="C:\Users\magi.mkt.design\Desktop\MAC 공유\shutterstock_732185581.jpg"/>
          <p:cNvPicPr>
            <a:picLocks noChangeArrowheads="1"/>
          </p:cNvPicPr>
          <p:nvPr userDrawn="1"/>
        </p:nvPicPr>
        <p:blipFill rotWithShape="1"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46621" t="961" r="13951" b="18407"/>
          <a:stretch/>
        </p:blipFill>
        <p:spPr bwMode="auto">
          <a:xfrm>
            <a:off x="6486000" y="838799"/>
            <a:ext cx="3420000" cy="39600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21" name="Text Placeholder 8"/>
          <p:cNvSpPr>
            <a:spLocks noGrp="1"/>
          </p:cNvSpPr>
          <p:nvPr>
            <p:ph type="body" sz="quarter" idx="13" hasCustomPrompt="1"/>
          </p:nvPr>
        </p:nvSpPr>
        <p:spPr>
          <a:xfrm>
            <a:off x="631825" y="4214169"/>
            <a:ext cx="4500000" cy="184666"/>
          </a:xfrm>
          <a:prstGeom prst="rect">
            <a:avLst/>
          </a:prstGeom>
        </p:spPr>
        <p:txBody>
          <a:bodyPr vert="horz" lIns="0" tIns="0" rIns="0" bIns="0" anchor="ctr" anchorCtr="0">
            <a:noAutofit/>
          </a:bodyPr>
          <a:lstStyle>
            <a:lvl1pPr marL="0" marR="0" indent="0" algn="l" defTabSz="457109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/>
              <a:buNone/>
              <a:tabLst/>
              <a:defRPr sz="1200">
                <a:solidFill>
                  <a:schemeClr val="tx1"/>
                </a:solidFill>
                <a:latin typeface="KoPub돋움체_Pro Bold" panose="02020603020101020101" pitchFamily="18" charset="-127"/>
                <a:ea typeface="KoPub돋움체_Pro Bold" panose="02020603020101020101" pitchFamily="18" charset="-127"/>
                <a:cs typeface="KoPub돋움체_Pro Bold" panose="02020603020101020101" pitchFamily="18" charset="-127"/>
              </a:defRPr>
            </a:lvl1pPr>
          </a:lstStyle>
          <a:p>
            <a:pPr marL="0" marR="0" lvl="0" indent="0" algn="l" defTabSz="457109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/>
              <a:buNone/>
              <a:tabLst/>
              <a:defRPr/>
            </a:pPr>
            <a:r>
              <a:rPr lang="ko-KR" altLang="en-US" dirty="0"/>
              <a:t>소속 </a:t>
            </a:r>
            <a:r>
              <a:rPr lang="en-US" altLang="ko-KR" dirty="0"/>
              <a:t>/</a:t>
            </a:r>
            <a:r>
              <a:rPr lang="ko-KR" altLang="en-US" dirty="0"/>
              <a:t> 이름</a:t>
            </a:r>
            <a:endParaRPr lang="en-US" dirty="0"/>
          </a:p>
        </p:txBody>
      </p:sp>
      <p:sp>
        <p:nvSpPr>
          <p:cNvPr id="22" name="Text Placeholder 8"/>
          <p:cNvSpPr>
            <a:spLocks noGrp="1"/>
          </p:cNvSpPr>
          <p:nvPr>
            <p:ph type="body" sz="quarter" idx="15" hasCustomPrompt="1"/>
          </p:nvPr>
        </p:nvSpPr>
        <p:spPr>
          <a:xfrm>
            <a:off x="631825" y="4474323"/>
            <a:ext cx="4500000" cy="184666"/>
          </a:xfrm>
          <a:prstGeom prst="rect">
            <a:avLst/>
          </a:prstGeom>
        </p:spPr>
        <p:txBody>
          <a:bodyPr vert="horz" lIns="0" tIns="0" rIns="0" bIns="0" anchor="ctr" anchorCtr="0">
            <a:noAutofit/>
          </a:bodyPr>
          <a:lstStyle>
            <a:lvl1pPr marL="0" marR="0" indent="0" algn="l" defTabSz="457109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/>
              <a:buNone/>
              <a:tabLst/>
              <a:defRPr sz="1200">
                <a:solidFill>
                  <a:schemeClr val="tx1"/>
                </a:solidFill>
                <a:latin typeface="KoPub돋움체_Pro Bold" panose="02020603020101020101" pitchFamily="18" charset="-127"/>
                <a:ea typeface="KoPub돋움체_Pro Bold" panose="02020603020101020101" pitchFamily="18" charset="-127"/>
                <a:cs typeface="KoPub돋움체_Pro Bold" panose="02020603020101020101" pitchFamily="18" charset="-127"/>
              </a:defRPr>
            </a:lvl1pPr>
          </a:lstStyle>
          <a:p>
            <a:pPr marL="0" marR="0" lvl="0" indent="0" algn="l" defTabSz="457109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/>
              <a:buNone/>
              <a:tabLst/>
              <a:defRPr/>
            </a:pPr>
            <a:r>
              <a:rPr lang="en-US" altLang="ko-KR" dirty="0"/>
              <a:t>YYYY.MM</a:t>
            </a:r>
          </a:p>
        </p:txBody>
      </p:sp>
    </p:spTree>
    <p:extLst>
      <p:ext uri="{BB962C8B-B14F-4D97-AF65-F5344CB8AC3E}">
        <p14:creationId xmlns:p14="http://schemas.microsoft.com/office/powerpoint/2010/main" val="2572790219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3748">
          <p15:clr>
            <a:srgbClr val="FBAE40"/>
          </p15:clr>
        </p15:guide>
      </p15:sldGuideLst>
    </p:ext>
  </p:extLst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표지_Type B-2_고객사 로고 추가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텍스트 개체 틀 30"/>
          <p:cNvSpPr>
            <a:spLocks noGrp="1"/>
          </p:cNvSpPr>
          <p:nvPr>
            <p:ph type="body" sz="quarter" idx="10" hasCustomPrompt="1"/>
          </p:nvPr>
        </p:nvSpPr>
        <p:spPr>
          <a:xfrm>
            <a:off x="631825" y="194071"/>
            <a:ext cx="5040000" cy="110800"/>
          </a:xfrm>
          <a:prstGeom prst="rect">
            <a:avLst/>
          </a:prstGeom>
        </p:spPr>
        <p:txBody>
          <a:bodyPr lIns="0" tIns="0" rIns="0" bIns="0" anchor="ctr" anchorCtr="0">
            <a:spAutoFit/>
          </a:bodyPr>
          <a:lstStyle>
            <a:lvl1pPr marL="0" indent="0">
              <a:buNone/>
              <a:defRPr sz="800">
                <a:solidFill>
                  <a:schemeClr val="tx1"/>
                </a:solidFill>
                <a:latin typeface="KoPub돋움체_Pro Medium" pitchFamily="18" charset="-127"/>
                <a:ea typeface="KoPub돋움체_Pro Medium" pitchFamily="18" charset="-127"/>
              </a:defRPr>
            </a:lvl1pPr>
          </a:lstStyle>
          <a:p>
            <a:pPr lvl="0"/>
            <a:r>
              <a:rPr lang="ko-KR" altLang="en-US" dirty="0" err="1"/>
              <a:t>심의필</a:t>
            </a:r>
            <a:r>
              <a:rPr lang="ko-KR" altLang="en-US" dirty="0"/>
              <a:t> 번호 및 획득 날짜 기입</a:t>
            </a:r>
          </a:p>
        </p:txBody>
      </p:sp>
      <p:sp>
        <p:nvSpPr>
          <p:cNvPr id="12" name="직사각형 11"/>
          <p:cNvSpPr/>
          <p:nvPr userDrawn="1"/>
        </p:nvSpPr>
        <p:spPr>
          <a:xfrm>
            <a:off x="-1" y="838799"/>
            <a:ext cx="6408000" cy="4140000"/>
          </a:xfrm>
          <a:prstGeom prst="rect">
            <a:avLst/>
          </a:prstGeom>
          <a:solidFill>
            <a:srgbClr val="ECEE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ko-KR" altLang="en-US" sz="1800">
              <a:solidFill>
                <a:srgbClr val="F58220"/>
              </a:solidFill>
            </a:endParaRPr>
          </a:p>
        </p:txBody>
      </p:sp>
      <p:sp>
        <p:nvSpPr>
          <p:cNvPr id="14" name="Title 1"/>
          <p:cNvSpPr>
            <a:spLocks noGrp="1"/>
          </p:cNvSpPr>
          <p:nvPr>
            <p:ph type="ctrTitle" hasCustomPrompt="1"/>
          </p:nvPr>
        </p:nvSpPr>
        <p:spPr>
          <a:xfrm>
            <a:off x="631825" y="1264981"/>
            <a:ext cx="5220000" cy="984885"/>
          </a:xfrm>
          <a:prstGeom prst="rect">
            <a:avLst/>
          </a:prstGeom>
        </p:spPr>
        <p:txBody>
          <a:bodyPr wrap="square" lIns="0" tIns="0" rIns="0" bIns="0" anchor="t" anchorCtr="0">
            <a:spAutoFit/>
          </a:bodyPr>
          <a:lstStyle>
            <a:lvl1pPr algn="l">
              <a:lnSpc>
                <a:spcPct val="100000"/>
              </a:lnSpc>
              <a:defRPr sz="3200" baseline="0">
                <a:solidFill>
                  <a:schemeClr val="tx1"/>
                </a:solidFill>
                <a:latin typeface="KoPub돋움체_Pro Bold" panose="02020603020101020101" pitchFamily="18" charset="-127"/>
                <a:ea typeface="KoPub돋움체_Pro Bold" panose="02020603020101020101" pitchFamily="18" charset="-127"/>
                <a:cs typeface="KoPub돋움체_Pro Bold" panose="02020603020101020101" pitchFamily="18" charset="-127"/>
              </a:defRPr>
            </a:lvl1pPr>
          </a:lstStyle>
          <a:p>
            <a:r>
              <a:rPr lang="ko-KR" altLang="en-US" dirty="0"/>
              <a:t>제목을</a:t>
            </a:r>
            <a:r>
              <a:rPr lang="en-US" altLang="ko-KR" dirty="0"/>
              <a:t> </a:t>
            </a:r>
            <a:r>
              <a:rPr lang="ko-KR" altLang="en-US" dirty="0"/>
              <a:t>입력하십시오</a:t>
            </a:r>
            <a:br>
              <a:rPr lang="en-US" altLang="ko-KR" dirty="0"/>
            </a:br>
            <a:r>
              <a:rPr lang="en-US" altLang="ko-KR" dirty="0"/>
              <a:t>(1~3</a:t>
            </a:r>
            <a:r>
              <a:rPr lang="ko-KR" altLang="en-US" dirty="0"/>
              <a:t>줄</a:t>
            </a:r>
            <a:r>
              <a:rPr lang="en-US" altLang="ko-KR" dirty="0"/>
              <a:t>)</a:t>
            </a:r>
            <a:endParaRPr lang="en-US" dirty="0"/>
          </a:p>
        </p:txBody>
      </p:sp>
      <p:sp>
        <p:nvSpPr>
          <p:cNvPr id="17" name="Text Placeholder 8"/>
          <p:cNvSpPr>
            <a:spLocks noGrp="1"/>
          </p:cNvSpPr>
          <p:nvPr>
            <p:ph type="body" sz="quarter" idx="14" hasCustomPrompt="1"/>
          </p:nvPr>
        </p:nvSpPr>
        <p:spPr>
          <a:xfrm>
            <a:off x="631825" y="2874353"/>
            <a:ext cx="5220000" cy="372410"/>
          </a:xfrm>
          <a:prstGeom prst="rect">
            <a:avLst/>
          </a:prstGeom>
        </p:spPr>
        <p:txBody>
          <a:bodyPr vert="horz" lIns="0" tIns="0" rIns="0" bIns="0" anchor="t" anchorCtr="0">
            <a:spAutoFit/>
          </a:bodyPr>
          <a:lstStyle>
            <a:lvl1pPr marL="0" marR="0" indent="0" algn="l" defTabSz="457109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/>
              <a:buNone/>
              <a:tabLst/>
              <a:defRPr sz="1100">
                <a:solidFill>
                  <a:schemeClr val="tx1"/>
                </a:solidFill>
                <a:latin typeface="KoPub돋움체_Pro Medium" panose="02020603020101020101" pitchFamily="18" charset="-127"/>
                <a:ea typeface="KoPub돋움체_Pro Medium" panose="02020603020101020101" pitchFamily="18" charset="-127"/>
                <a:cs typeface="KoPub돋움체_Pro Medium" panose="02020603020101020101" pitchFamily="18" charset="-127"/>
              </a:defRPr>
            </a:lvl1pPr>
          </a:lstStyle>
          <a:p>
            <a:pPr marL="0" marR="0" lvl="0" indent="0" algn="l" defTabSz="457109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/>
              <a:buNone/>
              <a:tabLst/>
              <a:defRPr/>
            </a:pPr>
            <a:r>
              <a:rPr lang="ko-KR" altLang="en-US" dirty="0"/>
              <a:t>텍스트를 입력하십시오 </a:t>
            </a:r>
            <a:r>
              <a:rPr lang="en-US" altLang="ko-KR" dirty="0"/>
              <a:t>(1~3</a:t>
            </a:r>
            <a:r>
              <a:rPr lang="ko-KR" altLang="en-US" dirty="0"/>
              <a:t>줄</a:t>
            </a:r>
            <a:r>
              <a:rPr lang="en-US" altLang="ko-KR" dirty="0"/>
              <a:t>)</a:t>
            </a:r>
          </a:p>
          <a:p>
            <a:pPr marL="0" marR="0" lvl="0" indent="0" algn="l" defTabSz="457109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/>
              <a:buNone/>
              <a:tabLst/>
              <a:defRPr/>
            </a:pPr>
            <a:r>
              <a:rPr lang="ko-KR" altLang="en-US" dirty="0"/>
              <a:t>텍스트를 입력하십시오 </a:t>
            </a:r>
            <a:r>
              <a:rPr lang="en-US" altLang="ko-KR" dirty="0"/>
              <a:t>(1~3</a:t>
            </a:r>
            <a:r>
              <a:rPr lang="ko-KR" altLang="en-US" dirty="0"/>
              <a:t>줄</a:t>
            </a:r>
            <a:r>
              <a:rPr lang="en-US" altLang="ko-KR" dirty="0"/>
              <a:t>)</a:t>
            </a:r>
            <a:endParaRPr lang="ko-KR" altLang="en-US" dirty="0"/>
          </a:p>
        </p:txBody>
      </p:sp>
      <p:sp>
        <p:nvSpPr>
          <p:cNvPr id="18" name="직사각형 17"/>
          <p:cNvSpPr/>
          <p:nvPr userDrawn="1"/>
        </p:nvSpPr>
        <p:spPr>
          <a:xfrm>
            <a:off x="6486000" y="4798799"/>
            <a:ext cx="3420000" cy="1800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cxnSp>
        <p:nvCxnSpPr>
          <p:cNvPr id="19" name="직선 연결선[R] 11"/>
          <p:cNvCxnSpPr/>
          <p:nvPr userDrawn="1"/>
        </p:nvCxnSpPr>
        <p:spPr>
          <a:xfrm>
            <a:off x="631942" y="3936742"/>
            <a:ext cx="733111" cy="0"/>
          </a:xfrm>
          <a:prstGeom prst="line">
            <a:avLst/>
          </a:prstGeom>
          <a:ln w="38100">
            <a:solidFill>
              <a:schemeClr val="accent1"/>
            </a:solidFill>
          </a:ln>
        </p:spPr>
        <p:style>
          <a:lnRef idx="1">
            <a:schemeClr val="accent6"/>
          </a:lnRef>
          <a:fillRef idx="0">
            <a:schemeClr val="accent6"/>
          </a:fillRef>
          <a:effectRef idx="0">
            <a:schemeClr val="accent6"/>
          </a:effectRef>
          <a:fontRef idx="minor">
            <a:schemeClr val="tx1"/>
          </a:fontRef>
        </p:style>
      </p:cxnSp>
      <p:pic>
        <p:nvPicPr>
          <p:cNvPr id="20" name="Picture 2" descr="C:\Users\magi.mkt.design\Desktop\MAC 공유\shutterstock_732185581.jpg"/>
          <p:cNvPicPr>
            <a:picLocks noChangeArrowheads="1"/>
          </p:cNvPicPr>
          <p:nvPr userDrawn="1"/>
        </p:nvPicPr>
        <p:blipFill rotWithShape="1"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46621" t="961" r="13951" b="18407"/>
          <a:stretch/>
        </p:blipFill>
        <p:spPr bwMode="auto">
          <a:xfrm>
            <a:off x="6486000" y="838799"/>
            <a:ext cx="3420000" cy="39600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21" name="Text Placeholder 8"/>
          <p:cNvSpPr>
            <a:spLocks noGrp="1"/>
          </p:cNvSpPr>
          <p:nvPr>
            <p:ph type="body" sz="quarter" idx="13" hasCustomPrompt="1"/>
          </p:nvPr>
        </p:nvSpPr>
        <p:spPr>
          <a:xfrm>
            <a:off x="631825" y="4214169"/>
            <a:ext cx="4500000" cy="184666"/>
          </a:xfrm>
          <a:prstGeom prst="rect">
            <a:avLst/>
          </a:prstGeom>
        </p:spPr>
        <p:txBody>
          <a:bodyPr vert="horz" lIns="0" tIns="0" rIns="0" bIns="0" anchor="ctr" anchorCtr="0">
            <a:noAutofit/>
          </a:bodyPr>
          <a:lstStyle>
            <a:lvl1pPr marL="0" marR="0" indent="0" algn="l" defTabSz="457109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/>
              <a:buNone/>
              <a:tabLst/>
              <a:defRPr sz="1200">
                <a:solidFill>
                  <a:schemeClr val="tx1"/>
                </a:solidFill>
                <a:latin typeface="KoPub돋움체_Pro Bold" panose="02020603020101020101" pitchFamily="18" charset="-127"/>
                <a:ea typeface="KoPub돋움체_Pro Bold" panose="02020603020101020101" pitchFamily="18" charset="-127"/>
                <a:cs typeface="KoPub돋움체_Pro Bold" panose="02020603020101020101" pitchFamily="18" charset="-127"/>
              </a:defRPr>
            </a:lvl1pPr>
          </a:lstStyle>
          <a:p>
            <a:pPr marL="0" marR="0" lvl="0" indent="0" algn="l" defTabSz="457109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/>
              <a:buNone/>
              <a:tabLst/>
              <a:defRPr/>
            </a:pPr>
            <a:r>
              <a:rPr lang="ko-KR" altLang="en-US" dirty="0"/>
              <a:t>소속 </a:t>
            </a:r>
            <a:r>
              <a:rPr lang="en-US" altLang="ko-KR" dirty="0"/>
              <a:t>/</a:t>
            </a:r>
            <a:r>
              <a:rPr lang="ko-KR" altLang="en-US" dirty="0"/>
              <a:t> 이름</a:t>
            </a:r>
            <a:endParaRPr lang="en-US" dirty="0"/>
          </a:p>
        </p:txBody>
      </p:sp>
      <p:sp>
        <p:nvSpPr>
          <p:cNvPr id="22" name="Text Placeholder 8"/>
          <p:cNvSpPr>
            <a:spLocks noGrp="1"/>
          </p:cNvSpPr>
          <p:nvPr>
            <p:ph type="body" sz="quarter" idx="15" hasCustomPrompt="1"/>
          </p:nvPr>
        </p:nvSpPr>
        <p:spPr>
          <a:xfrm>
            <a:off x="631825" y="4474323"/>
            <a:ext cx="4500000" cy="184666"/>
          </a:xfrm>
          <a:prstGeom prst="rect">
            <a:avLst/>
          </a:prstGeom>
        </p:spPr>
        <p:txBody>
          <a:bodyPr vert="horz" lIns="0" tIns="0" rIns="0" bIns="0" anchor="ctr" anchorCtr="0">
            <a:noAutofit/>
          </a:bodyPr>
          <a:lstStyle>
            <a:lvl1pPr marL="0" marR="0" indent="0" algn="l" defTabSz="457109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/>
              <a:buNone/>
              <a:tabLst/>
              <a:defRPr sz="1200">
                <a:solidFill>
                  <a:schemeClr val="tx1"/>
                </a:solidFill>
                <a:latin typeface="KoPub돋움체_Pro Bold" panose="02020603020101020101" pitchFamily="18" charset="-127"/>
                <a:ea typeface="KoPub돋움체_Pro Bold" panose="02020603020101020101" pitchFamily="18" charset="-127"/>
                <a:cs typeface="KoPub돋움체_Pro Bold" panose="02020603020101020101" pitchFamily="18" charset="-127"/>
              </a:defRPr>
            </a:lvl1pPr>
          </a:lstStyle>
          <a:p>
            <a:pPr marL="0" marR="0" lvl="0" indent="0" algn="l" defTabSz="457109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/>
              <a:buNone/>
              <a:tabLst/>
              <a:defRPr/>
            </a:pPr>
            <a:r>
              <a:rPr lang="en-US" altLang="ko-KR" dirty="0"/>
              <a:t>YYYY.MM</a:t>
            </a:r>
          </a:p>
        </p:txBody>
      </p:sp>
      <p:pic>
        <p:nvPicPr>
          <p:cNvPr id="15" name="그림 14"/>
          <p:cNvPicPr>
            <a:picLocks noChangeAspect="1"/>
          </p:cNvPicPr>
          <p:nvPr userDrawn="1"/>
        </p:nvPicPr>
        <p:blipFill>
          <a:blip r:embed="rId3"/>
          <a:srcRect/>
          <a:stretch/>
        </p:blipFill>
        <p:spPr>
          <a:xfrm>
            <a:off x="7548931" y="5655402"/>
            <a:ext cx="1975575" cy="789042"/>
          </a:xfrm>
          <a:prstGeom prst="rect">
            <a:avLst/>
          </a:prstGeom>
        </p:spPr>
      </p:pic>
      <p:pic>
        <p:nvPicPr>
          <p:cNvPr id="16" name="그림 15"/>
          <p:cNvPicPr>
            <a:picLocks noChangeAspect="1"/>
          </p:cNvPicPr>
          <p:nvPr userDrawn="1"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689409" y="5846822"/>
            <a:ext cx="1597168" cy="434578"/>
          </a:xfrm>
          <a:prstGeom prst="rect">
            <a:avLst/>
          </a:prstGeom>
        </p:spPr>
      </p:pic>
      <p:sp>
        <p:nvSpPr>
          <p:cNvPr id="23" name="Slide Number Placeholder 5"/>
          <p:cNvSpPr txBox="1">
            <a:spLocks/>
          </p:cNvSpPr>
          <p:nvPr userDrawn="1"/>
        </p:nvSpPr>
        <p:spPr>
          <a:xfrm>
            <a:off x="631824" y="5923719"/>
            <a:ext cx="4760063" cy="561436"/>
          </a:xfrm>
          <a:prstGeom prst="rect">
            <a:avLst/>
          </a:prstGeom>
        </p:spPr>
        <p:txBody>
          <a:bodyPr vert="horz" wrap="square" lIns="0" tIns="0" rIns="0" bIns="0" rtlCol="0" anchor="t" anchorCtr="0">
            <a:spAutoFit/>
          </a:bodyPr>
          <a:lstStyle>
            <a:defPPr>
              <a:defRPr lang="en-US"/>
            </a:defPPr>
            <a:lvl1pPr marL="0" algn="l" defTabSz="457200" rtl="0" eaLnBrk="1" latinLnBrk="0" hangingPunct="1">
              <a:defRPr sz="700" b="0" i="0" kern="1200">
                <a:solidFill>
                  <a:srgbClr val="48535B"/>
                </a:solidFill>
                <a:latin typeface="Noto Sans"/>
                <a:ea typeface="KoPub돋움체_Pro Medium"/>
                <a:cs typeface="Noto San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just">
              <a:lnSpc>
                <a:spcPct val="114000"/>
              </a:lnSpc>
            </a:pPr>
            <a:r>
              <a:rPr lang="ko-KR" altLang="en-US" sz="800" b="0" i="0" dirty="0">
                <a:solidFill>
                  <a:schemeClr val="tx1"/>
                </a:solidFill>
                <a:latin typeface="KoPub돋움체_Pro Medium" panose="02020603020101020101" pitchFamily="18" charset="-127"/>
                <a:ea typeface="KoPub돋움체_Pro Medium" panose="02020603020101020101" pitchFamily="18" charset="-127"/>
                <a:cs typeface="KoPub돋움체_Pro Medium"/>
              </a:rPr>
              <a:t>본 자료는 </a:t>
            </a:r>
            <a:r>
              <a:rPr lang="ko-KR" altLang="en-US" sz="800" b="0" i="0" dirty="0" err="1">
                <a:solidFill>
                  <a:schemeClr val="tx1"/>
                </a:solidFill>
                <a:latin typeface="KoPub돋움체_Pro Medium" panose="02020603020101020101" pitchFamily="18" charset="-127"/>
                <a:ea typeface="KoPub돋움체_Pro Medium" panose="02020603020101020101" pitchFamily="18" charset="-127"/>
                <a:cs typeface="KoPub돋움체_Pro Medium"/>
              </a:rPr>
              <a:t>미래에셋자산운용이</a:t>
            </a:r>
            <a:r>
              <a:rPr lang="ko-KR" altLang="en-US" sz="800" b="0" i="0" dirty="0">
                <a:solidFill>
                  <a:schemeClr val="tx1"/>
                </a:solidFill>
                <a:latin typeface="KoPub돋움체_Pro Medium" panose="02020603020101020101" pitchFamily="18" charset="-127"/>
                <a:ea typeface="KoPub돋움체_Pro Medium" panose="02020603020101020101" pitchFamily="18" charset="-127"/>
                <a:cs typeface="KoPub돋움체_Pro Medium"/>
              </a:rPr>
              <a:t> 제작한 것이며</a:t>
            </a:r>
            <a:r>
              <a:rPr lang="en-US" altLang="ko-KR" sz="800" b="0" i="0" dirty="0">
                <a:solidFill>
                  <a:schemeClr val="tx1"/>
                </a:solidFill>
                <a:latin typeface="KoPub돋움체_Pro Medium" panose="02020603020101020101" pitchFamily="18" charset="-127"/>
                <a:ea typeface="KoPub돋움체_Pro Medium" panose="02020603020101020101" pitchFamily="18" charset="-127"/>
                <a:cs typeface="KoPub돋움체_Pro Medium"/>
              </a:rPr>
              <a:t>, </a:t>
            </a:r>
            <a:r>
              <a:rPr lang="ko-KR" altLang="en-US" sz="800" b="0" i="0" dirty="0">
                <a:solidFill>
                  <a:schemeClr val="tx1"/>
                </a:solidFill>
                <a:latin typeface="KoPub돋움체_Pro Medium" panose="02020603020101020101" pitchFamily="18" charset="-127"/>
                <a:ea typeface="KoPub돋움체_Pro Medium" panose="02020603020101020101" pitchFamily="18" charset="-127"/>
                <a:cs typeface="KoPub돋움체_Pro Medium"/>
              </a:rPr>
              <a:t>투자권유를 위한 광고물로 활용될 수 없고</a:t>
            </a:r>
            <a:r>
              <a:rPr lang="en-US" altLang="ko-KR" sz="800" b="0" i="0" dirty="0">
                <a:solidFill>
                  <a:schemeClr val="tx1"/>
                </a:solidFill>
                <a:latin typeface="KoPub돋움체_Pro Medium" panose="02020603020101020101" pitchFamily="18" charset="-127"/>
                <a:ea typeface="KoPub돋움체_Pro Medium" panose="02020603020101020101" pitchFamily="18" charset="-127"/>
                <a:cs typeface="KoPub돋움체_Pro Medium"/>
              </a:rPr>
              <a:t>, </a:t>
            </a:r>
            <a:r>
              <a:rPr lang="ko-KR" altLang="en-US" sz="800" b="0" i="0" dirty="0">
                <a:solidFill>
                  <a:schemeClr val="tx1"/>
                </a:solidFill>
                <a:latin typeface="KoPub돋움체_Pro Medium" panose="02020603020101020101" pitchFamily="18" charset="-127"/>
                <a:ea typeface="KoPub돋움체_Pro Medium" panose="02020603020101020101" pitchFamily="18" charset="-127"/>
                <a:cs typeface="KoPub돋움체_Pro Medium"/>
              </a:rPr>
              <a:t>투자자에게 배포될 수 없습니다</a:t>
            </a:r>
            <a:r>
              <a:rPr lang="en-US" altLang="ko-KR" sz="800" b="0" i="0" dirty="0">
                <a:solidFill>
                  <a:schemeClr val="tx1"/>
                </a:solidFill>
                <a:latin typeface="KoPub돋움체_Pro Medium" panose="02020603020101020101" pitchFamily="18" charset="-127"/>
                <a:ea typeface="KoPub돋움체_Pro Medium" panose="02020603020101020101" pitchFamily="18" charset="-127"/>
                <a:cs typeface="KoPub돋움체_Pro Medium"/>
              </a:rPr>
              <a:t>.</a:t>
            </a:r>
            <a:r>
              <a:rPr lang="en-US" altLang="ko-KR" sz="800" b="0" i="0" baseline="0" dirty="0">
                <a:solidFill>
                  <a:schemeClr val="tx1"/>
                </a:solidFill>
                <a:latin typeface="KoPub돋움체_Pro Medium" panose="02020603020101020101" pitchFamily="18" charset="-127"/>
                <a:ea typeface="KoPub돋움체_Pro Medium" panose="02020603020101020101" pitchFamily="18" charset="-127"/>
                <a:cs typeface="KoPub돋움체_Pro Medium"/>
              </a:rPr>
              <a:t> </a:t>
            </a:r>
            <a:r>
              <a:rPr lang="ko-KR" altLang="en-US" sz="800" b="0" i="0" dirty="0">
                <a:solidFill>
                  <a:schemeClr val="tx1"/>
                </a:solidFill>
                <a:latin typeface="KoPub돋움체_Pro Medium" panose="02020603020101020101" pitchFamily="18" charset="-127"/>
                <a:ea typeface="KoPub돋움체_Pro Medium" panose="02020603020101020101" pitchFamily="18" charset="-127"/>
                <a:cs typeface="KoPub돋움체_Pro Medium"/>
              </a:rPr>
              <a:t>본 자료에 수록된 내용은 신뢰할만한 자료 및 정보로부터 얻어진 것이나 당사는 그 정확성이나 안정성을 보장할 수 없습니다</a:t>
            </a:r>
            <a:r>
              <a:rPr lang="en-US" altLang="ko-KR" sz="800" b="0" i="0" dirty="0">
                <a:solidFill>
                  <a:schemeClr val="tx1"/>
                </a:solidFill>
                <a:latin typeface="KoPub돋움체_Pro Medium" panose="02020603020101020101" pitchFamily="18" charset="-127"/>
                <a:ea typeface="KoPub돋움체_Pro Medium" panose="02020603020101020101" pitchFamily="18" charset="-127"/>
                <a:cs typeface="KoPub돋움체_Pro Medium"/>
              </a:rPr>
              <a:t>. </a:t>
            </a:r>
            <a:r>
              <a:rPr lang="ko-KR" altLang="en-US" sz="800" b="0" i="0" dirty="0">
                <a:solidFill>
                  <a:schemeClr val="tx1"/>
                </a:solidFill>
                <a:latin typeface="KoPub돋움체_Pro Medium" panose="02020603020101020101" pitchFamily="18" charset="-127"/>
                <a:ea typeface="KoPub돋움체_Pro Medium" panose="02020603020101020101" pitchFamily="18" charset="-127"/>
                <a:cs typeface="KoPub돋움체_Pro Medium"/>
              </a:rPr>
              <a:t>따라서 어떠한 경우에도 본 자료는 고객의 투자 결과에 대한 법적 책임소재에 대한 증빙자료로 사용될 수 없습니다</a:t>
            </a:r>
            <a:r>
              <a:rPr lang="en-US" altLang="ko-KR" sz="800" b="0" i="0" dirty="0">
                <a:solidFill>
                  <a:schemeClr val="tx1"/>
                </a:solidFill>
                <a:latin typeface="KoPub돋움체_Pro Medium" panose="02020603020101020101" pitchFamily="18" charset="-127"/>
                <a:ea typeface="KoPub돋움체_Pro Medium" panose="02020603020101020101" pitchFamily="18" charset="-127"/>
                <a:cs typeface="KoPub돋움체_Pro Medium"/>
              </a:rPr>
              <a:t>.</a:t>
            </a:r>
          </a:p>
        </p:txBody>
      </p:sp>
      <p:cxnSp>
        <p:nvCxnSpPr>
          <p:cNvPr id="24" name="직선 연결선 23"/>
          <p:cNvCxnSpPr/>
          <p:nvPr userDrawn="1"/>
        </p:nvCxnSpPr>
        <p:spPr>
          <a:xfrm>
            <a:off x="7443435" y="5949950"/>
            <a:ext cx="0" cy="437197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687925313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3748">
          <p15:clr>
            <a:srgbClr val="FBAE40"/>
          </p15:clr>
        </p15:guide>
      </p15:sldGuideLst>
    </p:ext>
  </p:extLst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표지_Type C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직사각형 32"/>
          <p:cNvSpPr/>
          <p:nvPr userDrawn="1"/>
        </p:nvSpPr>
        <p:spPr>
          <a:xfrm>
            <a:off x="794" y="1"/>
            <a:ext cx="9904413" cy="949591"/>
          </a:xfrm>
          <a:prstGeom prst="rect">
            <a:avLst/>
          </a:prstGeom>
          <a:solidFill>
            <a:srgbClr val="F582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ko-KR" altLang="en-US" sz="1800">
              <a:solidFill>
                <a:srgbClr val="F58220"/>
              </a:solidFill>
            </a:endParaRPr>
          </a:p>
        </p:txBody>
      </p:sp>
      <p:sp>
        <p:nvSpPr>
          <p:cNvPr id="34" name="직사각형 33"/>
          <p:cNvSpPr/>
          <p:nvPr userDrawn="1"/>
        </p:nvSpPr>
        <p:spPr>
          <a:xfrm flipV="1">
            <a:off x="794" y="946937"/>
            <a:ext cx="9904413" cy="45719"/>
          </a:xfrm>
          <a:prstGeom prst="rect">
            <a:avLst/>
          </a:prstGeom>
          <a:solidFill>
            <a:srgbClr val="0042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ko-KR" altLang="en-US" sz="1800">
              <a:solidFill>
                <a:srgbClr val="F58220"/>
              </a:solidFill>
            </a:endParaRPr>
          </a:p>
        </p:txBody>
      </p:sp>
      <p:sp>
        <p:nvSpPr>
          <p:cNvPr id="8" name="텍스트 개체 틀 30"/>
          <p:cNvSpPr>
            <a:spLocks noGrp="1"/>
          </p:cNvSpPr>
          <p:nvPr>
            <p:ph type="body" sz="quarter" idx="10" hasCustomPrompt="1"/>
          </p:nvPr>
        </p:nvSpPr>
        <p:spPr>
          <a:xfrm>
            <a:off x="631825" y="194071"/>
            <a:ext cx="8605838" cy="110800"/>
          </a:xfrm>
          <a:prstGeom prst="rect">
            <a:avLst/>
          </a:prstGeom>
        </p:spPr>
        <p:txBody>
          <a:bodyPr wrap="square" lIns="0" tIns="0" rIns="0" bIns="0" anchor="ctr" anchorCtr="0">
            <a:spAutoFit/>
          </a:bodyPr>
          <a:lstStyle>
            <a:lvl1pPr marL="0" indent="0">
              <a:buNone/>
              <a:defRPr sz="800">
                <a:solidFill>
                  <a:schemeClr val="tx1"/>
                </a:solidFill>
                <a:latin typeface="KoPub돋움체_Pro Medium" pitchFamily="18" charset="-127"/>
                <a:ea typeface="KoPub돋움체_Pro Medium" pitchFamily="18" charset="-127"/>
              </a:defRPr>
            </a:lvl1pPr>
          </a:lstStyle>
          <a:p>
            <a:pPr lvl="0"/>
            <a:r>
              <a:rPr lang="ko-KR" altLang="en-US" dirty="0" err="1"/>
              <a:t>심의필</a:t>
            </a:r>
            <a:r>
              <a:rPr lang="ko-KR" altLang="en-US" dirty="0"/>
              <a:t> 번호 및 획득 날짜 기입</a:t>
            </a:r>
          </a:p>
        </p:txBody>
      </p:sp>
      <p:pic>
        <p:nvPicPr>
          <p:cNvPr id="10" name="그림 9"/>
          <p:cNvPicPr>
            <a:picLocks noChangeAspect="1"/>
          </p:cNvPicPr>
          <p:nvPr userDrawn="1"/>
        </p:nvPicPr>
        <p:blipFill>
          <a:blip r:embed="rId2"/>
          <a:srcRect/>
          <a:stretch/>
        </p:blipFill>
        <p:spPr>
          <a:xfrm>
            <a:off x="7548931" y="5655402"/>
            <a:ext cx="1975575" cy="789042"/>
          </a:xfrm>
          <a:prstGeom prst="rect">
            <a:avLst/>
          </a:prstGeom>
        </p:spPr>
      </p:pic>
      <p:sp>
        <p:nvSpPr>
          <p:cNvPr id="13" name="Slide Number Placeholder 5"/>
          <p:cNvSpPr txBox="1">
            <a:spLocks/>
          </p:cNvSpPr>
          <p:nvPr userDrawn="1"/>
        </p:nvSpPr>
        <p:spPr>
          <a:xfrm>
            <a:off x="631825" y="5926540"/>
            <a:ext cx="6768000" cy="443198"/>
          </a:xfrm>
          <a:prstGeom prst="rect">
            <a:avLst/>
          </a:prstGeom>
        </p:spPr>
        <p:txBody>
          <a:bodyPr vert="horz" lIns="0" tIns="0" rIns="0" bIns="0" rtlCol="0" anchor="t" anchorCtr="0">
            <a:spAutoFit/>
          </a:bodyPr>
          <a:lstStyle>
            <a:defPPr>
              <a:defRPr lang="en-US"/>
            </a:defPPr>
            <a:lvl1pPr marL="0" algn="l" defTabSz="457200" rtl="0" eaLnBrk="1" latinLnBrk="0" hangingPunct="1">
              <a:defRPr sz="700" b="0" i="0" kern="1200">
                <a:solidFill>
                  <a:srgbClr val="48535B"/>
                </a:solidFill>
                <a:latin typeface="Noto Sans"/>
                <a:ea typeface="KoPub돋움체_Pro Medium"/>
                <a:cs typeface="Noto San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l">
              <a:lnSpc>
                <a:spcPct val="120000"/>
              </a:lnSpc>
            </a:pPr>
            <a:r>
              <a:rPr lang="ko-KR" altLang="en-US" sz="800" b="0" i="0" dirty="0">
                <a:solidFill>
                  <a:schemeClr val="tx1"/>
                </a:solidFill>
                <a:latin typeface="KoPub돋움체_Pro Medium" panose="02020603020101020101" pitchFamily="18" charset="-127"/>
                <a:ea typeface="KoPub돋움체_Pro Medium" panose="02020603020101020101" pitchFamily="18" charset="-127"/>
                <a:cs typeface="KoPub돋움체_Pro Medium"/>
              </a:rPr>
              <a:t>본 자료는 </a:t>
            </a:r>
            <a:r>
              <a:rPr lang="ko-KR" altLang="en-US" sz="800" b="0" i="0" dirty="0" err="1">
                <a:solidFill>
                  <a:schemeClr val="tx1"/>
                </a:solidFill>
                <a:latin typeface="KoPub돋움체_Pro Medium" panose="02020603020101020101" pitchFamily="18" charset="-127"/>
                <a:ea typeface="KoPub돋움체_Pro Medium" panose="02020603020101020101" pitchFamily="18" charset="-127"/>
                <a:cs typeface="KoPub돋움체_Pro Medium"/>
              </a:rPr>
              <a:t>미래에셋자산운용이</a:t>
            </a:r>
            <a:r>
              <a:rPr lang="ko-KR" altLang="en-US" sz="800" b="0" i="0" dirty="0">
                <a:solidFill>
                  <a:schemeClr val="tx1"/>
                </a:solidFill>
                <a:latin typeface="KoPub돋움체_Pro Medium" panose="02020603020101020101" pitchFamily="18" charset="-127"/>
                <a:ea typeface="KoPub돋움체_Pro Medium" panose="02020603020101020101" pitchFamily="18" charset="-127"/>
                <a:cs typeface="KoPub돋움체_Pro Medium"/>
              </a:rPr>
              <a:t> 제작한 것이며</a:t>
            </a:r>
            <a:r>
              <a:rPr lang="en-US" altLang="ko-KR" sz="800" b="0" i="0" dirty="0">
                <a:solidFill>
                  <a:schemeClr val="tx1"/>
                </a:solidFill>
                <a:latin typeface="KoPub돋움체_Pro Medium" panose="02020603020101020101" pitchFamily="18" charset="-127"/>
                <a:ea typeface="KoPub돋움체_Pro Medium" panose="02020603020101020101" pitchFamily="18" charset="-127"/>
                <a:cs typeface="KoPub돋움체_Pro Medium"/>
              </a:rPr>
              <a:t>, </a:t>
            </a:r>
            <a:r>
              <a:rPr lang="ko-KR" altLang="en-US" sz="800" b="0" i="0" dirty="0">
                <a:solidFill>
                  <a:schemeClr val="tx1"/>
                </a:solidFill>
                <a:latin typeface="KoPub돋움체_Pro Medium" panose="02020603020101020101" pitchFamily="18" charset="-127"/>
                <a:ea typeface="KoPub돋움체_Pro Medium" panose="02020603020101020101" pitchFamily="18" charset="-127"/>
                <a:cs typeface="KoPub돋움체_Pro Medium"/>
              </a:rPr>
              <a:t>투자권유를 위한 광고물로 활용될 수 없고</a:t>
            </a:r>
            <a:r>
              <a:rPr lang="en-US" altLang="ko-KR" sz="800" b="0" i="0" dirty="0">
                <a:solidFill>
                  <a:schemeClr val="tx1"/>
                </a:solidFill>
                <a:latin typeface="KoPub돋움체_Pro Medium" panose="02020603020101020101" pitchFamily="18" charset="-127"/>
                <a:ea typeface="KoPub돋움체_Pro Medium" panose="02020603020101020101" pitchFamily="18" charset="-127"/>
                <a:cs typeface="KoPub돋움체_Pro Medium"/>
              </a:rPr>
              <a:t>, </a:t>
            </a:r>
            <a:r>
              <a:rPr lang="ko-KR" altLang="en-US" sz="800" b="0" i="0" dirty="0">
                <a:solidFill>
                  <a:schemeClr val="tx1"/>
                </a:solidFill>
                <a:latin typeface="KoPub돋움체_Pro Medium" panose="02020603020101020101" pitchFamily="18" charset="-127"/>
                <a:ea typeface="KoPub돋움체_Pro Medium" panose="02020603020101020101" pitchFamily="18" charset="-127"/>
                <a:cs typeface="KoPub돋움체_Pro Medium"/>
              </a:rPr>
              <a:t>투자자에게 배포될 수 없습니다</a:t>
            </a:r>
            <a:r>
              <a:rPr lang="en-US" altLang="ko-KR" sz="800" b="0" i="0" dirty="0">
                <a:solidFill>
                  <a:schemeClr val="tx1"/>
                </a:solidFill>
                <a:latin typeface="KoPub돋움체_Pro Medium" panose="02020603020101020101" pitchFamily="18" charset="-127"/>
                <a:ea typeface="KoPub돋움체_Pro Medium" panose="02020603020101020101" pitchFamily="18" charset="-127"/>
                <a:cs typeface="KoPub돋움체_Pro Medium"/>
              </a:rPr>
              <a:t>. </a:t>
            </a:r>
            <a:r>
              <a:rPr lang="ko-KR" altLang="en-US" sz="800" b="0" i="0" dirty="0">
                <a:solidFill>
                  <a:schemeClr val="tx1"/>
                </a:solidFill>
                <a:latin typeface="KoPub돋움체_Pro Medium" panose="02020603020101020101" pitchFamily="18" charset="-127"/>
                <a:ea typeface="KoPub돋움체_Pro Medium" panose="02020603020101020101" pitchFamily="18" charset="-127"/>
                <a:cs typeface="KoPub돋움체_Pro Medium"/>
              </a:rPr>
              <a:t>본 자료에 수록된 내용은 신뢰할만한 자료 </a:t>
            </a:r>
            <a:br>
              <a:rPr lang="en-US" altLang="ko-KR" sz="800" b="0" i="0" dirty="0">
                <a:solidFill>
                  <a:schemeClr val="tx1"/>
                </a:solidFill>
                <a:latin typeface="KoPub돋움체_Pro Medium" panose="02020603020101020101" pitchFamily="18" charset="-127"/>
                <a:ea typeface="KoPub돋움체_Pro Medium" panose="02020603020101020101" pitchFamily="18" charset="-127"/>
                <a:cs typeface="KoPub돋움체_Pro Medium"/>
              </a:rPr>
            </a:br>
            <a:r>
              <a:rPr lang="ko-KR" altLang="en-US" sz="800" b="0" i="0" dirty="0">
                <a:solidFill>
                  <a:schemeClr val="tx1"/>
                </a:solidFill>
                <a:latin typeface="KoPub돋움체_Pro Medium" panose="02020603020101020101" pitchFamily="18" charset="-127"/>
                <a:ea typeface="KoPub돋움체_Pro Medium" panose="02020603020101020101" pitchFamily="18" charset="-127"/>
                <a:cs typeface="KoPub돋움체_Pro Medium"/>
              </a:rPr>
              <a:t>및 정보로부터 얻어진 것이나 당사는 그 정확성이나 안정성을 보장할 수 없습니다</a:t>
            </a:r>
            <a:r>
              <a:rPr lang="en-US" altLang="ko-KR" sz="800" b="0" i="0" dirty="0">
                <a:solidFill>
                  <a:schemeClr val="tx1"/>
                </a:solidFill>
                <a:latin typeface="KoPub돋움체_Pro Medium" panose="02020603020101020101" pitchFamily="18" charset="-127"/>
                <a:ea typeface="KoPub돋움체_Pro Medium" panose="02020603020101020101" pitchFamily="18" charset="-127"/>
                <a:cs typeface="KoPub돋움체_Pro Medium"/>
              </a:rPr>
              <a:t>. </a:t>
            </a:r>
            <a:r>
              <a:rPr lang="ko-KR" altLang="en-US" sz="800" b="0" i="0" dirty="0">
                <a:solidFill>
                  <a:schemeClr val="tx1"/>
                </a:solidFill>
                <a:latin typeface="KoPub돋움체_Pro Medium" panose="02020603020101020101" pitchFamily="18" charset="-127"/>
                <a:ea typeface="KoPub돋움체_Pro Medium" panose="02020603020101020101" pitchFamily="18" charset="-127"/>
                <a:cs typeface="KoPub돋움체_Pro Medium"/>
              </a:rPr>
              <a:t>따라서 어떠한 경우에도 본 자료는 고객의 투자 결과에 대한 법적 책임소재에 대한 증빙자료로 사용될 수 없습니다</a:t>
            </a:r>
            <a:r>
              <a:rPr lang="en-US" altLang="ko-KR" sz="800" b="0" i="0" dirty="0">
                <a:solidFill>
                  <a:schemeClr val="tx1"/>
                </a:solidFill>
                <a:latin typeface="KoPub돋움체_Pro Medium" panose="02020603020101020101" pitchFamily="18" charset="-127"/>
                <a:ea typeface="KoPub돋움체_Pro Medium" panose="02020603020101020101" pitchFamily="18" charset="-127"/>
                <a:cs typeface="KoPub돋움체_Pro Medium"/>
              </a:rPr>
              <a:t>.</a:t>
            </a:r>
          </a:p>
        </p:txBody>
      </p:sp>
      <p:sp>
        <p:nvSpPr>
          <p:cNvPr id="17" name="Title 1"/>
          <p:cNvSpPr>
            <a:spLocks noGrp="1"/>
          </p:cNvSpPr>
          <p:nvPr>
            <p:ph type="ctrTitle" hasCustomPrompt="1"/>
          </p:nvPr>
        </p:nvSpPr>
        <p:spPr>
          <a:xfrm>
            <a:off x="631825" y="1626931"/>
            <a:ext cx="8605838" cy="984885"/>
          </a:xfrm>
          <a:prstGeom prst="rect">
            <a:avLst/>
          </a:prstGeom>
        </p:spPr>
        <p:txBody>
          <a:bodyPr wrap="square" lIns="0" tIns="0" rIns="0" bIns="0" anchor="t" anchorCtr="0">
            <a:spAutoFit/>
          </a:bodyPr>
          <a:lstStyle>
            <a:lvl1pPr algn="l">
              <a:lnSpc>
                <a:spcPct val="100000"/>
              </a:lnSpc>
              <a:defRPr sz="3200" baseline="0">
                <a:solidFill>
                  <a:schemeClr val="tx1"/>
                </a:solidFill>
                <a:latin typeface="KoPub돋움체_Pro Bold" panose="02020603020101020101" pitchFamily="18" charset="-127"/>
                <a:ea typeface="KoPub돋움체_Pro Bold" panose="02020603020101020101" pitchFamily="18" charset="-127"/>
                <a:cs typeface="KoPub돋움체_Pro Bold" panose="02020603020101020101" pitchFamily="18" charset="-127"/>
              </a:defRPr>
            </a:lvl1pPr>
          </a:lstStyle>
          <a:p>
            <a:r>
              <a:rPr lang="ko-KR" altLang="en-US" dirty="0"/>
              <a:t>제목을</a:t>
            </a:r>
            <a:r>
              <a:rPr lang="en-US" altLang="ko-KR" dirty="0"/>
              <a:t> </a:t>
            </a:r>
            <a:r>
              <a:rPr lang="ko-KR" altLang="en-US" dirty="0"/>
              <a:t>입력하십시오</a:t>
            </a:r>
            <a:br>
              <a:rPr lang="en-US" altLang="ko-KR" dirty="0"/>
            </a:br>
            <a:r>
              <a:rPr lang="en-US" altLang="ko-KR" dirty="0"/>
              <a:t>(1~3</a:t>
            </a:r>
            <a:r>
              <a:rPr lang="ko-KR" altLang="en-US" dirty="0"/>
              <a:t>줄</a:t>
            </a:r>
            <a:r>
              <a:rPr lang="en-US" altLang="ko-KR" dirty="0"/>
              <a:t>)</a:t>
            </a:r>
            <a:endParaRPr lang="en-US" dirty="0"/>
          </a:p>
        </p:txBody>
      </p:sp>
      <p:cxnSp>
        <p:nvCxnSpPr>
          <p:cNvPr id="16" name="직선 연결선[R] 11"/>
          <p:cNvCxnSpPr/>
          <p:nvPr userDrawn="1"/>
        </p:nvCxnSpPr>
        <p:spPr>
          <a:xfrm>
            <a:off x="631942" y="4553991"/>
            <a:ext cx="733111" cy="0"/>
          </a:xfrm>
          <a:prstGeom prst="line">
            <a:avLst/>
          </a:prstGeom>
          <a:ln w="38100">
            <a:solidFill>
              <a:srgbClr val="F58220"/>
            </a:solidFill>
          </a:ln>
        </p:spPr>
        <p:style>
          <a:lnRef idx="1">
            <a:schemeClr val="accent6"/>
          </a:lnRef>
          <a:fillRef idx="0">
            <a:schemeClr val="accent6"/>
          </a:fillRef>
          <a:effectRef idx="0">
            <a:schemeClr val="accent6"/>
          </a:effectRef>
          <a:fontRef idx="minor">
            <a:schemeClr val="tx1"/>
          </a:fontRef>
        </p:style>
      </p:cxnSp>
      <p:sp>
        <p:nvSpPr>
          <p:cNvPr id="20" name="Text Placeholder 8"/>
          <p:cNvSpPr>
            <a:spLocks noGrp="1"/>
          </p:cNvSpPr>
          <p:nvPr>
            <p:ph type="body" sz="quarter" idx="13" hasCustomPrompt="1"/>
          </p:nvPr>
        </p:nvSpPr>
        <p:spPr>
          <a:xfrm>
            <a:off x="631825" y="4848064"/>
            <a:ext cx="4500000" cy="184666"/>
          </a:xfrm>
          <a:prstGeom prst="rect">
            <a:avLst/>
          </a:prstGeom>
        </p:spPr>
        <p:txBody>
          <a:bodyPr vert="horz" lIns="0" tIns="0" rIns="0" bIns="0" anchor="ctr" anchorCtr="0">
            <a:noAutofit/>
          </a:bodyPr>
          <a:lstStyle>
            <a:lvl1pPr marL="0" marR="0" indent="0" algn="l" defTabSz="457109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/>
              <a:buNone/>
              <a:tabLst/>
              <a:defRPr sz="1200">
                <a:solidFill>
                  <a:schemeClr val="tx1"/>
                </a:solidFill>
                <a:latin typeface="KoPub돋움체_Pro Bold" panose="02020603020101020101" pitchFamily="18" charset="-127"/>
                <a:ea typeface="KoPub돋움체_Pro Bold" panose="02020603020101020101" pitchFamily="18" charset="-127"/>
                <a:cs typeface="KoPub돋움체_Pro Bold" panose="02020603020101020101" pitchFamily="18" charset="-127"/>
              </a:defRPr>
            </a:lvl1pPr>
          </a:lstStyle>
          <a:p>
            <a:pPr marL="0" marR="0" lvl="0" indent="0" algn="l" defTabSz="457109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/>
              <a:buNone/>
              <a:tabLst/>
              <a:defRPr/>
            </a:pPr>
            <a:r>
              <a:rPr lang="ko-KR" altLang="en-US" dirty="0"/>
              <a:t>소속 </a:t>
            </a:r>
            <a:r>
              <a:rPr lang="en-US" altLang="ko-KR" dirty="0"/>
              <a:t>/</a:t>
            </a:r>
            <a:r>
              <a:rPr lang="ko-KR" altLang="en-US" dirty="0"/>
              <a:t> 이름</a:t>
            </a:r>
            <a:endParaRPr lang="en-US" dirty="0"/>
          </a:p>
        </p:txBody>
      </p:sp>
      <p:sp>
        <p:nvSpPr>
          <p:cNvPr id="24" name="Text Placeholder 8"/>
          <p:cNvSpPr>
            <a:spLocks noGrp="1"/>
          </p:cNvSpPr>
          <p:nvPr>
            <p:ph type="body" sz="quarter" idx="14" hasCustomPrompt="1"/>
          </p:nvPr>
        </p:nvSpPr>
        <p:spPr>
          <a:xfrm>
            <a:off x="631825" y="5108218"/>
            <a:ext cx="4500000" cy="184666"/>
          </a:xfrm>
          <a:prstGeom prst="rect">
            <a:avLst/>
          </a:prstGeom>
        </p:spPr>
        <p:txBody>
          <a:bodyPr vert="horz" lIns="0" tIns="0" rIns="0" bIns="0" anchor="ctr" anchorCtr="0">
            <a:noAutofit/>
          </a:bodyPr>
          <a:lstStyle>
            <a:lvl1pPr marL="0" marR="0" indent="0" algn="l" defTabSz="457109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/>
              <a:buNone/>
              <a:tabLst/>
              <a:defRPr sz="1200">
                <a:solidFill>
                  <a:schemeClr val="tx1"/>
                </a:solidFill>
                <a:latin typeface="KoPub돋움체_Pro Bold" panose="02020603020101020101" pitchFamily="18" charset="-127"/>
                <a:ea typeface="KoPub돋움체_Pro Bold" panose="02020603020101020101" pitchFamily="18" charset="-127"/>
                <a:cs typeface="KoPub돋움체_Pro Bold" panose="02020603020101020101" pitchFamily="18" charset="-127"/>
              </a:defRPr>
            </a:lvl1pPr>
          </a:lstStyle>
          <a:p>
            <a:pPr marL="0" marR="0" lvl="0" indent="0" algn="l" defTabSz="457109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/>
              <a:buNone/>
              <a:tabLst/>
              <a:defRPr/>
            </a:pPr>
            <a:r>
              <a:rPr lang="en-US" altLang="ko-KR" dirty="0"/>
              <a:t>YYYY.MM</a:t>
            </a:r>
          </a:p>
        </p:txBody>
      </p:sp>
    </p:spTree>
    <p:extLst>
      <p:ext uri="{BB962C8B-B14F-4D97-AF65-F5344CB8AC3E}">
        <p14:creationId xmlns:p14="http://schemas.microsoft.com/office/powerpoint/2010/main" val="2014554720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3748">
          <p15:clr>
            <a:srgbClr val="FBAE40"/>
          </p15:clr>
        </p15:guide>
      </p15:sldGuideLst>
    </p:ext>
  </p:extLst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표지_Type D-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Slide Number Placeholder 5"/>
          <p:cNvSpPr txBox="1">
            <a:spLocks/>
          </p:cNvSpPr>
          <p:nvPr userDrawn="1"/>
        </p:nvSpPr>
        <p:spPr>
          <a:xfrm>
            <a:off x="631825" y="5923846"/>
            <a:ext cx="6768000" cy="465640"/>
          </a:xfrm>
          <a:prstGeom prst="rect">
            <a:avLst/>
          </a:prstGeom>
        </p:spPr>
        <p:txBody>
          <a:bodyPr vert="horz" lIns="0" tIns="0" rIns="0" bIns="0" rtlCol="0" anchor="t" anchorCtr="0">
            <a:spAutoFit/>
          </a:bodyPr>
          <a:lstStyle>
            <a:defPPr>
              <a:defRPr lang="en-US"/>
            </a:defPPr>
            <a:lvl1pPr marL="0" algn="l" defTabSz="457200" rtl="0" eaLnBrk="1" latinLnBrk="0" hangingPunct="1">
              <a:defRPr sz="700" b="0" i="0" kern="1200">
                <a:solidFill>
                  <a:srgbClr val="48535B"/>
                </a:solidFill>
                <a:latin typeface="Noto Sans"/>
                <a:ea typeface="KoPub돋움체_Pro Medium"/>
                <a:cs typeface="Noto San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l">
              <a:lnSpc>
                <a:spcPct val="114000"/>
              </a:lnSpc>
            </a:pPr>
            <a:r>
              <a:rPr lang="ko-KR" altLang="en-US" sz="900" b="0" i="0" dirty="0">
                <a:solidFill>
                  <a:schemeClr val="tx1"/>
                </a:solidFill>
                <a:latin typeface="KoPub돋움체_Pro Medium" panose="02020603020101020101" pitchFamily="18" charset="-127"/>
                <a:ea typeface="KoPub돋움체_Pro Medium" panose="02020603020101020101" pitchFamily="18" charset="-127"/>
                <a:cs typeface="KoPub돋움체_Pro Medium"/>
              </a:rPr>
              <a:t>본 자료는 </a:t>
            </a:r>
            <a:r>
              <a:rPr lang="ko-KR" altLang="en-US" sz="900" b="0" i="0" dirty="0" err="1">
                <a:solidFill>
                  <a:schemeClr val="tx1"/>
                </a:solidFill>
                <a:latin typeface="KoPub돋움체_Pro Medium" panose="02020603020101020101" pitchFamily="18" charset="-127"/>
                <a:ea typeface="KoPub돋움체_Pro Medium" panose="02020603020101020101" pitchFamily="18" charset="-127"/>
                <a:cs typeface="KoPub돋움체_Pro Medium"/>
              </a:rPr>
              <a:t>미래에셋자산운용이</a:t>
            </a:r>
            <a:r>
              <a:rPr lang="ko-KR" altLang="en-US" sz="900" b="0" i="0" dirty="0">
                <a:solidFill>
                  <a:schemeClr val="tx1"/>
                </a:solidFill>
                <a:latin typeface="KoPub돋움체_Pro Medium" panose="02020603020101020101" pitchFamily="18" charset="-127"/>
                <a:ea typeface="KoPub돋움체_Pro Medium" panose="02020603020101020101" pitchFamily="18" charset="-127"/>
                <a:cs typeface="KoPub돋움체_Pro Medium"/>
              </a:rPr>
              <a:t> 제작한 것이며</a:t>
            </a:r>
            <a:r>
              <a:rPr lang="en-US" altLang="ko-KR" sz="900" b="0" i="0" dirty="0">
                <a:solidFill>
                  <a:schemeClr val="tx1"/>
                </a:solidFill>
                <a:latin typeface="KoPub돋움체_Pro Medium" panose="02020603020101020101" pitchFamily="18" charset="-127"/>
                <a:ea typeface="KoPub돋움체_Pro Medium" panose="02020603020101020101" pitchFamily="18" charset="-127"/>
                <a:cs typeface="KoPub돋움체_Pro Medium"/>
              </a:rPr>
              <a:t>, </a:t>
            </a:r>
            <a:r>
              <a:rPr lang="ko-KR" altLang="en-US" sz="900" b="0" i="0" dirty="0">
                <a:solidFill>
                  <a:schemeClr val="tx1"/>
                </a:solidFill>
                <a:latin typeface="KoPub돋움체_Pro Medium" panose="02020603020101020101" pitchFamily="18" charset="-127"/>
                <a:ea typeface="KoPub돋움체_Pro Medium" panose="02020603020101020101" pitchFamily="18" charset="-127"/>
                <a:cs typeface="KoPub돋움체_Pro Medium"/>
              </a:rPr>
              <a:t>투자권유를 위한 광고물로 활용될 수 없고</a:t>
            </a:r>
            <a:r>
              <a:rPr lang="en-US" altLang="ko-KR" sz="900" b="0" i="0" dirty="0">
                <a:solidFill>
                  <a:schemeClr val="tx1"/>
                </a:solidFill>
                <a:latin typeface="KoPub돋움체_Pro Medium" panose="02020603020101020101" pitchFamily="18" charset="-127"/>
                <a:ea typeface="KoPub돋움체_Pro Medium" panose="02020603020101020101" pitchFamily="18" charset="-127"/>
                <a:cs typeface="KoPub돋움체_Pro Medium"/>
              </a:rPr>
              <a:t>, </a:t>
            </a:r>
            <a:r>
              <a:rPr lang="ko-KR" altLang="en-US" sz="900" b="0" i="0" dirty="0">
                <a:solidFill>
                  <a:schemeClr val="tx1"/>
                </a:solidFill>
                <a:latin typeface="KoPub돋움체_Pro Medium" panose="02020603020101020101" pitchFamily="18" charset="-127"/>
                <a:ea typeface="KoPub돋움체_Pro Medium" panose="02020603020101020101" pitchFamily="18" charset="-127"/>
                <a:cs typeface="KoPub돋움체_Pro Medium"/>
              </a:rPr>
              <a:t>투자자에게 배포될 수 없습니다</a:t>
            </a:r>
            <a:r>
              <a:rPr lang="en-US" altLang="ko-KR" sz="900" b="0" i="0" dirty="0">
                <a:solidFill>
                  <a:schemeClr val="tx1"/>
                </a:solidFill>
                <a:latin typeface="KoPub돋움체_Pro Medium" panose="02020603020101020101" pitchFamily="18" charset="-127"/>
                <a:ea typeface="KoPub돋움체_Pro Medium" panose="02020603020101020101" pitchFamily="18" charset="-127"/>
                <a:cs typeface="KoPub돋움체_Pro Medium"/>
              </a:rPr>
              <a:t>.</a:t>
            </a:r>
            <a:r>
              <a:rPr lang="en-US" altLang="ko-KR" sz="900" b="0" i="0" baseline="0" dirty="0">
                <a:solidFill>
                  <a:schemeClr val="tx1"/>
                </a:solidFill>
                <a:latin typeface="KoPub돋움체_Pro Medium" panose="02020603020101020101" pitchFamily="18" charset="-127"/>
                <a:ea typeface="KoPub돋움체_Pro Medium" panose="02020603020101020101" pitchFamily="18" charset="-127"/>
                <a:cs typeface="KoPub돋움체_Pro Medium"/>
              </a:rPr>
              <a:t> </a:t>
            </a:r>
            <a:r>
              <a:rPr lang="ko-KR" altLang="en-US" sz="900" b="0" i="0" dirty="0">
                <a:solidFill>
                  <a:schemeClr val="tx1"/>
                </a:solidFill>
                <a:latin typeface="KoPub돋움체_Pro Medium" panose="02020603020101020101" pitchFamily="18" charset="-127"/>
                <a:ea typeface="KoPub돋움체_Pro Medium" panose="02020603020101020101" pitchFamily="18" charset="-127"/>
                <a:cs typeface="KoPub돋움체_Pro Medium"/>
              </a:rPr>
              <a:t>본 자료에 수록된 내용은 신뢰할만한 자료 및 정보로부터 얻어진 것이나 당사는 그 정확성이나 안정성을 보장할 수 없습니다</a:t>
            </a:r>
            <a:r>
              <a:rPr lang="en-US" altLang="ko-KR" sz="900" b="0" i="0" dirty="0">
                <a:solidFill>
                  <a:schemeClr val="tx1"/>
                </a:solidFill>
                <a:latin typeface="KoPub돋움체_Pro Medium" panose="02020603020101020101" pitchFamily="18" charset="-127"/>
                <a:ea typeface="KoPub돋움체_Pro Medium" panose="02020603020101020101" pitchFamily="18" charset="-127"/>
                <a:cs typeface="KoPub돋움체_Pro Medium"/>
              </a:rPr>
              <a:t>. </a:t>
            </a:r>
            <a:r>
              <a:rPr lang="ko-KR" altLang="en-US" sz="900" b="0" i="0" dirty="0">
                <a:solidFill>
                  <a:schemeClr val="tx1"/>
                </a:solidFill>
                <a:latin typeface="KoPub돋움체_Pro Medium" panose="02020603020101020101" pitchFamily="18" charset="-127"/>
                <a:ea typeface="KoPub돋움체_Pro Medium" panose="02020603020101020101" pitchFamily="18" charset="-127"/>
                <a:cs typeface="KoPub돋움체_Pro Medium"/>
              </a:rPr>
              <a:t>따라서 어떠한 경우에도 본 자료는 고객의 투자 결과에 대한 법적 책임소재에 대한 증빙자료로 사용될 수 없습니다</a:t>
            </a:r>
            <a:r>
              <a:rPr lang="en-US" altLang="ko-KR" sz="900" b="0" i="0" dirty="0">
                <a:solidFill>
                  <a:schemeClr val="tx1"/>
                </a:solidFill>
                <a:latin typeface="KoPub돋움체_Pro Medium" panose="02020603020101020101" pitchFamily="18" charset="-127"/>
                <a:ea typeface="KoPub돋움체_Pro Medium" panose="02020603020101020101" pitchFamily="18" charset="-127"/>
                <a:cs typeface="KoPub돋움체_Pro Medium"/>
              </a:rPr>
              <a:t>.</a:t>
            </a:r>
          </a:p>
        </p:txBody>
      </p:sp>
      <p:sp>
        <p:nvSpPr>
          <p:cNvPr id="15" name="직사각형 14"/>
          <p:cNvSpPr/>
          <p:nvPr userDrawn="1"/>
        </p:nvSpPr>
        <p:spPr>
          <a:xfrm flipV="1">
            <a:off x="794" y="946937"/>
            <a:ext cx="9904413" cy="3941769"/>
          </a:xfrm>
          <a:prstGeom prst="rect">
            <a:avLst/>
          </a:prstGeom>
          <a:solidFill>
            <a:srgbClr val="F582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ko-KR" altLang="en-US" sz="1800">
              <a:solidFill>
                <a:srgbClr val="F58220"/>
              </a:solidFill>
            </a:endParaRPr>
          </a:p>
        </p:txBody>
      </p:sp>
      <p:sp>
        <p:nvSpPr>
          <p:cNvPr id="16" name="직사각형 15"/>
          <p:cNvSpPr/>
          <p:nvPr userDrawn="1"/>
        </p:nvSpPr>
        <p:spPr>
          <a:xfrm flipV="1">
            <a:off x="0" y="4866962"/>
            <a:ext cx="9904413" cy="45719"/>
          </a:xfrm>
          <a:prstGeom prst="rect">
            <a:avLst/>
          </a:prstGeom>
          <a:solidFill>
            <a:srgbClr val="0042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ko-KR" altLang="en-US" sz="1800">
              <a:solidFill>
                <a:srgbClr val="F58220"/>
              </a:solidFill>
            </a:endParaRPr>
          </a:p>
        </p:txBody>
      </p:sp>
      <p:sp>
        <p:nvSpPr>
          <p:cNvPr id="8" name="텍스트 개체 틀 30"/>
          <p:cNvSpPr>
            <a:spLocks noGrp="1"/>
          </p:cNvSpPr>
          <p:nvPr>
            <p:ph type="body" sz="quarter" idx="10" hasCustomPrompt="1"/>
          </p:nvPr>
        </p:nvSpPr>
        <p:spPr>
          <a:xfrm>
            <a:off x="631825" y="180222"/>
            <a:ext cx="5040000" cy="138499"/>
          </a:xfrm>
          <a:prstGeom prst="rect">
            <a:avLst/>
          </a:prstGeom>
        </p:spPr>
        <p:txBody>
          <a:bodyPr lIns="0" tIns="0" rIns="0" bIns="0" anchor="ctr" anchorCtr="0">
            <a:spAutoFit/>
          </a:bodyPr>
          <a:lstStyle>
            <a:lvl1pPr marL="0" indent="0">
              <a:buNone/>
              <a:defRPr sz="1000">
                <a:solidFill>
                  <a:schemeClr val="tx1"/>
                </a:solidFill>
                <a:latin typeface="KoPub돋움체_Pro Medium" pitchFamily="18" charset="-127"/>
                <a:ea typeface="KoPub돋움체_Pro Medium" pitchFamily="18" charset="-127"/>
              </a:defRPr>
            </a:lvl1pPr>
          </a:lstStyle>
          <a:p>
            <a:pPr lvl="0"/>
            <a:r>
              <a:rPr lang="ko-KR" altLang="en-US" dirty="0" err="1"/>
              <a:t>심의필</a:t>
            </a:r>
            <a:r>
              <a:rPr lang="ko-KR" altLang="en-US" dirty="0"/>
              <a:t> 번호 및 획득 날짜 기입</a:t>
            </a:r>
          </a:p>
        </p:txBody>
      </p:sp>
      <p:pic>
        <p:nvPicPr>
          <p:cNvPr id="10" name="그림 9"/>
          <p:cNvPicPr>
            <a:picLocks noChangeAspect="1"/>
          </p:cNvPicPr>
          <p:nvPr userDrawn="1"/>
        </p:nvPicPr>
        <p:blipFill>
          <a:blip r:embed="rId2"/>
          <a:srcRect/>
          <a:stretch/>
        </p:blipFill>
        <p:spPr>
          <a:xfrm>
            <a:off x="7456975" y="5629551"/>
            <a:ext cx="2124681" cy="848595"/>
          </a:xfrm>
          <a:prstGeom prst="rect">
            <a:avLst/>
          </a:prstGeom>
        </p:spPr>
      </p:pic>
      <p:sp>
        <p:nvSpPr>
          <p:cNvPr id="23" name="Title 1"/>
          <p:cNvSpPr>
            <a:spLocks noGrp="1"/>
          </p:cNvSpPr>
          <p:nvPr>
            <p:ph type="ctrTitle" hasCustomPrompt="1"/>
          </p:nvPr>
        </p:nvSpPr>
        <p:spPr>
          <a:xfrm>
            <a:off x="631825" y="1626931"/>
            <a:ext cx="8605838" cy="1231106"/>
          </a:xfrm>
          <a:prstGeom prst="rect">
            <a:avLst/>
          </a:prstGeom>
        </p:spPr>
        <p:txBody>
          <a:bodyPr wrap="square" lIns="0" tIns="0" rIns="0" bIns="0" anchor="t" anchorCtr="0">
            <a:spAutoFit/>
          </a:bodyPr>
          <a:lstStyle>
            <a:lvl1pPr algn="l">
              <a:lnSpc>
                <a:spcPct val="100000"/>
              </a:lnSpc>
              <a:defRPr sz="4000" baseline="0">
                <a:solidFill>
                  <a:schemeClr val="tx1"/>
                </a:solidFill>
                <a:latin typeface="KoPub돋움체_Pro Bold" panose="02020603020101020101" pitchFamily="18" charset="-127"/>
                <a:ea typeface="KoPub돋움체_Pro Bold" panose="02020603020101020101" pitchFamily="18" charset="-127"/>
                <a:cs typeface="KoPub돋움체_Pro Bold" panose="02020603020101020101" pitchFamily="18" charset="-127"/>
              </a:defRPr>
            </a:lvl1pPr>
          </a:lstStyle>
          <a:p>
            <a:r>
              <a:rPr lang="ko-KR" altLang="en-US" dirty="0"/>
              <a:t>제목을</a:t>
            </a:r>
            <a:r>
              <a:rPr lang="en-US" altLang="ko-KR" dirty="0"/>
              <a:t> </a:t>
            </a:r>
            <a:r>
              <a:rPr lang="ko-KR" altLang="en-US" dirty="0"/>
              <a:t>입력하십시오</a:t>
            </a:r>
            <a:br>
              <a:rPr lang="en-US" altLang="ko-KR" dirty="0"/>
            </a:br>
            <a:r>
              <a:rPr lang="en-US" altLang="ko-KR" dirty="0"/>
              <a:t>(1~3</a:t>
            </a:r>
            <a:r>
              <a:rPr lang="ko-KR" altLang="en-US" dirty="0"/>
              <a:t>줄</a:t>
            </a:r>
            <a:r>
              <a:rPr lang="en-US" altLang="ko-KR" dirty="0"/>
              <a:t>)</a:t>
            </a:r>
            <a:endParaRPr lang="en-US" dirty="0"/>
          </a:p>
        </p:txBody>
      </p:sp>
      <p:cxnSp>
        <p:nvCxnSpPr>
          <p:cNvPr id="24" name="직선 연결선[R] 11"/>
          <p:cNvCxnSpPr/>
          <p:nvPr userDrawn="1"/>
        </p:nvCxnSpPr>
        <p:spPr>
          <a:xfrm>
            <a:off x="631942" y="3651543"/>
            <a:ext cx="733111" cy="0"/>
          </a:xfrm>
          <a:prstGeom prst="line">
            <a:avLst/>
          </a:prstGeom>
          <a:ln w="38100">
            <a:solidFill>
              <a:schemeClr val="tx1"/>
            </a:solidFill>
          </a:ln>
        </p:spPr>
        <p:style>
          <a:lnRef idx="1">
            <a:schemeClr val="accent6"/>
          </a:lnRef>
          <a:fillRef idx="0">
            <a:schemeClr val="accent6"/>
          </a:fillRef>
          <a:effectRef idx="0">
            <a:schemeClr val="accent6"/>
          </a:effectRef>
          <a:fontRef idx="minor">
            <a:schemeClr val="tx1"/>
          </a:fontRef>
        </p:style>
      </p:cxnSp>
      <p:sp>
        <p:nvSpPr>
          <p:cNvPr id="25" name="Text Placeholder 8"/>
          <p:cNvSpPr>
            <a:spLocks noGrp="1"/>
          </p:cNvSpPr>
          <p:nvPr>
            <p:ph type="body" sz="quarter" idx="13" hasCustomPrompt="1"/>
          </p:nvPr>
        </p:nvSpPr>
        <p:spPr>
          <a:xfrm>
            <a:off x="631825" y="3945616"/>
            <a:ext cx="4500000" cy="184666"/>
          </a:xfrm>
          <a:prstGeom prst="rect">
            <a:avLst/>
          </a:prstGeom>
        </p:spPr>
        <p:txBody>
          <a:bodyPr vert="horz" lIns="0" tIns="0" rIns="0" bIns="0" anchor="ctr" anchorCtr="0">
            <a:noAutofit/>
          </a:bodyPr>
          <a:lstStyle>
            <a:lvl1pPr marL="0" marR="0" indent="0" algn="l" defTabSz="457109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/>
              <a:buNone/>
              <a:tabLst/>
              <a:defRPr sz="1600">
                <a:solidFill>
                  <a:schemeClr val="tx1"/>
                </a:solidFill>
                <a:latin typeface="KoPub돋움체_Pro Bold" panose="02020603020101020101" pitchFamily="18" charset="-127"/>
                <a:ea typeface="KoPub돋움체_Pro Bold" panose="02020603020101020101" pitchFamily="18" charset="-127"/>
                <a:cs typeface="KoPub돋움체_Pro Bold" panose="02020603020101020101" pitchFamily="18" charset="-127"/>
              </a:defRPr>
            </a:lvl1pPr>
          </a:lstStyle>
          <a:p>
            <a:pPr marL="0" marR="0" lvl="0" indent="0" algn="l" defTabSz="457109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/>
              <a:buNone/>
              <a:tabLst/>
              <a:defRPr/>
            </a:pPr>
            <a:r>
              <a:rPr lang="ko-KR" altLang="en-US" dirty="0"/>
              <a:t>소속 </a:t>
            </a:r>
            <a:r>
              <a:rPr lang="en-US" altLang="ko-KR" dirty="0"/>
              <a:t>/</a:t>
            </a:r>
            <a:r>
              <a:rPr lang="ko-KR" altLang="en-US" dirty="0"/>
              <a:t> 이름</a:t>
            </a:r>
            <a:endParaRPr lang="en-US" dirty="0"/>
          </a:p>
        </p:txBody>
      </p:sp>
      <p:sp>
        <p:nvSpPr>
          <p:cNvPr id="29" name="Text Placeholder 8"/>
          <p:cNvSpPr>
            <a:spLocks noGrp="1"/>
          </p:cNvSpPr>
          <p:nvPr>
            <p:ph type="body" sz="quarter" idx="14" hasCustomPrompt="1"/>
          </p:nvPr>
        </p:nvSpPr>
        <p:spPr>
          <a:xfrm>
            <a:off x="631825" y="4231170"/>
            <a:ext cx="4500000" cy="184666"/>
          </a:xfrm>
          <a:prstGeom prst="rect">
            <a:avLst/>
          </a:prstGeom>
        </p:spPr>
        <p:txBody>
          <a:bodyPr vert="horz" lIns="0" tIns="0" rIns="0" bIns="0" anchor="ctr" anchorCtr="0">
            <a:noAutofit/>
          </a:bodyPr>
          <a:lstStyle>
            <a:lvl1pPr marL="0" marR="0" indent="0" algn="l" defTabSz="457109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/>
              <a:buNone/>
              <a:tabLst/>
              <a:defRPr sz="1600">
                <a:solidFill>
                  <a:schemeClr val="tx1"/>
                </a:solidFill>
                <a:latin typeface="KoPub돋움체_Pro Bold" panose="02020603020101020101" pitchFamily="18" charset="-127"/>
                <a:ea typeface="KoPub돋움체_Pro Bold" panose="02020603020101020101" pitchFamily="18" charset="-127"/>
                <a:cs typeface="KoPub돋움체_Pro Bold" panose="02020603020101020101" pitchFamily="18" charset="-127"/>
              </a:defRPr>
            </a:lvl1pPr>
          </a:lstStyle>
          <a:p>
            <a:pPr marL="0" marR="0" lvl="0" indent="0" algn="l" defTabSz="457109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/>
              <a:buNone/>
              <a:tabLst/>
              <a:defRPr/>
            </a:pPr>
            <a:r>
              <a:rPr lang="en-US" altLang="ko-KR" dirty="0"/>
              <a:t>YYYY.MM</a:t>
            </a:r>
          </a:p>
        </p:txBody>
      </p:sp>
      <p:sp>
        <p:nvSpPr>
          <p:cNvPr id="18" name="TextBox 17"/>
          <p:cNvSpPr txBox="1">
            <a:spLocks noChangeArrowheads="1"/>
          </p:cNvSpPr>
          <p:nvPr userDrawn="1"/>
        </p:nvSpPr>
        <p:spPr bwMode="auto">
          <a:xfrm>
            <a:off x="631825" y="5610971"/>
            <a:ext cx="6768000" cy="18158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spAutoFit/>
          </a:bodyPr>
          <a:lstStyle>
            <a:lvl1pPr eaLnBrk="0" hangingPunct="0">
              <a:defRPr kumimoji="1">
                <a:solidFill>
                  <a:schemeClr val="tx1"/>
                </a:solidFill>
                <a:latin typeface="맑은 고딕" pitchFamily="50" charset="-127"/>
                <a:ea typeface="굴림" pitchFamily="50" charset="-127"/>
              </a:defRPr>
            </a:lvl1pPr>
            <a:lvl2pPr marL="742950" indent="-285750" eaLnBrk="0" hangingPunct="0">
              <a:defRPr kumimoji="1">
                <a:solidFill>
                  <a:schemeClr val="tx1"/>
                </a:solidFill>
                <a:latin typeface="맑은 고딕" pitchFamily="50" charset="-127"/>
                <a:ea typeface="굴림" pitchFamily="50" charset="-127"/>
              </a:defRPr>
            </a:lvl2pPr>
            <a:lvl3pPr marL="1143000" indent="-228600" eaLnBrk="0" hangingPunct="0">
              <a:defRPr kumimoji="1">
                <a:solidFill>
                  <a:schemeClr val="tx1"/>
                </a:solidFill>
                <a:latin typeface="맑은 고딕" pitchFamily="50" charset="-127"/>
                <a:ea typeface="굴림" pitchFamily="50" charset="-127"/>
              </a:defRPr>
            </a:lvl3pPr>
            <a:lvl4pPr marL="1600200" indent="-228600" eaLnBrk="0" hangingPunct="0">
              <a:defRPr kumimoji="1">
                <a:solidFill>
                  <a:schemeClr val="tx1"/>
                </a:solidFill>
                <a:latin typeface="맑은 고딕" pitchFamily="50" charset="-127"/>
                <a:ea typeface="굴림" pitchFamily="50" charset="-127"/>
              </a:defRPr>
            </a:lvl4pPr>
            <a:lvl5pPr marL="2057400" indent="-228600" eaLnBrk="0" hangingPunct="0">
              <a:defRPr kumimoji="1">
                <a:solidFill>
                  <a:schemeClr val="tx1"/>
                </a:solidFill>
                <a:latin typeface="맑은 고딕" pitchFamily="50" charset="-127"/>
                <a:ea typeface="굴림" pitchFamily="50" charset="-127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맑은 고딕" pitchFamily="50" charset="-127"/>
                <a:ea typeface="굴림" pitchFamily="50" charset="-127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맑은 고딕" pitchFamily="50" charset="-127"/>
                <a:ea typeface="굴림" pitchFamily="50" charset="-127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맑은 고딕" pitchFamily="50" charset="-127"/>
                <a:ea typeface="굴림" pitchFamily="50" charset="-127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맑은 고딕" pitchFamily="50" charset="-127"/>
                <a:ea typeface="굴림" pitchFamily="50" charset="-127"/>
              </a:defRPr>
            </a:lvl9pPr>
          </a:lstStyle>
          <a:p>
            <a:pPr eaLnBrk="1" hangingPunct="1">
              <a:defRPr/>
            </a:pPr>
            <a:r>
              <a:rPr lang="en-US" altLang="ko-KR" sz="1180" b="1" dirty="0">
                <a:solidFill>
                  <a:srgbClr val="E12F00"/>
                </a:solidFill>
                <a:latin typeface="KoPub돋움체_Pro Bold" pitchFamily="18" charset="-127"/>
                <a:ea typeface="KoPub돋움체_Pro Bold" pitchFamily="18" charset="-127"/>
              </a:rPr>
              <a:t>※ </a:t>
            </a:r>
            <a:r>
              <a:rPr lang="ko-KR" altLang="en-US" sz="1180" b="1" dirty="0">
                <a:solidFill>
                  <a:srgbClr val="E12F00"/>
                </a:solidFill>
                <a:latin typeface="KoPub돋움체_Pro Bold" pitchFamily="18" charset="-127"/>
                <a:ea typeface="KoPub돋움체_Pro Bold" pitchFamily="18" charset="-127"/>
              </a:rPr>
              <a:t>본 자료는 </a:t>
            </a:r>
            <a:r>
              <a:rPr lang="ko-KR" altLang="en-US" sz="1180" b="1" dirty="0" err="1">
                <a:solidFill>
                  <a:srgbClr val="E12F00"/>
                </a:solidFill>
                <a:latin typeface="KoPub돋움체_Pro Bold" pitchFamily="18" charset="-127"/>
                <a:ea typeface="KoPub돋움체_Pro Bold" pitchFamily="18" charset="-127"/>
              </a:rPr>
              <a:t>판매사</a:t>
            </a:r>
            <a:r>
              <a:rPr lang="ko-KR" altLang="en-US" sz="1180" dirty="0">
                <a:solidFill>
                  <a:srgbClr val="E12F00"/>
                </a:solidFill>
                <a:latin typeface="KoPub돋움체_Pro Bold" pitchFamily="18" charset="-127"/>
                <a:ea typeface="KoPub돋움체_Pro Bold" pitchFamily="18" charset="-127"/>
              </a:rPr>
              <a:t> </a:t>
            </a:r>
            <a:r>
              <a:rPr lang="ko-KR" altLang="en-US" sz="1180" b="1" dirty="0" err="1">
                <a:solidFill>
                  <a:srgbClr val="E12F00"/>
                </a:solidFill>
                <a:latin typeface="KoPub돋움체_Pro Bold" pitchFamily="18" charset="-127"/>
                <a:ea typeface="KoPub돋움체_Pro Bold" pitchFamily="18" charset="-127"/>
              </a:rPr>
              <a:t>사내한</a:t>
            </a:r>
            <a:r>
              <a:rPr lang="ko-KR" altLang="en-US" sz="1180" b="1" dirty="0">
                <a:solidFill>
                  <a:srgbClr val="E12F00"/>
                </a:solidFill>
                <a:latin typeface="KoPub돋움체_Pro Bold" pitchFamily="18" charset="-127"/>
                <a:ea typeface="KoPub돋움체_Pro Bold" pitchFamily="18" charset="-127"/>
              </a:rPr>
              <a:t> 자료로 작성되었으며 투자자에게 배포될 수 없습니다</a:t>
            </a:r>
            <a:r>
              <a:rPr lang="en-US" altLang="ko-KR" sz="1180" b="1" dirty="0">
                <a:solidFill>
                  <a:srgbClr val="E12F00"/>
                </a:solidFill>
                <a:latin typeface="KoPub돋움체_Pro Bold" pitchFamily="18" charset="-127"/>
                <a:ea typeface="KoPub돋움체_Pro Bold" pitchFamily="18" charset="-127"/>
              </a:rPr>
              <a:t>. </a:t>
            </a:r>
            <a:r>
              <a:rPr lang="ko-KR" altLang="en-US" sz="1180" b="1" dirty="0">
                <a:solidFill>
                  <a:srgbClr val="E12F00"/>
                </a:solidFill>
                <a:latin typeface="KoPub돋움체_Pro Bold" pitchFamily="18" charset="-127"/>
                <a:ea typeface="KoPub돋움체_Pro Bold" pitchFamily="18" charset="-127"/>
              </a:rPr>
              <a:t>외부 유출에 유의해 주십시오</a:t>
            </a:r>
            <a:r>
              <a:rPr lang="en-US" altLang="ko-KR" sz="1180" b="1" dirty="0">
                <a:solidFill>
                  <a:srgbClr val="E12F00"/>
                </a:solidFill>
                <a:latin typeface="KoPub돋움체_Pro Bold" pitchFamily="18" charset="-127"/>
                <a:ea typeface="KoPub돋움체_Pro Bold" pitchFamily="18" charset="-127"/>
              </a:rPr>
              <a:t>.</a:t>
            </a:r>
            <a:endParaRPr lang="ko-KR" altLang="en-US" sz="1180" b="1" dirty="0">
              <a:solidFill>
                <a:srgbClr val="E12F00"/>
              </a:solidFill>
              <a:latin typeface="KoPub돋움체_Pro Bold" pitchFamily="18" charset="-127"/>
              <a:ea typeface="KoPub돋움체_Pro Bold" pitchFamily="18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331166155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3748">
          <p15:clr>
            <a:srgbClr val="FBAE40"/>
          </p15:clr>
        </p15:guide>
      </p15:sldGuideLst>
    </p:ext>
  </p:extLst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표지_Type D-2_고객사 로고 추가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2" name="그림 11"/>
          <p:cNvPicPr>
            <a:picLocks noChangeAspect="1"/>
          </p:cNvPicPr>
          <p:nvPr userDrawn="1"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451836" y="5834062"/>
            <a:ext cx="1746821" cy="475298"/>
          </a:xfrm>
          <a:prstGeom prst="rect">
            <a:avLst/>
          </a:prstGeom>
        </p:spPr>
      </p:pic>
      <p:sp>
        <p:nvSpPr>
          <p:cNvPr id="15" name="직사각형 14"/>
          <p:cNvSpPr/>
          <p:nvPr userDrawn="1"/>
        </p:nvSpPr>
        <p:spPr>
          <a:xfrm flipV="1">
            <a:off x="794" y="946937"/>
            <a:ext cx="9904413" cy="3941769"/>
          </a:xfrm>
          <a:prstGeom prst="rect">
            <a:avLst/>
          </a:prstGeom>
          <a:solidFill>
            <a:srgbClr val="F582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ko-KR" altLang="en-US" sz="1800">
              <a:solidFill>
                <a:srgbClr val="F58220"/>
              </a:solidFill>
            </a:endParaRPr>
          </a:p>
        </p:txBody>
      </p:sp>
      <p:sp>
        <p:nvSpPr>
          <p:cNvPr id="16" name="직사각형 15"/>
          <p:cNvSpPr/>
          <p:nvPr userDrawn="1"/>
        </p:nvSpPr>
        <p:spPr>
          <a:xfrm flipV="1">
            <a:off x="0" y="4866962"/>
            <a:ext cx="9904413" cy="45719"/>
          </a:xfrm>
          <a:prstGeom prst="rect">
            <a:avLst/>
          </a:prstGeom>
          <a:solidFill>
            <a:srgbClr val="0042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ko-KR" altLang="en-US" sz="1800">
              <a:solidFill>
                <a:srgbClr val="F58220"/>
              </a:solidFill>
            </a:endParaRPr>
          </a:p>
        </p:txBody>
      </p:sp>
      <p:sp>
        <p:nvSpPr>
          <p:cNvPr id="8" name="텍스트 개체 틀 30"/>
          <p:cNvSpPr>
            <a:spLocks noGrp="1"/>
          </p:cNvSpPr>
          <p:nvPr>
            <p:ph type="body" sz="quarter" idx="10" hasCustomPrompt="1"/>
          </p:nvPr>
        </p:nvSpPr>
        <p:spPr>
          <a:xfrm>
            <a:off x="631825" y="180222"/>
            <a:ext cx="5040000" cy="138499"/>
          </a:xfrm>
          <a:prstGeom prst="rect">
            <a:avLst/>
          </a:prstGeom>
        </p:spPr>
        <p:txBody>
          <a:bodyPr lIns="0" tIns="0" rIns="0" bIns="0" anchor="ctr" anchorCtr="0">
            <a:spAutoFit/>
          </a:bodyPr>
          <a:lstStyle>
            <a:lvl1pPr marL="0" indent="0">
              <a:buNone/>
              <a:defRPr sz="1000">
                <a:solidFill>
                  <a:schemeClr val="tx1"/>
                </a:solidFill>
                <a:latin typeface="KoPub돋움체_Pro Medium" pitchFamily="18" charset="-127"/>
                <a:ea typeface="KoPub돋움체_Pro Medium" pitchFamily="18" charset="-127"/>
              </a:defRPr>
            </a:lvl1pPr>
          </a:lstStyle>
          <a:p>
            <a:pPr lvl="0"/>
            <a:r>
              <a:rPr lang="ko-KR" altLang="en-US" dirty="0" err="1"/>
              <a:t>심의필</a:t>
            </a:r>
            <a:r>
              <a:rPr lang="ko-KR" altLang="en-US" dirty="0"/>
              <a:t> 번호 및 획득 날짜 기입</a:t>
            </a:r>
          </a:p>
        </p:txBody>
      </p:sp>
      <p:pic>
        <p:nvPicPr>
          <p:cNvPr id="10" name="그림 9"/>
          <p:cNvPicPr>
            <a:picLocks noChangeAspect="1"/>
          </p:cNvPicPr>
          <p:nvPr userDrawn="1"/>
        </p:nvPicPr>
        <p:blipFill>
          <a:blip r:embed="rId3"/>
          <a:srcRect/>
          <a:stretch/>
        </p:blipFill>
        <p:spPr>
          <a:xfrm>
            <a:off x="7456975" y="5629551"/>
            <a:ext cx="2124681" cy="848595"/>
          </a:xfrm>
          <a:prstGeom prst="rect">
            <a:avLst/>
          </a:prstGeom>
        </p:spPr>
      </p:pic>
      <p:sp>
        <p:nvSpPr>
          <p:cNvPr id="13" name="Slide Number Placeholder 5"/>
          <p:cNvSpPr txBox="1">
            <a:spLocks/>
          </p:cNvSpPr>
          <p:nvPr userDrawn="1"/>
        </p:nvSpPr>
        <p:spPr>
          <a:xfrm>
            <a:off x="631824" y="5913437"/>
            <a:ext cx="4561693" cy="631455"/>
          </a:xfrm>
          <a:prstGeom prst="rect">
            <a:avLst/>
          </a:prstGeom>
        </p:spPr>
        <p:txBody>
          <a:bodyPr vert="horz" wrap="square" lIns="0" tIns="0" rIns="0" bIns="0" rtlCol="0" anchor="t" anchorCtr="0">
            <a:spAutoFit/>
          </a:bodyPr>
          <a:lstStyle>
            <a:defPPr>
              <a:defRPr lang="en-US"/>
            </a:defPPr>
            <a:lvl1pPr marL="0" algn="l" defTabSz="457200" rtl="0" eaLnBrk="1" latinLnBrk="0" hangingPunct="1">
              <a:defRPr sz="700" b="0" i="0" kern="1200">
                <a:solidFill>
                  <a:srgbClr val="48535B"/>
                </a:solidFill>
                <a:latin typeface="Noto Sans"/>
                <a:ea typeface="KoPub돋움체_Pro Medium"/>
                <a:cs typeface="Noto San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just">
              <a:lnSpc>
                <a:spcPct val="114000"/>
              </a:lnSpc>
            </a:pPr>
            <a:r>
              <a:rPr lang="ko-KR" altLang="en-US" sz="900" b="0" i="0" dirty="0">
                <a:solidFill>
                  <a:schemeClr val="tx1"/>
                </a:solidFill>
                <a:latin typeface="KoPub돋움체_Pro Medium" panose="02020603020101020101" pitchFamily="18" charset="-127"/>
                <a:ea typeface="KoPub돋움체_Pro Medium" panose="02020603020101020101" pitchFamily="18" charset="-127"/>
                <a:cs typeface="KoPub돋움체_Pro Medium"/>
              </a:rPr>
              <a:t>본 자료는 </a:t>
            </a:r>
            <a:r>
              <a:rPr lang="ko-KR" altLang="en-US" sz="900" b="0" i="0" dirty="0" err="1">
                <a:solidFill>
                  <a:schemeClr val="tx1"/>
                </a:solidFill>
                <a:latin typeface="KoPub돋움체_Pro Medium" panose="02020603020101020101" pitchFamily="18" charset="-127"/>
                <a:ea typeface="KoPub돋움체_Pro Medium" panose="02020603020101020101" pitchFamily="18" charset="-127"/>
                <a:cs typeface="KoPub돋움체_Pro Medium"/>
              </a:rPr>
              <a:t>미래에셋자산운용이</a:t>
            </a:r>
            <a:r>
              <a:rPr lang="ko-KR" altLang="en-US" sz="900" b="0" i="0" dirty="0">
                <a:solidFill>
                  <a:schemeClr val="tx1"/>
                </a:solidFill>
                <a:latin typeface="KoPub돋움체_Pro Medium" panose="02020603020101020101" pitchFamily="18" charset="-127"/>
                <a:ea typeface="KoPub돋움체_Pro Medium" panose="02020603020101020101" pitchFamily="18" charset="-127"/>
                <a:cs typeface="KoPub돋움체_Pro Medium"/>
              </a:rPr>
              <a:t> 제작한 것이며</a:t>
            </a:r>
            <a:r>
              <a:rPr lang="en-US" altLang="ko-KR" sz="900" b="0" i="0" dirty="0">
                <a:solidFill>
                  <a:schemeClr val="tx1"/>
                </a:solidFill>
                <a:latin typeface="KoPub돋움체_Pro Medium" panose="02020603020101020101" pitchFamily="18" charset="-127"/>
                <a:ea typeface="KoPub돋움체_Pro Medium" panose="02020603020101020101" pitchFamily="18" charset="-127"/>
                <a:cs typeface="KoPub돋움체_Pro Medium"/>
              </a:rPr>
              <a:t>, </a:t>
            </a:r>
            <a:r>
              <a:rPr lang="ko-KR" altLang="en-US" sz="900" b="0" i="0" dirty="0">
                <a:solidFill>
                  <a:schemeClr val="tx1"/>
                </a:solidFill>
                <a:latin typeface="KoPub돋움체_Pro Medium" panose="02020603020101020101" pitchFamily="18" charset="-127"/>
                <a:ea typeface="KoPub돋움체_Pro Medium" panose="02020603020101020101" pitchFamily="18" charset="-127"/>
                <a:cs typeface="KoPub돋움체_Pro Medium"/>
              </a:rPr>
              <a:t>투자권유를 위한 광고물로 활용될 수 없고</a:t>
            </a:r>
            <a:r>
              <a:rPr lang="en-US" altLang="ko-KR" sz="900" b="0" i="0" dirty="0">
                <a:solidFill>
                  <a:schemeClr val="tx1"/>
                </a:solidFill>
                <a:latin typeface="KoPub돋움체_Pro Medium" panose="02020603020101020101" pitchFamily="18" charset="-127"/>
                <a:ea typeface="KoPub돋움체_Pro Medium" panose="02020603020101020101" pitchFamily="18" charset="-127"/>
                <a:cs typeface="KoPub돋움체_Pro Medium"/>
              </a:rPr>
              <a:t>, </a:t>
            </a:r>
            <a:r>
              <a:rPr lang="ko-KR" altLang="en-US" sz="900" b="0" i="0" dirty="0">
                <a:solidFill>
                  <a:schemeClr val="tx1"/>
                </a:solidFill>
                <a:latin typeface="KoPub돋움체_Pro Medium" panose="02020603020101020101" pitchFamily="18" charset="-127"/>
                <a:ea typeface="KoPub돋움체_Pro Medium" panose="02020603020101020101" pitchFamily="18" charset="-127"/>
                <a:cs typeface="KoPub돋움체_Pro Medium"/>
              </a:rPr>
              <a:t>투자자에게 배포될 수 없습니다</a:t>
            </a:r>
            <a:r>
              <a:rPr lang="en-US" altLang="ko-KR" sz="900" b="0" i="0" dirty="0">
                <a:solidFill>
                  <a:schemeClr val="tx1"/>
                </a:solidFill>
                <a:latin typeface="KoPub돋움체_Pro Medium" panose="02020603020101020101" pitchFamily="18" charset="-127"/>
                <a:ea typeface="KoPub돋움체_Pro Medium" panose="02020603020101020101" pitchFamily="18" charset="-127"/>
                <a:cs typeface="KoPub돋움체_Pro Medium"/>
              </a:rPr>
              <a:t>.</a:t>
            </a:r>
            <a:r>
              <a:rPr lang="en-US" altLang="ko-KR" sz="900" b="0" i="0" baseline="0" dirty="0">
                <a:solidFill>
                  <a:schemeClr val="tx1"/>
                </a:solidFill>
                <a:latin typeface="KoPub돋움체_Pro Medium" panose="02020603020101020101" pitchFamily="18" charset="-127"/>
                <a:ea typeface="KoPub돋움체_Pro Medium" panose="02020603020101020101" pitchFamily="18" charset="-127"/>
                <a:cs typeface="KoPub돋움체_Pro Medium"/>
              </a:rPr>
              <a:t> </a:t>
            </a:r>
            <a:r>
              <a:rPr lang="ko-KR" altLang="en-US" sz="900" b="0" i="0" dirty="0">
                <a:solidFill>
                  <a:schemeClr val="tx1"/>
                </a:solidFill>
                <a:latin typeface="KoPub돋움체_Pro Medium" panose="02020603020101020101" pitchFamily="18" charset="-127"/>
                <a:ea typeface="KoPub돋움체_Pro Medium" panose="02020603020101020101" pitchFamily="18" charset="-127"/>
                <a:cs typeface="KoPub돋움체_Pro Medium"/>
              </a:rPr>
              <a:t>본 자료에 수록된 내용은 신뢰할만한 자료 및 정보로부터 얻어진 것이나 당사는 그 정확성이나 안정성을 보장할 수 없습니다</a:t>
            </a:r>
            <a:r>
              <a:rPr lang="en-US" altLang="ko-KR" sz="900" b="0" i="0" dirty="0">
                <a:solidFill>
                  <a:schemeClr val="tx1"/>
                </a:solidFill>
                <a:latin typeface="KoPub돋움체_Pro Medium" panose="02020603020101020101" pitchFamily="18" charset="-127"/>
                <a:ea typeface="KoPub돋움체_Pro Medium" panose="02020603020101020101" pitchFamily="18" charset="-127"/>
                <a:cs typeface="KoPub돋움체_Pro Medium"/>
              </a:rPr>
              <a:t>. </a:t>
            </a:r>
            <a:r>
              <a:rPr lang="ko-KR" altLang="en-US" sz="900" b="0" i="0" dirty="0">
                <a:solidFill>
                  <a:schemeClr val="tx1"/>
                </a:solidFill>
                <a:latin typeface="KoPub돋움체_Pro Medium" panose="02020603020101020101" pitchFamily="18" charset="-127"/>
                <a:ea typeface="KoPub돋움체_Pro Medium" panose="02020603020101020101" pitchFamily="18" charset="-127"/>
                <a:cs typeface="KoPub돋움체_Pro Medium"/>
              </a:rPr>
              <a:t>따라서 어떠한 경우에도 본 자료는 고객의 투자 결과에 대한 법적 책임소재에 대한 증빙자료로 사용될 수 없습니다</a:t>
            </a:r>
            <a:r>
              <a:rPr lang="en-US" altLang="ko-KR" sz="900" b="0" i="0" dirty="0">
                <a:solidFill>
                  <a:schemeClr val="tx1"/>
                </a:solidFill>
                <a:latin typeface="KoPub돋움체_Pro Medium" panose="02020603020101020101" pitchFamily="18" charset="-127"/>
                <a:ea typeface="KoPub돋움체_Pro Medium" panose="02020603020101020101" pitchFamily="18" charset="-127"/>
                <a:cs typeface="KoPub돋움체_Pro Medium"/>
              </a:rPr>
              <a:t>.</a:t>
            </a:r>
          </a:p>
        </p:txBody>
      </p:sp>
      <p:sp>
        <p:nvSpPr>
          <p:cNvPr id="23" name="Title 1"/>
          <p:cNvSpPr>
            <a:spLocks noGrp="1"/>
          </p:cNvSpPr>
          <p:nvPr>
            <p:ph type="ctrTitle" hasCustomPrompt="1"/>
          </p:nvPr>
        </p:nvSpPr>
        <p:spPr>
          <a:xfrm>
            <a:off x="631825" y="1626931"/>
            <a:ext cx="8605838" cy="1231106"/>
          </a:xfrm>
          <a:prstGeom prst="rect">
            <a:avLst/>
          </a:prstGeom>
        </p:spPr>
        <p:txBody>
          <a:bodyPr wrap="square" lIns="0" tIns="0" rIns="0" bIns="0" anchor="t" anchorCtr="0">
            <a:spAutoFit/>
          </a:bodyPr>
          <a:lstStyle>
            <a:lvl1pPr algn="l">
              <a:lnSpc>
                <a:spcPct val="100000"/>
              </a:lnSpc>
              <a:defRPr sz="4000" baseline="0">
                <a:solidFill>
                  <a:schemeClr val="tx1"/>
                </a:solidFill>
                <a:latin typeface="KoPub돋움체_Pro Bold" panose="02020603020101020101" pitchFamily="18" charset="-127"/>
                <a:ea typeface="KoPub돋움체_Pro Bold" panose="02020603020101020101" pitchFamily="18" charset="-127"/>
                <a:cs typeface="KoPub돋움체_Pro Bold" panose="02020603020101020101" pitchFamily="18" charset="-127"/>
              </a:defRPr>
            </a:lvl1pPr>
          </a:lstStyle>
          <a:p>
            <a:r>
              <a:rPr lang="ko-KR" altLang="en-US" dirty="0"/>
              <a:t>제목을</a:t>
            </a:r>
            <a:r>
              <a:rPr lang="en-US" altLang="ko-KR" dirty="0"/>
              <a:t> </a:t>
            </a:r>
            <a:r>
              <a:rPr lang="ko-KR" altLang="en-US" dirty="0"/>
              <a:t>입력하십시오</a:t>
            </a:r>
            <a:br>
              <a:rPr lang="en-US" altLang="ko-KR" dirty="0"/>
            </a:br>
            <a:r>
              <a:rPr lang="en-US" altLang="ko-KR" dirty="0"/>
              <a:t>(1~3</a:t>
            </a:r>
            <a:r>
              <a:rPr lang="ko-KR" altLang="en-US" dirty="0"/>
              <a:t>줄</a:t>
            </a:r>
            <a:r>
              <a:rPr lang="en-US" altLang="ko-KR" dirty="0"/>
              <a:t>)</a:t>
            </a:r>
            <a:endParaRPr lang="en-US" dirty="0"/>
          </a:p>
        </p:txBody>
      </p:sp>
      <p:cxnSp>
        <p:nvCxnSpPr>
          <p:cNvPr id="24" name="직선 연결선[R] 11"/>
          <p:cNvCxnSpPr/>
          <p:nvPr userDrawn="1"/>
        </p:nvCxnSpPr>
        <p:spPr>
          <a:xfrm>
            <a:off x="631942" y="3651543"/>
            <a:ext cx="733111" cy="0"/>
          </a:xfrm>
          <a:prstGeom prst="line">
            <a:avLst/>
          </a:prstGeom>
          <a:ln w="38100">
            <a:solidFill>
              <a:schemeClr val="tx1"/>
            </a:solidFill>
          </a:ln>
        </p:spPr>
        <p:style>
          <a:lnRef idx="1">
            <a:schemeClr val="accent6"/>
          </a:lnRef>
          <a:fillRef idx="0">
            <a:schemeClr val="accent6"/>
          </a:fillRef>
          <a:effectRef idx="0">
            <a:schemeClr val="accent6"/>
          </a:effectRef>
          <a:fontRef idx="minor">
            <a:schemeClr val="tx1"/>
          </a:fontRef>
        </p:style>
      </p:cxnSp>
      <p:sp>
        <p:nvSpPr>
          <p:cNvPr id="25" name="Text Placeholder 8"/>
          <p:cNvSpPr>
            <a:spLocks noGrp="1"/>
          </p:cNvSpPr>
          <p:nvPr>
            <p:ph type="body" sz="quarter" idx="13" hasCustomPrompt="1"/>
          </p:nvPr>
        </p:nvSpPr>
        <p:spPr>
          <a:xfrm>
            <a:off x="631825" y="3945616"/>
            <a:ext cx="4500000" cy="184666"/>
          </a:xfrm>
          <a:prstGeom prst="rect">
            <a:avLst/>
          </a:prstGeom>
        </p:spPr>
        <p:txBody>
          <a:bodyPr vert="horz" lIns="0" tIns="0" rIns="0" bIns="0" anchor="ctr" anchorCtr="0">
            <a:noAutofit/>
          </a:bodyPr>
          <a:lstStyle>
            <a:lvl1pPr marL="0" marR="0" indent="0" algn="l" defTabSz="457109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/>
              <a:buNone/>
              <a:tabLst/>
              <a:defRPr sz="1600">
                <a:solidFill>
                  <a:schemeClr val="tx1"/>
                </a:solidFill>
                <a:latin typeface="KoPub돋움체_Pro Bold" panose="02020603020101020101" pitchFamily="18" charset="-127"/>
                <a:ea typeface="KoPub돋움체_Pro Bold" panose="02020603020101020101" pitchFamily="18" charset="-127"/>
                <a:cs typeface="KoPub돋움체_Pro Bold" panose="02020603020101020101" pitchFamily="18" charset="-127"/>
              </a:defRPr>
            </a:lvl1pPr>
          </a:lstStyle>
          <a:p>
            <a:pPr marL="0" marR="0" lvl="0" indent="0" algn="l" defTabSz="457109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/>
              <a:buNone/>
              <a:tabLst/>
              <a:defRPr/>
            </a:pPr>
            <a:r>
              <a:rPr lang="ko-KR" altLang="en-US" dirty="0"/>
              <a:t>소속 </a:t>
            </a:r>
            <a:r>
              <a:rPr lang="en-US" altLang="ko-KR" dirty="0"/>
              <a:t>/</a:t>
            </a:r>
            <a:r>
              <a:rPr lang="ko-KR" altLang="en-US" dirty="0"/>
              <a:t> 이름</a:t>
            </a:r>
            <a:endParaRPr lang="en-US" dirty="0"/>
          </a:p>
        </p:txBody>
      </p:sp>
      <p:sp>
        <p:nvSpPr>
          <p:cNvPr id="29" name="Text Placeholder 8"/>
          <p:cNvSpPr>
            <a:spLocks noGrp="1"/>
          </p:cNvSpPr>
          <p:nvPr>
            <p:ph type="body" sz="quarter" idx="14" hasCustomPrompt="1"/>
          </p:nvPr>
        </p:nvSpPr>
        <p:spPr>
          <a:xfrm>
            <a:off x="631825" y="4231170"/>
            <a:ext cx="4500000" cy="184666"/>
          </a:xfrm>
          <a:prstGeom prst="rect">
            <a:avLst/>
          </a:prstGeom>
        </p:spPr>
        <p:txBody>
          <a:bodyPr vert="horz" lIns="0" tIns="0" rIns="0" bIns="0" anchor="ctr" anchorCtr="0">
            <a:noAutofit/>
          </a:bodyPr>
          <a:lstStyle>
            <a:lvl1pPr marL="0" marR="0" indent="0" algn="l" defTabSz="457109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/>
              <a:buNone/>
              <a:tabLst/>
              <a:defRPr sz="1600">
                <a:solidFill>
                  <a:schemeClr val="tx1"/>
                </a:solidFill>
                <a:latin typeface="KoPub돋움체_Pro Bold" panose="02020603020101020101" pitchFamily="18" charset="-127"/>
                <a:ea typeface="KoPub돋움체_Pro Bold" panose="02020603020101020101" pitchFamily="18" charset="-127"/>
                <a:cs typeface="KoPub돋움체_Pro Bold" panose="02020603020101020101" pitchFamily="18" charset="-127"/>
              </a:defRPr>
            </a:lvl1pPr>
          </a:lstStyle>
          <a:p>
            <a:pPr marL="0" marR="0" lvl="0" indent="0" algn="l" defTabSz="457109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/>
              <a:buNone/>
              <a:tabLst/>
              <a:defRPr/>
            </a:pPr>
            <a:r>
              <a:rPr lang="en-US" altLang="ko-KR" dirty="0"/>
              <a:t>YYYY.MM</a:t>
            </a:r>
          </a:p>
        </p:txBody>
      </p:sp>
      <p:sp>
        <p:nvSpPr>
          <p:cNvPr id="11" name="TextBox 10"/>
          <p:cNvSpPr txBox="1">
            <a:spLocks noChangeArrowheads="1"/>
          </p:cNvSpPr>
          <p:nvPr userDrawn="1"/>
        </p:nvSpPr>
        <p:spPr bwMode="auto">
          <a:xfrm>
            <a:off x="454358" y="5414729"/>
            <a:ext cx="4820011" cy="375039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spAutoFit/>
          </a:bodyPr>
          <a:lstStyle>
            <a:lvl1pPr eaLnBrk="0" hangingPunct="0">
              <a:defRPr kumimoji="1">
                <a:solidFill>
                  <a:schemeClr val="tx1"/>
                </a:solidFill>
                <a:latin typeface="맑은 고딕" pitchFamily="50" charset="-127"/>
                <a:ea typeface="굴림" pitchFamily="50" charset="-127"/>
              </a:defRPr>
            </a:lvl1pPr>
            <a:lvl2pPr marL="742950" indent="-285750" eaLnBrk="0" hangingPunct="0">
              <a:defRPr kumimoji="1">
                <a:solidFill>
                  <a:schemeClr val="tx1"/>
                </a:solidFill>
                <a:latin typeface="맑은 고딕" pitchFamily="50" charset="-127"/>
                <a:ea typeface="굴림" pitchFamily="50" charset="-127"/>
              </a:defRPr>
            </a:lvl2pPr>
            <a:lvl3pPr marL="1143000" indent="-228600" eaLnBrk="0" hangingPunct="0">
              <a:defRPr kumimoji="1">
                <a:solidFill>
                  <a:schemeClr val="tx1"/>
                </a:solidFill>
                <a:latin typeface="맑은 고딕" pitchFamily="50" charset="-127"/>
                <a:ea typeface="굴림" pitchFamily="50" charset="-127"/>
              </a:defRPr>
            </a:lvl3pPr>
            <a:lvl4pPr marL="1600200" indent="-228600" eaLnBrk="0" hangingPunct="0">
              <a:defRPr kumimoji="1">
                <a:solidFill>
                  <a:schemeClr val="tx1"/>
                </a:solidFill>
                <a:latin typeface="맑은 고딕" pitchFamily="50" charset="-127"/>
                <a:ea typeface="굴림" pitchFamily="50" charset="-127"/>
              </a:defRPr>
            </a:lvl4pPr>
            <a:lvl5pPr marL="2057400" indent="-228600" eaLnBrk="0" hangingPunct="0">
              <a:defRPr kumimoji="1">
                <a:solidFill>
                  <a:schemeClr val="tx1"/>
                </a:solidFill>
                <a:latin typeface="맑은 고딕" pitchFamily="50" charset="-127"/>
                <a:ea typeface="굴림" pitchFamily="50" charset="-127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맑은 고딕" pitchFamily="50" charset="-127"/>
                <a:ea typeface="굴림" pitchFamily="50" charset="-127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맑은 고딕" pitchFamily="50" charset="-127"/>
                <a:ea typeface="굴림" pitchFamily="50" charset="-127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맑은 고딕" pitchFamily="50" charset="-127"/>
                <a:ea typeface="굴림" pitchFamily="50" charset="-127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맑은 고딕" pitchFamily="50" charset="-127"/>
                <a:ea typeface="굴림" pitchFamily="50" charset="-127"/>
              </a:defRPr>
            </a:lvl9pPr>
          </a:lstStyle>
          <a:p>
            <a:pPr eaLnBrk="1" hangingPunct="1">
              <a:lnSpc>
                <a:spcPct val="105000"/>
              </a:lnSpc>
              <a:defRPr/>
            </a:pPr>
            <a:r>
              <a:rPr lang="en-US" altLang="ko-KR" sz="1180" b="0" spc="0" dirty="0">
                <a:solidFill>
                  <a:srgbClr val="E12F00"/>
                </a:solidFill>
                <a:latin typeface="KoPub돋움체_Pro Bold" pitchFamily="18" charset="-127"/>
                <a:ea typeface="KoPub돋움체_Pro Bold" pitchFamily="18" charset="-127"/>
              </a:rPr>
              <a:t>※ </a:t>
            </a:r>
            <a:r>
              <a:rPr lang="ko-KR" altLang="en-US" sz="1180" b="0" spc="0" baseline="0" dirty="0">
                <a:solidFill>
                  <a:srgbClr val="E12F00"/>
                </a:solidFill>
                <a:latin typeface="KoPub돋움체_Pro Bold" pitchFamily="18" charset="-127"/>
                <a:ea typeface="KoPub돋움체_Pro Bold" pitchFamily="18" charset="-127"/>
              </a:rPr>
              <a:t>본 자료는 </a:t>
            </a:r>
            <a:r>
              <a:rPr lang="ko-KR" altLang="en-US" sz="1180" b="0" spc="0" baseline="0" dirty="0" err="1">
                <a:solidFill>
                  <a:srgbClr val="E12F00"/>
                </a:solidFill>
                <a:latin typeface="KoPub돋움체_Pro Bold" pitchFamily="18" charset="-127"/>
                <a:ea typeface="KoPub돋움체_Pro Bold" pitchFamily="18" charset="-127"/>
              </a:rPr>
              <a:t>판매사</a:t>
            </a:r>
            <a:r>
              <a:rPr lang="ko-KR" altLang="en-US" sz="1180" b="0" spc="0" baseline="0" dirty="0">
                <a:solidFill>
                  <a:srgbClr val="E12F00"/>
                </a:solidFill>
                <a:latin typeface="KoPub돋움체_Pro Bold" pitchFamily="18" charset="-127"/>
                <a:ea typeface="KoPub돋움체_Pro Bold" pitchFamily="18" charset="-127"/>
              </a:rPr>
              <a:t> </a:t>
            </a:r>
            <a:r>
              <a:rPr lang="ko-KR" altLang="en-US" sz="1180" b="0" spc="0" baseline="0" dirty="0" err="1">
                <a:solidFill>
                  <a:srgbClr val="E12F00"/>
                </a:solidFill>
                <a:latin typeface="KoPub돋움체_Pro Bold" pitchFamily="18" charset="-127"/>
                <a:ea typeface="KoPub돋움체_Pro Bold" pitchFamily="18" charset="-127"/>
              </a:rPr>
              <a:t>사내한</a:t>
            </a:r>
            <a:r>
              <a:rPr lang="ko-KR" altLang="en-US" sz="1180" b="0" spc="0" baseline="0" dirty="0">
                <a:solidFill>
                  <a:srgbClr val="E12F00"/>
                </a:solidFill>
                <a:latin typeface="KoPub돋움체_Pro Bold" pitchFamily="18" charset="-127"/>
                <a:ea typeface="KoPub돋움체_Pro Bold" pitchFamily="18" charset="-127"/>
              </a:rPr>
              <a:t> 자료로 작성되었으며 투자자에게 배포될 수 없습니다</a:t>
            </a:r>
            <a:r>
              <a:rPr lang="en-US" altLang="ko-KR" sz="1180" b="0" spc="0" baseline="0" dirty="0">
                <a:solidFill>
                  <a:srgbClr val="E12F00"/>
                </a:solidFill>
                <a:latin typeface="KoPub돋움체_Pro Bold" pitchFamily="18" charset="-127"/>
                <a:ea typeface="KoPub돋움체_Pro Bold" pitchFamily="18" charset="-127"/>
              </a:rPr>
              <a:t>.</a:t>
            </a:r>
            <a:r>
              <a:rPr lang="ko-KR" altLang="en-US" sz="1180" b="0" spc="0" baseline="0" dirty="0">
                <a:solidFill>
                  <a:srgbClr val="E12F00"/>
                </a:solidFill>
                <a:latin typeface="KoPub돋움체_Pro Bold" pitchFamily="18" charset="-127"/>
                <a:ea typeface="KoPub돋움체_Pro Bold" pitchFamily="18" charset="-127"/>
              </a:rPr>
              <a:t> </a:t>
            </a:r>
            <a:endParaRPr lang="en-US" altLang="ko-KR" sz="1180" b="0" spc="0" baseline="0" dirty="0">
              <a:solidFill>
                <a:srgbClr val="E12F00"/>
              </a:solidFill>
              <a:latin typeface="KoPub돋움체_Pro Bold" pitchFamily="18" charset="-127"/>
              <a:ea typeface="KoPub돋움체_Pro Bold" pitchFamily="18" charset="-127"/>
            </a:endParaRPr>
          </a:p>
          <a:p>
            <a:pPr eaLnBrk="1" hangingPunct="1">
              <a:lnSpc>
                <a:spcPct val="105000"/>
              </a:lnSpc>
              <a:defRPr/>
            </a:pPr>
            <a:r>
              <a:rPr lang="ko-KR" altLang="en-US" sz="1180" b="0" spc="0" dirty="0">
                <a:solidFill>
                  <a:srgbClr val="E12F00"/>
                </a:solidFill>
                <a:latin typeface="KoPub돋움체_Pro Bold" pitchFamily="18" charset="-127"/>
                <a:ea typeface="KoPub돋움체_Pro Bold" pitchFamily="18" charset="-127"/>
              </a:rPr>
              <a:t>    외부 유출에 유의해 주십시오</a:t>
            </a:r>
            <a:r>
              <a:rPr lang="en-US" altLang="ko-KR" sz="1180" b="0" spc="0" dirty="0">
                <a:solidFill>
                  <a:srgbClr val="E12F00"/>
                </a:solidFill>
                <a:latin typeface="KoPub돋움체_Pro Bold" pitchFamily="18" charset="-127"/>
                <a:ea typeface="KoPub돋움체_Pro Bold" pitchFamily="18" charset="-127"/>
              </a:rPr>
              <a:t>.</a:t>
            </a:r>
            <a:endParaRPr lang="ko-KR" altLang="en-US" sz="1180" b="0" spc="0" dirty="0">
              <a:solidFill>
                <a:srgbClr val="E12F00"/>
              </a:solidFill>
              <a:latin typeface="KoPub돋움체_Pro Bold" pitchFamily="18" charset="-127"/>
              <a:ea typeface="KoPub돋움체_Pro Bold" pitchFamily="18" charset="-127"/>
            </a:endParaRPr>
          </a:p>
        </p:txBody>
      </p:sp>
      <p:cxnSp>
        <p:nvCxnSpPr>
          <p:cNvPr id="14" name="직선 연결선 13"/>
          <p:cNvCxnSpPr/>
          <p:nvPr userDrawn="1"/>
        </p:nvCxnSpPr>
        <p:spPr>
          <a:xfrm>
            <a:off x="7364307" y="5945982"/>
            <a:ext cx="0" cy="437197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378000186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3748">
          <p15:clr>
            <a:srgbClr val="FBAE40"/>
          </p15:clr>
        </p15:guide>
      </p15:sldGuideLst>
    </p:ext>
  </p:extLst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목차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 Placeholder 7"/>
          <p:cNvSpPr>
            <a:spLocks noGrp="1"/>
          </p:cNvSpPr>
          <p:nvPr>
            <p:ph type="body" sz="quarter" idx="12"/>
          </p:nvPr>
        </p:nvSpPr>
        <p:spPr>
          <a:xfrm>
            <a:off x="960438" y="1725714"/>
            <a:ext cx="8461375" cy="2620963"/>
          </a:xfrm>
          <a:prstGeom prst="rect">
            <a:avLst/>
          </a:prstGeom>
        </p:spPr>
        <p:txBody>
          <a:bodyPr lIns="0" tIns="0" rIns="0" bIns="0">
            <a:noAutofit/>
          </a:bodyPr>
          <a:lstStyle>
            <a:lvl1pPr marL="252000" marR="0" indent="-252000" algn="l" defTabSz="457200" rtl="0" eaLnBrk="1" fontAlgn="auto" latinLnBrk="0" hangingPunct="1">
              <a:lnSpc>
                <a:spcPct val="14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Tx/>
              <a:buAutoNum type="romanUcPeriod"/>
              <a:tabLst/>
              <a:defRPr sz="1600" b="0" i="0">
                <a:solidFill>
                  <a:schemeClr val="tx1"/>
                </a:solidFill>
                <a:latin typeface="KoPub돋움체_Pro Bold" pitchFamily="18" charset="-127"/>
                <a:ea typeface="KoPub돋움체_Pro Bold" pitchFamily="18" charset="-127"/>
                <a:cs typeface="KoPub돋움체_Pro Bold" pitchFamily="18" charset="-127"/>
              </a:defRPr>
            </a:lvl1pPr>
            <a:lvl2pPr marL="355600" indent="136525">
              <a:buFont typeface="+mj-lt"/>
              <a:buAutoNum type="arabicPeriod"/>
              <a:defRPr sz="1200">
                <a:solidFill>
                  <a:schemeClr val="tx1"/>
                </a:solidFill>
                <a:latin typeface="KoPub돋움체_Pro Bold" pitchFamily="18" charset="-127"/>
                <a:ea typeface="KoPub돋움체_Pro Bold" pitchFamily="18" charset="-127"/>
                <a:cs typeface="KoPub돋움체_Pro Bold" pitchFamily="18" charset="-127"/>
              </a:defRPr>
            </a:lvl2pPr>
            <a:lvl3pPr>
              <a:defRPr sz="1200">
                <a:solidFill>
                  <a:srgbClr val="0D2D4F"/>
                </a:solidFill>
                <a:latin typeface="KoPub돋움체_Pro Medium"/>
                <a:ea typeface="KoPub돋움체_Pro Medium"/>
                <a:cs typeface="KoPub돋움체_Pro Medium"/>
              </a:defRPr>
            </a:lvl3pPr>
            <a:lvl4pPr>
              <a:defRPr sz="1000">
                <a:latin typeface="KoPub돋움체_Pro Medium"/>
                <a:ea typeface="KoPub돋움체_Pro Medium"/>
                <a:cs typeface="KoPub돋움체_Pro Medium"/>
              </a:defRPr>
            </a:lvl4pPr>
          </a:lstStyle>
          <a:p>
            <a:pPr lvl="0"/>
            <a:r>
              <a:rPr lang="ko-KR" altLang="en-US" dirty="0"/>
              <a:t>마스터 텍스트 스타일을 편집합니다</a:t>
            </a:r>
          </a:p>
          <a:p>
            <a:pPr lvl="1"/>
            <a:r>
              <a:rPr lang="ko-KR" altLang="en-US" dirty="0"/>
              <a:t>둘째 수준</a:t>
            </a:r>
          </a:p>
        </p:txBody>
      </p:sp>
      <p:sp>
        <p:nvSpPr>
          <p:cNvPr id="5" name="직사각형 4"/>
          <p:cNvSpPr/>
          <p:nvPr userDrawn="1"/>
        </p:nvSpPr>
        <p:spPr>
          <a:xfrm flipV="1">
            <a:off x="0" y="1312414"/>
            <a:ext cx="9907587" cy="45719"/>
          </a:xfrm>
          <a:prstGeom prst="rect">
            <a:avLst/>
          </a:prstGeom>
          <a:solidFill>
            <a:srgbClr val="F582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ko-KR" altLang="en-US" sz="1800">
              <a:solidFill>
                <a:srgbClr val="F58220"/>
              </a:solidFill>
            </a:endParaRPr>
          </a:p>
        </p:txBody>
      </p:sp>
      <p:sp>
        <p:nvSpPr>
          <p:cNvPr id="7" name="제목 1"/>
          <p:cNvSpPr txBox="1">
            <a:spLocks/>
          </p:cNvSpPr>
          <p:nvPr userDrawn="1"/>
        </p:nvSpPr>
        <p:spPr>
          <a:xfrm>
            <a:off x="939093" y="757517"/>
            <a:ext cx="1308988" cy="461665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 algn="ctr" defTabSz="457200" rtl="0" eaLnBrk="1" latinLnBrk="1" hangingPunct="1"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Noto Sans"/>
                <a:ea typeface="+mj-ea"/>
                <a:cs typeface="Noto Sans"/>
              </a:defRPr>
            </a:lvl1pPr>
          </a:lstStyle>
          <a:p>
            <a:pPr algn="l"/>
            <a:r>
              <a:rPr lang="ko-KR" altLang="en-US" sz="3000" dirty="0">
                <a:solidFill>
                  <a:schemeClr val="accent2"/>
                </a:solidFill>
                <a:latin typeface="KoPub돋움체_Pro Bold" panose="02020603020101020101" pitchFamily="18" charset="-127"/>
                <a:ea typeface="KoPub돋움체_Pro Bold" panose="02020603020101020101" pitchFamily="18" charset="-127"/>
              </a:rPr>
              <a:t>목차</a:t>
            </a:r>
            <a:endParaRPr lang="ko-KR" altLang="en-US" sz="3000" dirty="0">
              <a:solidFill>
                <a:schemeClr val="accent2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513258788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4" pos="5774" userDrawn="1">
          <p15:clr>
            <a:srgbClr val="FBAE40"/>
          </p15:clr>
        </p15:guide>
      </p15:sldGuideLst>
    </p:ext>
  </p:extLst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간지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1"/>
          <p:cNvSpPr>
            <a:spLocks noGrp="1"/>
          </p:cNvSpPr>
          <p:nvPr>
            <p:ph type="ctrTitle"/>
          </p:nvPr>
        </p:nvSpPr>
        <p:spPr>
          <a:xfrm>
            <a:off x="705970" y="3143390"/>
            <a:ext cx="8460000" cy="332399"/>
          </a:xfrm>
          <a:prstGeom prst="rect">
            <a:avLst/>
          </a:prstGeom>
        </p:spPr>
        <p:txBody>
          <a:bodyPr lIns="0" tIns="0" rIns="0" bIns="0">
            <a:spAutoFit/>
          </a:bodyPr>
          <a:lstStyle>
            <a:lvl1pPr algn="l">
              <a:defRPr sz="2400">
                <a:solidFill>
                  <a:schemeClr val="tx1"/>
                </a:solidFill>
                <a:latin typeface="KoPub돋움체_Pro Bold"/>
                <a:ea typeface="KoPub돋움체_Pro Bold"/>
                <a:cs typeface="KoPub돋움체_Pro Bold"/>
              </a:defRPr>
            </a:lvl1pPr>
          </a:lstStyle>
          <a:p>
            <a:r>
              <a:rPr lang="ko-KR" altLang="en-US" dirty="0"/>
              <a:t>마스터 제목 스타일 편집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102660093"/>
      </p:ext>
    </p:extLst>
  </p:cSld>
  <p:clrMapOvr>
    <a:masterClrMapping/>
  </p:clrMapOvr>
  <p:extLst>
    <p:ext uri="{DCECCB84-F9BA-43D5-87BE-67443E8EF086}">
      <p15:sldGuideLst xmlns:p15="http://schemas.microsoft.com/office/powerpoint/2012/main"/>
    </p:ext>
  </p:extLst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내지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Content Placeholder 2"/>
          <p:cNvSpPr>
            <a:spLocks noGrp="1"/>
          </p:cNvSpPr>
          <p:nvPr>
            <p:ph idx="1" hasCustomPrompt="1"/>
          </p:nvPr>
        </p:nvSpPr>
        <p:spPr>
          <a:xfrm>
            <a:off x="489000" y="1031108"/>
            <a:ext cx="8928000" cy="5268686"/>
          </a:xfrm>
          <a:prstGeom prst="rect">
            <a:avLst/>
          </a:prstGeom>
        </p:spPr>
        <p:txBody>
          <a:bodyPr lIns="0" tIns="0" rIns="0" bIns="0">
            <a:normAutofit/>
          </a:bodyPr>
          <a:lstStyle>
            <a:lvl1pPr marL="0" marR="0" indent="0" algn="l" defTabSz="457200" rtl="0" eaLnBrk="1" fontAlgn="auto" latinLnBrk="0" hangingPunct="1">
              <a:lnSpc>
                <a:spcPct val="110000"/>
              </a:lnSpc>
              <a:spcBef>
                <a:spcPts val="3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 sz="1400" b="0" i="0">
                <a:solidFill>
                  <a:schemeClr val="tx1"/>
                </a:solidFill>
                <a:latin typeface="+mn-ea"/>
                <a:ea typeface="+mn-ea"/>
                <a:cs typeface="KoPub돋움체_Pro Bold" pitchFamily="18" charset="-127"/>
              </a:defRPr>
            </a:lvl1pPr>
            <a:lvl2pPr marL="457200" indent="0">
              <a:buFontTx/>
              <a:buNone/>
              <a:defRPr sz="2000">
                <a:latin typeface="Noto Sans"/>
                <a:cs typeface="Noto Sans"/>
              </a:defRPr>
            </a:lvl2pPr>
            <a:lvl3pPr marL="914400" indent="0">
              <a:buFontTx/>
              <a:buNone/>
              <a:defRPr sz="1800">
                <a:latin typeface="Noto Sans"/>
                <a:cs typeface="Noto Sans"/>
              </a:defRPr>
            </a:lvl3pPr>
            <a:lvl4pPr marL="1371600" indent="0">
              <a:buFontTx/>
              <a:buNone/>
              <a:defRPr sz="1600">
                <a:latin typeface="Noto Sans"/>
                <a:cs typeface="Noto Sans"/>
              </a:defRPr>
            </a:lvl4pPr>
            <a:lvl5pPr marL="1828800" indent="0">
              <a:buFontTx/>
              <a:buNone/>
              <a:defRPr sz="1600">
                <a:latin typeface="Noto Sans"/>
                <a:cs typeface="Noto Sans"/>
              </a:defRPr>
            </a:lvl5pPr>
          </a:lstStyle>
          <a:p>
            <a:pPr lvl="0"/>
            <a:r>
              <a:rPr lang="ko-KR" altLang="en-US" dirty="0"/>
              <a:t>마스터 텍스트 스타일을 편집합니다</a:t>
            </a:r>
            <a:r>
              <a:rPr lang="en-US" altLang="ko-KR" dirty="0"/>
              <a:t>.</a:t>
            </a:r>
          </a:p>
        </p:txBody>
      </p:sp>
      <p:sp>
        <p:nvSpPr>
          <p:cNvPr id="11" name="Slide Number Placeholder 5"/>
          <p:cNvSpPr txBox="1">
            <a:spLocks/>
          </p:cNvSpPr>
          <p:nvPr userDrawn="1"/>
        </p:nvSpPr>
        <p:spPr>
          <a:xfrm>
            <a:off x="493790" y="6494330"/>
            <a:ext cx="4544153" cy="123111"/>
          </a:xfrm>
          <a:prstGeom prst="rect">
            <a:avLst/>
          </a:prstGeom>
        </p:spPr>
        <p:txBody>
          <a:bodyPr lIns="0" tIns="0" rIns="0" bIns="0">
            <a:spAutoFit/>
          </a:bodyPr>
          <a:lstStyle>
            <a:defPPr>
              <a:defRPr lang="ko-KR"/>
            </a:defPPr>
            <a:lvl1pPr algn="l" rtl="0" fontAlgn="base" latinLnBrk="1">
              <a:spcBef>
                <a:spcPct val="0"/>
              </a:spcBef>
              <a:spcAft>
                <a:spcPct val="0"/>
              </a:spcAft>
              <a:defRPr kumimoji="1" sz="800" b="0" i="0" kern="1200" smtClean="0">
                <a:solidFill>
                  <a:srgbClr val="48535B"/>
                </a:solidFill>
                <a:latin typeface="Noto Sans"/>
                <a:ea typeface="KoPub돋움체_Pro Medium"/>
                <a:cs typeface="Noto Sans"/>
              </a:defRPr>
            </a:lvl1pPr>
            <a:lvl2pPr marL="457200" algn="l" rtl="0" fontAlgn="base" latinLnBrk="1">
              <a:spcBef>
                <a:spcPct val="0"/>
              </a:spcBef>
              <a:spcAft>
                <a:spcPct val="0"/>
              </a:spcAft>
              <a:defRPr kumimoji="1" kern="1200">
                <a:solidFill>
                  <a:schemeClr val="tx1"/>
                </a:solidFill>
                <a:latin typeface="맑은 고딕" pitchFamily="50" charset="-127"/>
                <a:ea typeface="굴림" pitchFamily="50" charset="-127"/>
                <a:cs typeface="+mn-cs"/>
              </a:defRPr>
            </a:lvl2pPr>
            <a:lvl3pPr marL="914400" algn="l" rtl="0" fontAlgn="base" latinLnBrk="1">
              <a:spcBef>
                <a:spcPct val="0"/>
              </a:spcBef>
              <a:spcAft>
                <a:spcPct val="0"/>
              </a:spcAft>
              <a:defRPr kumimoji="1" kern="1200">
                <a:solidFill>
                  <a:schemeClr val="tx1"/>
                </a:solidFill>
                <a:latin typeface="맑은 고딕" pitchFamily="50" charset="-127"/>
                <a:ea typeface="굴림" pitchFamily="50" charset="-127"/>
                <a:cs typeface="+mn-cs"/>
              </a:defRPr>
            </a:lvl3pPr>
            <a:lvl4pPr marL="1371600" algn="l" rtl="0" fontAlgn="base" latinLnBrk="1">
              <a:spcBef>
                <a:spcPct val="0"/>
              </a:spcBef>
              <a:spcAft>
                <a:spcPct val="0"/>
              </a:spcAft>
              <a:defRPr kumimoji="1" kern="1200">
                <a:solidFill>
                  <a:schemeClr val="tx1"/>
                </a:solidFill>
                <a:latin typeface="맑은 고딕" pitchFamily="50" charset="-127"/>
                <a:ea typeface="굴림" pitchFamily="50" charset="-127"/>
                <a:cs typeface="+mn-cs"/>
              </a:defRPr>
            </a:lvl4pPr>
            <a:lvl5pPr marL="1828800" algn="l" rtl="0" fontAlgn="base" latinLnBrk="1">
              <a:spcBef>
                <a:spcPct val="0"/>
              </a:spcBef>
              <a:spcAft>
                <a:spcPct val="0"/>
              </a:spcAft>
              <a:defRPr kumimoji="1" kern="1200">
                <a:solidFill>
                  <a:schemeClr val="tx1"/>
                </a:solidFill>
                <a:latin typeface="맑은 고딕" pitchFamily="50" charset="-127"/>
                <a:ea typeface="굴림" pitchFamily="50" charset="-127"/>
                <a:cs typeface="+mn-cs"/>
              </a:defRPr>
            </a:lvl5pPr>
            <a:lvl6pPr marL="2286000" algn="l" defTabSz="914400" rtl="0" eaLnBrk="1" latinLnBrk="1" hangingPunct="1">
              <a:defRPr kumimoji="1" kern="1200">
                <a:solidFill>
                  <a:schemeClr val="tx1"/>
                </a:solidFill>
                <a:latin typeface="맑은 고딕" pitchFamily="50" charset="-127"/>
                <a:ea typeface="굴림" pitchFamily="50" charset="-127"/>
                <a:cs typeface="+mn-cs"/>
              </a:defRPr>
            </a:lvl6pPr>
            <a:lvl7pPr marL="2743200" algn="l" defTabSz="914400" rtl="0" eaLnBrk="1" latinLnBrk="1" hangingPunct="1">
              <a:defRPr kumimoji="1" kern="1200">
                <a:solidFill>
                  <a:schemeClr val="tx1"/>
                </a:solidFill>
                <a:latin typeface="맑은 고딕" pitchFamily="50" charset="-127"/>
                <a:ea typeface="굴림" pitchFamily="50" charset="-127"/>
                <a:cs typeface="+mn-cs"/>
              </a:defRPr>
            </a:lvl7pPr>
            <a:lvl8pPr marL="3200400" algn="l" defTabSz="914400" rtl="0" eaLnBrk="1" latinLnBrk="1" hangingPunct="1">
              <a:defRPr kumimoji="1" kern="1200">
                <a:solidFill>
                  <a:schemeClr val="tx1"/>
                </a:solidFill>
                <a:latin typeface="맑은 고딕" pitchFamily="50" charset="-127"/>
                <a:ea typeface="굴림" pitchFamily="50" charset="-127"/>
                <a:cs typeface="+mn-cs"/>
              </a:defRPr>
            </a:lvl8pPr>
            <a:lvl9pPr marL="3657600" algn="l" defTabSz="914400" rtl="0" eaLnBrk="1" latinLnBrk="1" hangingPunct="1">
              <a:defRPr kumimoji="1" kern="1200">
                <a:solidFill>
                  <a:schemeClr val="tx1"/>
                </a:solidFill>
                <a:latin typeface="맑은 고딕" pitchFamily="50" charset="-127"/>
                <a:ea typeface="굴림" pitchFamily="50" charset="-127"/>
                <a:cs typeface="+mn-cs"/>
              </a:defRPr>
            </a:lvl9pPr>
          </a:lstStyle>
          <a:p>
            <a:pPr>
              <a:defRPr/>
            </a:pPr>
            <a:fld id="{EC423B9A-1F8E-4D65-926D-4D79436AE648}" type="slidenum">
              <a:rPr lang="en-US" sz="800" smtClean="0">
                <a:solidFill>
                  <a:schemeClr val="tx1"/>
                </a:solidFill>
                <a:latin typeface="KoPub돋움체_Pro Medium" panose="02020603020101020101" pitchFamily="18" charset="-127"/>
                <a:ea typeface="KoPub돋움체_Pro Medium" panose="02020603020101020101" pitchFamily="18" charset="-127"/>
              </a:rPr>
              <a:pPr>
                <a:defRPr/>
              </a:pPr>
              <a:t>‹#›</a:t>
            </a:fld>
            <a:r>
              <a:rPr lang="en-US" sz="800" dirty="0">
                <a:solidFill>
                  <a:schemeClr val="tx1"/>
                </a:solidFill>
                <a:latin typeface="KoPub돋움체_Pro Medium" panose="02020603020101020101" pitchFamily="18" charset="-127"/>
                <a:ea typeface="KoPub돋움체_Pro Medium" panose="02020603020101020101" pitchFamily="18" charset="-127"/>
              </a:rPr>
              <a:t> |</a:t>
            </a:r>
            <a:r>
              <a:rPr lang="en-US" sz="800" baseline="0" dirty="0">
                <a:solidFill>
                  <a:schemeClr val="tx1"/>
                </a:solidFill>
                <a:latin typeface="KoPub돋움체_Pro Medium" panose="02020603020101020101" pitchFamily="18" charset="-127"/>
                <a:ea typeface="KoPub돋움체_Pro Medium" panose="02020603020101020101" pitchFamily="18" charset="-127"/>
              </a:rPr>
              <a:t> </a:t>
            </a:r>
            <a:r>
              <a:rPr lang="ko-KR" altLang="en-US" sz="800" baseline="0" dirty="0" err="1">
                <a:solidFill>
                  <a:schemeClr val="tx1"/>
                </a:solidFill>
                <a:latin typeface="KoPub돋움체_Pro Medium" panose="02020603020101020101" pitchFamily="18" charset="-127"/>
                <a:ea typeface="KoPub돋움체_Pro Medium" panose="02020603020101020101" pitchFamily="18" charset="-127"/>
              </a:rPr>
              <a:t>미래에셋 Tech TOP10 스마트 액티브 레버리지 1.5 제안서</a:t>
            </a:r>
            <a:endParaRPr lang="en-US" altLang="ko-KR" sz="800" baseline="0" dirty="0">
              <a:solidFill>
                <a:schemeClr val="tx1"/>
              </a:solidFill>
              <a:latin typeface="KoPub돋움체_Pro Medium" panose="02020603020101020101" pitchFamily="18" charset="-127"/>
              <a:ea typeface="KoPub돋움체_Pro Medium" panose="02020603020101020101" pitchFamily="18" charset="-127"/>
            </a:endParaRPr>
          </a:p>
        </p:txBody>
      </p:sp>
      <p:cxnSp>
        <p:nvCxnSpPr>
          <p:cNvPr id="12" name="Straight Connector 10"/>
          <p:cNvCxnSpPr/>
          <p:nvPr userDrawn="1"/>
        </p:nvCxnSpPr>
        <p:spPr>
          <a:xfrm>
            <a:off x="489000" y="896938"/>
            <a:ext cx="8928000" cy="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13" name="Title 1"/>
          <p:cNvSpPr>
            <a:spLocks noGrp="1"/>
          </p:cNvSpPr>
          <p:nvPr>
            <p:ph type="title"/>
          </p:nvPr>
        </p:nvSpPr>
        <p:spPr>
          <a:xfrm>
            <a:off x="493790" y="567301"/>
            <a:ext cx="6480000" cy="276999"/>
          </a:xfrm>
          <a:prstGeom prst="rect">
            <a:avLst/>
          </a:prstGeom>
        </p:spPr>
        <p:txBody>
          <a:bodyPr lIns="0" tIns="0" rIns="0" bIns="0" anchor="t">
            <a:noAutofit/>
          </a:bodyPr>
          <a:lstStyle>
            <a:lvl1pPr algn="l">
              <a:defRPr sz="2000">
                <a:solidFill>
                  <a:schemeClr val="tx1"/>
                </a:solidFill>
                <a:latin typeface="+mj-ea"/>
                <a:ea typeface="+mj-ea"/>
                <a:cs typeface="KoPub돋움체_Pro Bold"/>
              </a:defRPr>
            </a:lvl1pPr>
          </a:lstStyle>
          <a:p>
            <a:r>
              <a:rPr lang="ko-KR" altLang="en-US" dirty="0"/>
              <a:t>마스터 제목 스타일 편집</a:t>
            </a:r>
            <a:endParaRPr lang="en-US" dirty="0"/>
          </a:p>
        </p:txBody>
      </p:sp>
      <p:sp>
        <p:nvSpPr>
          <p:cNvPr id="15" name="Slide Number Placeholder 5"/>
          <p:cNvSpPr txBox="1">
            <a:spLocks/>
          </p:cNvSpPr>
          <p:nvPr userDrawn="1"/>
        </p:nvSpPr>
        <p:spPr>
          <a:xfrm>
            <a:off x="6452713" y="6494330"/>
            <a:ext cx="2964337" cy="123111"/>
          </a:xfrm>
          <a:prstGeom prst="rect">
            <a:avLst/>
          </a:prstGeom>
        </p:spPr>
        <p:txBody>
          <a:bodyPr lIns="0" tIns="0" rIns="0" bIns="0">
            <a:spAutoFit/>
          </a:bodyPr>
          <a:lstStyle>
            <a:defPPr>
              <a:defRPr lang="en-US"/>
            </a:defPPr>
            <a:lvl1pPr marL="0" algn="l" defTabSz="457200" rtl="0" eaLnBrk="1" latinLnBrk="0" hangingPunct="1">
              <a:defRPr sz="700" b="0" i="0" kern="1200">
                <a:solidFill>
                  <a:srgbClr val="48535B"/>
                </a:solidFill>
                <a:latin typeface="Noto Sans"/>
                <a:ea typeface="KoPub돋움체_Pro Medium"/>
                <a:cs typeface="Noto San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r">
              <a:defRPr/>
            </a:pPr>
            <a:r>
              <a:rPr lang="en-US" sz="800" b="0" spc="20" baseline="0" dirty="0" err="1">
                <a:solidFill>
                  <a:schemeClr val="tx1"/>
                </a:solidFill>
                <a:latin typeface="KoPub돋움체_Pro Medium" panose="02020603020101020101" pitchFamily="18" charset="-127"/>
                <a:ea typeface="KoPub돋움체_Pro Medium" panose="02020603020101020101" pitchFamily="18" charset="-127"/>
              </a:rPr>
              <a:t>Mirae</a:t>
            </a:r>
            <a:r>
              <a:rPr lang="en-US" sz="800" b="0" spc="20" baseline="0" dirty="0">
                <a:solidFill>
                  <a:schemeClr val="tx1"/>
                </a:solidFill>
                <a:latin typeface="KoPub돋움체_Pro Medium" panose="02020603020101020101" pitchFamily="18" charset="-127"/>
                <a:ea typeface="KoPub돋움체_Pro Medium" panose="02020603020101020101" pitchFamily="18" charset="-127"/>
              </a:rPr>
              <a:t> Asset Global Investments</a:t>
            </a:r>
          </a:p>
        </p:txBody>
      </p:sp>
      <p:cxnSp>
        <p:nvCxnSpPr>
          <p:cNvPr id="9" name="Straight Connector 10"/>
          <p:cNvCxnSpPr/>
          <p:nvPr userDrawn="1"/>
        </p:nvCxnSpPr>
        <p:spPr>
          <a:xfrm>
            <a:off x="480000" y="6360160"/>
            <a:ext cx="8946000" cy="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8" name="Text Box 15"/>
          <p:cNvSpPr txBox="1">
            <a:spLocks noChangeArrowheads="1"/>
          </p:cNvSpPr>
          <p:nvPr userDrawn="1"/>
        </p:nvSpPr>
        <p:spPr bwMode="auto">
          <a:xfrm>
            <a:off x="8799435" y="199404"/>
            <a:ext cx="900000" cy="252000"/>
          </a:xfrm>
          <a:prstGeom prst="rect">
            <a:avLst/>
          </a:prstGeom>
          <a:solidFill>
            <a:srgbClr val="FFFFFF"/>
          </a:solidFill>
          <a:ln w="19050">
            <a:solidFill>
              <a:srgbClr val="FF0000"/>
            </a:solidFill>
            <a:miter lim="800000"/>
            <a:headEnd/>
            <a:tailEnd/>
          </a:ln>
        </p:spPr>
        <p:txBody>
          <a:bodyPr rot="0" vert="horz" wrap="square" lIns="0" tIns="0" rIns="0" bIns="0" anchor="ctr" anchorCtr="0" upright="1">
            <a:noAutofit/>
          </a:bodyPr>
          <a:lstStyle/>
          <a:p>
            <a:pPr algn="ctr" defTabSz="829544" latinLnBrk="1"/>
            <a:r>
              <a:rPr lang="ko-KR" altLang="en-US" sz="1000" kern="100" dirty="0" err="1">
                <a:solidFill>
                  <a:srgbClr val="FF0000"/>
                </a:solidFill>
                <a:latin typeface="KoPub돋움체_Pro Bold" panose="02020603020101020101" pitchFamily="18" charset="-127"/>
                <a:ea typeface="KoPub돋움체_Pro Bold" panose="02020603020101020101" pitchFamily="18" charset="-127"/>
                <a:cs typeface="Times New Roman"/>
              </a:rPr>
              <a:t>판매사</a:t>
            </a:r>
            <a:r>
              <a:rPr lang="ko-KR" altLang="en-US" sz="1000" kern="100" dirty="0">
                <a:solidFill>
                  <a:srgbClr val="FF0000"/>
                </a:solidFill>
                <a:latin typeface="KoPub돋움체_Pro Bold" panose="02020603020101020101" pitchFamily="18" charset="-127"/>
                <a:ea typeface="KoPub돋움체_Pro Bold" panose="02020603020101020101" pitchFamily="18" charset="-127"/>
                <a:cs typeface="Times New Roman"/>
              </a:rPr>
              <a:t> </a:t>
            </a:r>
            <a:r>
              <a:rPr lang="ko-KR" altLang="en-US" sz="1000" kern="100" dirty="0" err="1">
                <a:solidFill>
                  <a:srgbClr val="FF0000"/>
                </a:solidFill>
                <a:latin typeface="KoPub돋움체_Pro Bold" panose="02020603020101020101" pitchFamily="18" charset="-127"/>
                <a:ea typeface="KoPub돋움체_Pro Bold" panose="02020603020101020101" pitchFamily="18" charset="-127"/>
                <a:cs typeface="Times New Roman"/>
              </a:rPr>
              <a:t>사내한</a:t>
            </a:r>
            <a:endParaRPr lang="en-US" altLang="ko-KR" sz="1000" kern="100" dirty="0">
              <a:solidFill>
                <a:srgbClr val="FF0000"/>
              </a:solidFill>
              <a:latin typeface="KoPub돋움체_Pro Bold" panose="02020603020101020101" pitchFamily="18" charset="-127"/>
              <a:ea typeface="KoPub돋움체_Pro Bold" panose="02020603020101020101" pitchFamily="18" charset="-127"/>
              <a:cs typeface="Times New Roman"/>
            </a:endParaRPr>
          </a:p>
        </p:txBody>
      </p:sp>
    </p:spTree>
    <p:extLst>
      <p:ext uri="{BB962C8B-B14F-4D97-AF65-F5344CB8AC3E}">
        <p14:creationId xmlns:p14="http://schemas.microsoft.com/office/powerpoint/2010/main" val="1884549619"/>
      </p:ext>
    </p:extLst>
  </p:cSld>
  <p:clrMapOvr>
    <a:masterClrMapping/>
  </p:clrMapOvr>
  <p:extLst>
    <p:ext uri="{DCECCB84-F9BA-43D5-87BE-67443E8EF086}">
      <p15:sldGuideLst xmlns:p15="http://schemas.microsoft.com/office/powerpoint/2012/main"/>
    </p:ext>
  </p:extLst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내지(고객사 로고 추가형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12" name="Straight Connector 10"/>
          <p:cNvCxnSpPr/>
          <p:nvPr userDrawn="1"/>
        </p:nvCxnSpPr>
        <p:spPr>
          <a:xfrm>
            <a:off x="489000" y="896938"/>
            <a:ext cx="8928000" cy="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11" name="Slide Number Placeholder 5"/>
          <p:cNvSpPr txBox="1">
            <a:spLocks/>
          </p:cNvSpPr>
          <p:nvPr userDrawn="1"/>
        </p:nvSpPr>
        <p:spPr>
          <a:xfrm>
            <a:off x="493790" y="6494330"/>
            <a:ext cx="4544153" cy="123111"/>
          </a:xfrm>
          <a:prstGeom prst="rect">
            <a:avLst/>
          </a:prstGeom>
        </p:spPr>
        <p:txBody>
          <a:bodyPr lIns="0" tIns="0" rIns="0" bIns="0">
            <a:spAutoFit/>
          </a:bodyPr>
          <a:lstStyle>
            <a:defPPr>
              <a:defRPr lang="ko-KR"/>
            </a:defPPr>
            <a:lvl1pPr algn="l" rtl="0" fontAlgn="base" latinLnBrk="1">
              <a:spcBef>
                <a:spcPct val="0"/>
              </a:spcBef>
              <a:spcAft>
                <a:spcPct val="0"/>
              </a:spcAft>
              <a:defRPr kumimoji="1" sz="800" b="0" i="0" kern="1200" smtClean="0">
                <a:solidFill>
                  <a:srgbClr val="48535B"/>
                </a:solidFill>
                <a:latin typeface="Noto Sans"/>
                <a:ea typeface="KoPub돋움체_Pro Medium"/>
                <a:cs typeface="Noto Sans"/>
              </a:defRPr>
            </a:lvl1pPr>
            <a:lvl2pPr marL="457200" algn="l" rtl="0" fontAlgn="base" latinLnBrk="1">
              <a:spcBef>
                <a:spcPct val="0"/>
              </a:spcBef>
              <a:spcAft>
                <a:spcPct val="0"/>
              </a:spcAft>
              <a:defRPr kumimoji="1" kern="1200">
                <a:solidFill>
                  <a:schemeClr val="tx1"/>
                </a:solidFill>
                <a:latin typeface="맑은 고딕" pitchFamily="50" charset="-127"/>
                <a:ea typeface="굴림" pitchFamily="50" charset="-127"/>
                <a:cs typeface="+mn-cs"/>
              </a:defRPr>
            </a:lvl2pPr>
            <a:lvl3pPr marL="914400" algn="l" rtl="0" fontAlgn="base" latinLnBrk="1">
              <a:spcBef>
                <a:spcPct val="0"/>
              </a:spcBef>
              <a:spcAft>
                <a:spcPct val="0"/>
              </a:spcAft>
              <a:defRPr kumimoji="1" kern="1200">
                <a:solidFill>
                  <a:schemeClr val="tx1"/>
                </a:solidFill>
                <a:latin typeface="맑은 고딕" pitchFamily="50" charset="-127"/>
                <a:ea typeface="굴림" pitchFamily="50" charset="-127"/>
                <a:cs typeface="+mn-cs"/>
              </a:defRPr>
            </a:lvl3pPr>
            <a:lvl4pPr marL="1371600" algn="l" rtl="0" fontAlgn="base" latinLnBrk="1">
              <a:spcBef>
                <a:spcPct val="0"/>
              </a:spcBef>
              <a:spcAft>
                <a:spcPct val="0"/>
              </a:spcAft>
              <a:defRPr kumimoji="1" kern="1200">
                <a:solidFill>
                  <a:schemeClr val="tx1"/>
                </a:solidFill>
                <a:latin typeface="맑은 고딕" pitchFamily="50" charset="-127"/>
                <a:ea typeface="굴림" pitchFamily="50" charset="-127"/>
                <a:cs typeface="+mn-cs"/>
              </a:defRPr>
            </a:lvl4pPr>
            <a:lvl5pPr marL="1828800" algn="l" rtl="0" fontAlgn="base" latinLnBrk="1">
              <a:spcBef>
                <a:spcPct val="0"/>
              </a:spcBef>
              <a:spcAft>
                <a:spcPct val="0"/>
              </a:spcAft>
              <a:defRPr kumimoji="1" kern="1200">
                <a:solidFill>
                  <a:schemeClr val="tx1"/>
                </a:solidFill>
                <a:latin typeface="맑은 고딕" pitchFamily="50" charset="-127"/>
                <a:ea typeface="굴림" pitchFamily="50" charset="-127"/>
                <a:cs typeface="+mn-cs"/>
              </a:defRPr>
            </a:lvl5pPr>
            <a:lvl6pPr marL="2286000" algn="l" defTabSz="914400" rtl="0" eaLnBrk="1" latinLnBrk="1" hangingPunct="1">
              <a:defRPr kumimoji="1" kern="1200">
                <a:solidFill>
                  <a:schemeClr val="tx1"/>
                </a:solidFill>
                <a:latin typeface="맑은 고딕" pitchFamily="50" charset="-127"/>
                <a:ea typeface="굴림" pitchFamily="50" charset="-127"/>
                <a:cs typeface="+mn-cs"/>
              </a:defRPr>
            </a:lvl6pPr>
            <a:lvl7pPr marL="2743200" algn="l" defTabSz="914400" rtl="0" eaLnBrk="1" latinLnBrk="1" hangingPunct="1">
              <a:defRPr kumimoji="1" kern="1200">
                <a:solidFill>
                  <a:schemeClr val="tx1"/>
                </a:solidFill>
                <a:latin typeface="맑은 고딕" pitchFamily="50" charset="-127"/>
                <a:ea typeface="굴림" pitchFamily="50" charset="-127"/>
                <a:cs typeface="+mn-cs"/>
              </a:defRPr>
            </a:lvl7pPr>
            <a:lvl8pPr marL="3200400" algn="l" defTabSz="914400" rtl="0" eaLnBrk="1" latinLnBrk="1" hangingPunct="1">
              <a:defRPr kumimoji="1" kern="1200">
                <a:solidFill>
                  <a:schemeClr val="tx1"/>
                </a:solidFill>
                <a:latin typeface="맑은 고딕" pitchFamily="50" charset="-127"/>
                <a:ea typeface="굴림" pitchFamily="50" charset="-127"/>
                <a:cs typeface="+mn-cs"/>
              </a:defRPr>
            </a:lvl8pPr>
            <a:lvl9pPr marL="3657600" algn="l" defTabSz="914400" rtl="0" eaLnBrk="1" latinLnBrk="1" hangingPunct="1">
              <a:defRPr kumimoji="1" kern="1200">
                <a:solidFill>
                  <a:schemeClr val="tx1"/>
                </a:solidFill>
                <a:latin typeface="맑은 고딕" pitchFamily="50" charset="-127"/>
                <a:ea typeface="굴림" pitchFamily="50" charset="-127"/>
                <a:cs typeface="+mn-cs"/>
              </a:defRPr>
            </a:lvl9pPr>
          </a:lstStyle>
          <a:p>
            <a:pPr>
              <a:defRPr/>
            </a:pPr>
            <a:fld id="{EC423B9A-1F8E-4D65-926D-4D79436AE648}" type="slidenum">
              <a:rPr lang="en-US" sz="800" smtClean="0">
                <a:solidFill>
                  <a:schemeClr val="tx1"/>
                </a:solidFill>
                <a:latin typeface="KoPub돋움체_Pro Medium" panose="02020603020101020101" pitchFamily="18" charset="-127"/>
                <a:ea typeface="KoPub돋움체_Pro Medium" panose="02020603020101020101" pitchFamily="18" charset="-127"/>
              </a:rPr>
              <a:pPr>
                <a:defRPr/>
              </a:pPr>
              <a:t>‹#›</a:t>
            </a:fld>
            <a:r>
              <a:rPr lang="en-US" sz="800" dirty="0">
                <a:solidFill>
                  <a:schemeClr val="tx1"/>
                </a:solidFill>
                <a:latin typeface="KoPub돋움체_Pro Medium" panose="02020603020101020101" pitchFamily="18" charset="-127"/>
                <a:ea typeface="KoPub돋움체_Pro Medium" panose="02020603020101020101" pitchFamily="18" charset="-127"/>
              </a:rPr>
              <a:t> |</a:t>
            </a:r>
            <a:r>
              <a:rPr lang="en-US" sz="800" baseline="0" dirty="0">
                <a:solidFill>
                  <a:schemeClr val="tx1"/>
                </a:solidFill>
                <a:latin typeface="KoPub돋움체_Pro Medium" panose="02020603020101020101" pitchFamily="18" charset="-127"/>
                <a:ea typeface="KoPub돋움체_Pro Medium" panose="02020603020101020101" pitchFamily="18" charset="-127"/>
              </a:rPr>
              <a:t> </a:t>
            </a:r>
            <a:r>
              <a:rPr lang="ko-KR" altLang="en-US" sz="800" baseline="0" dirty="0" err="1">
                <a:solidFill>
                  <a:schemeClr val="tx1"/>
                </a:solidFill>
                <a:latin typeface="KoPub돋움체_Pro Medium" panose="02020603020101020101" pitchFamily="18" charset="-127"/>
                <a:ea typeface="KoPub돋움체_Pro Medium" panose="02020603020101020101" pitchFamily="18" charset="-127"/>
              </a:rPr>
              <a:t>미래에셋</a:t>
            </a:r>
            <a:r>
              <a:rPr lang="en-US" altLang="ko-KR" sz="800" baseline="0" dirty="0">
                <a:solidFill>
                  <a:schemeClr val="tx1"/>
                </a:solidFill>
                <a:latin typeface="KoPub돋움체_Pro Medium" panose="02020603020101020101" pitchFamily="18" charset="-127"/>
                <a:ea typeface="KoPub돋움체_Pro Medium" panose="02020603020101020101" pitchFamily="18" charset="-127"/>
              </a:rPr>
              <a:t>OOOOO</a:t>
            </a:r>
            <a:r>
              <a:rPr lang="ko-KR" altLang="en-US" sz="800" baseline="0" dirty="0">
                <a:solidFill>
                  <a:schemeClr val="tx1"/>
                </a:solidFill>
                <a:latin typeface="KoPub돋움체_Pro Medium" panose="02020603020101020101" pitchFamily="18" charset="-127"/>
                <a:ea typeface="KoPub돋움체_Pro Medium" panose="02020603020101020101" pitchFamily="18" charset="-127"/>
              </a:rPr>
              <a:t>증권투자신탁 제안서 </a:t>
            </a:r>
            <a:r>
              <a:rPr lang="en-US" altLang="ko-KR" sz="800" baseline="0" dirty="0">
                <a:solidFill>
                  <a:schemeClr val="tx1"/>
                </a:solidFill>
                <a:latin typeface="KoPub돋움체_Pro Medium" panose="02020603020101020101" pitchFamily="18" charset="-127"/>
                <a:ea typeface="KoPub돋움체_Pro Medium" panose="02020603020101020101" pitchFamily="18" charset="-127"/>
              </a:rPr>
              <a:t>| 00/00/0000</a:t>
            </a:r>
          </a:p>
        </p:txBody>
      </p:sp>
      <p:sp>
        <p:nvSpPr>
          <p:cNvPr id="13" name="Title 1"/>
          <p:cNvSpPr>
            <a:spLocks noGrp="1"/>
          </p:cNvSpPr>
          <p:nvPr>
            <p:ph type="title"/>
          </p:nvPr>
        </p:nvSpPr>
        <p:spPr>
          <a:xfrm>
            <a:off x="493790" y="567301"/>
            <a:ext cx="6480000" cy="276999"/>
          </a:xfrm>
          <a:prstGeom prst="rect">
            <a:avLst/>
          </a:prstGeom>
        </p:spPr>
        <p:txBody>
          <a:bodyPr lIns="0" tIns="0" rIns="0" bIns="0" anchor="t">
            <a:noAutofit/>
          </a:bodyPr>
          <a:lstStyle>
            <a:lvl1pPr algn="l">
              <a:defRPr sz="2000">
                <a:solidFill>
                  <a:schemeClr val="tx1"/>
                </a:solidFill>
                <a:latin typeface="+mj-ea"/>
                <a:ea typeface="+mj-ea"/>
                <a:cs typeface="KoPub돋움체_Pro Bold"/>
              </a:defRPr>
            </a:lvl1pPr>
          </a:lstStyle>
          <a:p>
            <a:r>
              <a:rPr lang="ko-KR" altLang="en-US" dirty="0"/>
              <a:t>마스터 제목 스타일 편집</a:t>
            </a:r>
            <a:endParaRPr lang="en-US" dirty="0"/>
          </a:p>
        </p:txBody>
      </p:sp>
      <p:sp>
        <p:nvSpPr>
          <p:cNvPr id="15" name="Slide Number Placeholder 5"/>
          <p:cNvSpPr txBox="1">
            <a:spLocks/>
          </p:cNvSpPr>
          <p:nvPr userDrawn="1"/>
        </p:nvSpPr>
        <p:spPr>
          <a:xfrm>
            <a:off x="6452713" y="6494330"/>
            <a:ext cx="2964337" cy="123111"/>
          </a:xfrm>
          <a:prstGeom prst="rect">
            <a:avLst/>
          </a:prstGeom>
        </p:spPr>
        <p:txBody>
          <a:bodyPr lIns="0" tIns="0" rIns="0" bIns="0">
            <a:spAutoFit/>
          </a:bodyPr>
          <a:lstStyle>
            <a:defPPr>
              <a:defRPr lang="en-US"/>
            </a:defPPr>
            <a:lvl1pPr marL="0" algn="l" defTabSz="457200" rtl="0" eaLnBrk="1" latinLnBrk="0" hangingPunct="1">
              <a:defRPr sz="700" b="0" i="0" kern="1200">
                <a:solidFill>
                  <a:srgbClr val="48535B"/>
                </a:solidFill>
                <a:latin typeface="Noto Sans"/>
                <a:ea typeface="KoPub돋움체_Pro Medium"/>
                <a:cs typeface="Noto San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r">
              <a:defRPr/>
            </a:pPr>
            <a:r>
              <a:rPr lang="en-US" sz="800" b="0" spc="20" baseline="0" dirty="0" err="1">
                <a:solidFill>
                  <a:schemeClr val="tx1"/>
                </a:solidFill>
                <a:latin typeface="KoPub돋움체_Pro Medium" panose="02020603020101020101" pitchFamily="18" charset="-127"/>
                <a:ea typeface="KoPub돋움체_Pro Medium" panose="02020603020101020101" pitchFamily="18" charset="-127"/>
              </a:rPr>
              <a:t>Mirae</a:t>
            </a:r>
            <a:r>
              <a:rPr lang="en-US" sz="800" b="0" spc="20" baseline="0" dirty="0">
                <a:solidFill>
                  <a:schemeClr val="tx1"/>
                </a:solidFill>
                <a:latin typeface="KoPub돋움체_Pro Medium" panose="02020603020101020101" pitchFamily="18" charset="-127"/>
                <a:ea typeface="KoPub돋움체_Pro Medium" panose="02020603020101020101" pitchFamily="18" charset="-127"/>
              </a:rPr>
              <a:t> Asset Global Investments</a:t>
            </a:r>
          </a:p>
        </p:txBody>
      </p:sp>
      <p:cxnSp>
        <p:nvCxnSpPr>
          <p:cNvPr id="9" name="Straight Connector 10"/>
          <p:cNvCxnSpPr/>
          <p:nvPr userDrawn="1"/>
        </p:nvCxnSpPr>
        <p:spPr>
          <a:xfrm>
            <a:off x="480000" y="6360160"/>
            <a:ext cx="8946000" cy="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pic>
        <p:nvPicPr>
          <p:cNvPr id="8" name="그림 7"/>
          <p:cNvPicPr>
            <a:picLocks noChangeAspect="1"/>
          </p:cNvPicPr>
          <p:nvPr userDrawn="1"/>
        </p:nvPicPr>
        <p:blipFill>
          <a:blip r:embed="rId2"/>
          <a:srcRect/>
          <a:stretch/>
        </p:blipFill>
        <p:spPr>
          <a:xfrm>
            <a:off x="8511901" y="426188"/>
            <a:ext cx="1058570" cy="422724"/>
          </a:xfrm>
          <a:prstGeom prst="rect">
            <a:avLst/>
          </a:prstGeom>
        </p:spPr>
      </p:pic>
      <p:pic>
        <p:nvPicPr>
          <p:cNvPr id="10" name="Picture 2" descr="C:\Users\swpae\Desktop\ScreenHunter_528 Aug. 06 09.48.jpg"/>
          <p:cNvPicPr>
            <a:picLocks noChangeAspect="1" noChangeArrowheads="1"/>
          </p:cNvPicPr>
          <p:nvPr userDrawn="1"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189065" y="446681"/>
            <a:ext cx="1149810" cy="399417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cxnSp>
        <p:nvCxnSpPr>
          <p:cNvPr id="16" name="Straight Connector 10"/>
          <p:cNvCxnSpPr/>
          <p:nvPr userDrawn="1"/>
        </p:nvCxnSpPr>
        <p:spPr>
          <a:xfrm>
            <a:off x="8399201" y="506669"/>
            <a:ext cx="0" cy="301048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17" name="Content Placeholder 2"/>
          <p:cNvSpPr>
            <a:spLocks noGrp="1"/>
          </p:cNvSpPr>
          <p:nvPr>
            <p:ph idx="1" hasCustomPrompt="1"/>
          </p:nvPr>
        </p:nvSpPr>
        <p:spPr>
          <a:xfrm>
            <a:off x="489000" y="1031108"/>
            <a:ext cx="8928000" cy="5268686"/>
          </a:xfrm>
          <a:prstGeom prst="rect">
            <a:avLst/>
          </a:prstGeom>
        </p:spPr>
        <p:txBody>
          <a:bodyPr lIns="0" tIns="0" rIns="0" bIns="0">
            <a:normAutofit/>
          </a:bodyPr>
          <a:lstStyle>
            <a:lvl1pPr marL="0" marR="0" indent="0" algn="l" defTabSz="457200" rtl="0" eaLnBrk="1" fontAlgn="auto" latinLnBrk="0" hangingPunct="1">
              <a:lnSpc>
                <a:spcPct val="110000"/>
              </a:lnSpc>
              <a:spcBef>
                <a:spcPts val="3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 sz="1400" b="0" i="0">
                <a:solidFill>
                  <a:schemeClr val="tx1"/>
                </a:solidFill>
                <a:latin typeface="+mn-ea"/>
                <a:ea typeface="+mn-ea"/>
                <a:cs typeface="KoPub돋움체_Pro Bold" pitchFamily="18" charset="-127"/>
              </a:defRPr>
            </a:lvl1pPr>
            <a:lvl2pPr marL="457200" indent="0">
              <a:buFontTx/>
              <a:buNone/>
              <a:defRPr sz="2000">
                <a:latin typeface="Noto Sans"/>
                <a:cs typeface="Noto Sans"/>
              </a:defRPr>
            </a:lvl2pPr>
            <a:lvl3pPr marL="914400" indent="0">
              <a:buFontTx/>
              <a:buNone/>
              <a:defRPr sz="1800">
                <a:latin typeface="Noto Sans"/>
                <a:cs typeface="Noto Sans"/>
              </a:defRPr>
            </a:lvl3pPr>
            <a:lvl4pPr marL="1371600" indent="0">
              <a:buFontTx/>
              <a:buNone/>
              <a:defRPr sz="1600">
                <a:latin typeface="Noto Sans"/>
                <a:cs typeface="Noto Sans"/>
              </a:defRPr>
            </a:lvl4pPr>
            <a:lvl5pPr marL="1828800" indent="0">
              <a:buFontTx/>
              <a:buNone/>
              <a:defRPr sz="1600">
                <a:latin typeface="Noto Sans"/>
                <a:cs typeface="Noto Sans"/>
              </a:defRPr>
            </a:lvl5pPr>
          </a:lstStyle>
          <a:p>
            <a:pPr lvl="0"/>
            <a:r>
              <a:rPr lang="ko-KR" altLang="en-US" dirty="0"/>
              <a:t>마스터 텍스트 스타일을 편집합니다</a:t>
            </a:r>
            <a:r>
              <a:rPr lang="en-US" altLang="ko-KR" dirty="0"/>
              <a:t>.</a:t>
            </a:r>
          </a:p>
        </p:txBody>
      </p:sp>
    </p:spTree>
    <p:extLst>
      <p:ext uri="{BB962C8B-B14F-4D97-AF65-F5344CB8AC3E}">
        <p14:creationId xmlns:p14="http://schemas.microsoft.com/office/powerpoint/2010/main" val="2231212825"/>
      </p:ext>
    </p:extLst>
  </p:cSld>
  <p:clrMapOvr>
    <a:masterClrMapping/>
  </p:clrMapOvr>
  <p:extLst>
    <p:ext uri="{DCECCB84-F9BA-43D5-87BE-67443E8EF086}">
      <p15:sldGuideLst xmlns:p15="http://schemas.microsoft.com/office/powerpoint/2012/main"/>
    </p:ext>
  </p:extLst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뒷표지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그림 3"/>
          <p:cNvPicPr>
            <a:picLocks noChangeAspect="1"/>
          </p:cNvPicPr>
          <p:nvPr userDrawn="1"/>
        </p:nvPicPr>
        <p:blipFill>
          <a:blip r:embed="rId2"/>
          <a:srcRect/>
          <a:stretch/>
        </p:blipFill>
        <p:spPr>
          <a:xfrm>
            <a:off x="4200525" y="5648898"/>
            <a:ext cx="1709186" cy="682537"/>
          </a:xfrm>
          <a:prstGeom prst="rect">
            <a:avLst/>
          </a:prstGeom>
        </p:spPr>
      </p:pic>
      <p:sp>
        <p:nvSpPr>
          <p:cNvPr id="7" name="텍스트 개체 틀 2"/>
          <p:cNvSpPr txBox="1">
            <a:spLocks/>
          </p:cNvSpPr>
          <p:nvPr userDrawn="1"/>
        </p:nvSpPr>
        <p:spPr>
          <a:xfrm>
            <a:off x="0" y="570972"/>
            <a:ext cx="9906000" cy="222177"/>
          </a:xfrm>
          <a:prstGeom prst="rect">
            <a:avLst/>
          </a:prstGeom>
        </p:spPr>
        <p:txBody>
          <a:bodyPr wrap="square" lIns="0" tIns="0" rIns="0" bIns="0" anchor="ctr" anchorCtr="0">
            <a:spAutoFit/>
          </a:bodyPr>
          <a:lstStyle>
            <a:lvl1pPr marL="0" indent="0" algn="l" defTabSz="914400" rtl="0" eaLnBrk="1" latinLnBrk="1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defRPr sz="800" kern="1200">
                <a:solidFill>
                  <a:schemeClr val="tx1"/>
                </a:solidFill>
                <a:latin typeface="KoPub돋움체_Pro Medium" pitchFamily="18" charset="-127"/>
                <a:ea typeface="KoPub돋움체_Pro Medium" pitchFamily="18" charset="-127"/>
                <a:cs typeface="+mn-cs"/>
              </a:defRPr>
            </a:lvl1pPr>
            <a:lvl2pPr marL="6858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r>
              <a:rPr lang="en-US" altLang="ko-KR" sz="1600" dirty="0">
                <a:solidFill>
                  <a:schemeClr val="accent1"/>
                </a:solidFill>
                <a:latin typeface="KoPub돋움체_Pro Bold" panose="02020603020101020101" pitchFamily="18" charset="-127"/>
                <a:ea typeface="KoPub돋움체_Pro Bold" panose="02020603020101020101" pitchFamily="18" charset="-127"/>
              </a:rPr>
              <a:t>Permanent Innovator</a:t>
            </a:r>
          </a:p>
        </p:txBody>
      </p:sp>
      <p:sp>
        <p:nvSpPr>
          <p:cNvPr id="8" name="Slide Number Placeholder 5"/>
          <p:cNvSpPr txBox="1">
            <a:spLocks/>
          </p:cNvSpPr>
          <p:nvPr userDrawn="1"/>
        </p:nvSpPr>
        <p:spPr>
          <a:xfrm>
            <a:off x="742950" y="2888993"/>
            <a:ext cx="8420100" cy="461665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defPPr>
              <a:defRPr lang="en-US"/>
            </a:defPPr>
            <a:lvl1pPr marL="0" algn="l" defTabSz="457200" rtl="0" eaLnBrk="1" latinLnBrk="0" hangingPunct="1">
              <a:defRPr sz="700" b="0" i="0" kern="1200">
                <a:solidFill>
                  <a:srgbClr val="48535B"/>
                </a:solidFill>
                <a:latin typeface="Noto Sans"/>
                <a:ea typeface="KoPub돋움체_Pro Medium"/>
                <a:cs typeface="Noto San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>
              <a:defRPr/>
            </a:pPr>
            <a:r>
              <a:rPr lang="ko-KR" altLang="en-US" sz="3000" b="0" spc="20" baseline="0" dirty="0">
                <a:solidFill>
                  <a:schemeClr val="accent1"/>
                </a:solidFill>
                <a:latin typeface="KoPub돋움체_Pro Bold" panose="02020603020101020101" pitchFamily="18" charset="-127"/>
                <a:ea typeface="KoPub돋움체_Pro Bold" panose="02020603020101020101" pitchFamily="18" charset="-127"/>
              </a:rPr>
              <a:t>감사합니다</a:t>
            </a:r>
            <a:endParaRPr lang="en-US" sz="3000" b="0" spc="20" baseline="0" dirty="0">
              <a:solidFill>
                <a:schemeClr val="accent1"/>
              </a:solidFill>
              <a:latin typeface="KoPub돋움체_Pro Bold" panose="02020603020101020101" pitchFamily="18" charset="-127"/>
              <a:ea typeface="KoPub돋움체_Pro Bold" panose="02020603020101020101" pitchFamily="18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3309130512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빈 페이지(오렌지 배경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직사각형 1"/>
          <p:cNvSpPr/>
          <p:nvPr userDrawn="1"/>
        </p:nvSpPr>
        <p:spPr>
          <a:xfrm>
            <a:off x="0" y="0"/>
            <a:ext cx="9906000" cy="68580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815992404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빈 페이지(화이트 배경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1163520793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slideLayout" Target="../slideLayouts/slideLayout12.xml"/><Relationship Id="rId13" Type="http://schemas.openxmlformats.org/officeDocument/2006/relationships/slideLayout" Target="../slideLayouts/slideLayout13.xml"/><Relationship Id="rId14" Type="http://schemas.openxmlformats.org/officeDocument/2006/relationships/slideLayout" Target="../slideLayouts/slideLayout14.xml"/><Relationship Id="rId15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2227320361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706" r:id="rId1"/>
    <p:sldLayoutId id="2147483711" r:id="rId2"/>
    <p:sldLayoutId id="2147483707" r:id="rId3"/>
    <p:sldLayoutId id="2147483712" r:id="rId4"/>
    <p:sldLayoutId id="2147483709" r:id="rId5"/>
    <p:sldLayoutId id="2147483710" r:id="rId6"/>
    <p:sldLayoutId id="2147483708" r:id="rId7"/>
    <p:sldLayoutId id="2147483691" r:id="rId8"/>
    <p:sldLayoutId id="2147483692" r:id="rId9"/>
    <p:sldLayoutId id="2147483693" r:id="rId10"/>
    <p:sldLayoutId id="2147483704" r:id="rId11"/>
    <p:sldLayoutId id="2147483695" r:id="rId12"/>
    <p:sldLayoutId id="2147483700" r:id="rId13"/>
    <p:sldLayoutId id="2147483701" r:id="rId14"/>
  </p:sldLayoutIdLst>
  <p:txStyles>
    <p:titleStyle>
      <a:lvl1pPr algn="l" defTabSz="914400" rtl="0" eaLnBrk="1" latinLnBrk="1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1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8.xml"/><Relationship Id="rId2" Type="http://schemas.openxmlformats.org/officeDocument/2006/relationships/notesSlide" Target="../notesSlides/notesSlide1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0.xml"/><Relationship Id="rId2" Type="http://schemas.openxmlformats.org/officeDocument/2006/relationships/image" Target="../media/image5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0.xml"/><Relationship Id="rId2" Type="http://schemas.openxmlformats.org/officeDocument/2006/relationships/image" Target="../media/image6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0.xml"/><Relationship Id="rId2" Type="http://schemas.openxmlformats.org/officeDocument/2006/relationships/notesSlide" Target="../notesSlides/notesSlide2.xml"/><Relationship Id="rId3" Type="http://schemas.openxmlformats.org/officeDocument/2006/relationships/image" Target="../media/image7.png"/><Relationship Id="rId4" Type="http://schemas.openxmlformats.org/officeDocument/2006/relationships/image" Target="../media/image8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0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9.png"/><Relationship Id="rId4" Type="http://schemas.openxmlformats.org/officeDocument/2006/relationships/image" Target="../media/image10.png"/><Relationship Id="rId5" Type="http://schemas.openxmlformats.org/officeDocument/2006/relationships/image" Target="../media/image11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0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12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0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13.png"/><Relationship Id="rId4" Type="http://schemas.openxmlformats.org/officeDocument/2006/relationships/image" Target="../media/image15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0.xml"/><Relationship Id="rId2" Type="http://schemas.openxmlformats.org/officeDocument/2006/relationships/image" Target="../media/image14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ctrTitle"/>
          </p:nvPr>
        </p:nvSpPr>
        <p:spPr>
          <a:xfrm>
            <a:off x="631825" y="1264981"/>
            <a:ext cx="5220000" cy="1969770"/>
          </a:xfrm>
        </p:spPr>
        <p:txBody>
          <a:bodyPr/>
          <a:lstStyle/>
          <a:p>
            <a:r>
              <a:rPr lang="ko-KR" altLang="en-US" dirty="0" err="1"/>
              <a:t>미래에셋</a:t>
            </a:r>
            <a:br>
              <a:rPr lang="en-US" altLang="ko-KR" dirty="0"/>
            </a:br>
            <a:r>
              <a:rPr lang="en-US" altLang="ko-KR" dirty="0"/>
              <a:t>Tech</a:t>
            </a:r>
            <a:r>
              <a:rPr lang="ko-KR" altLang="en-US" dirty="0"/>
              <a:t> TOP10 스마트 액티브 레버리지 1.5</a:t>
            </a:r>
            <a:br>
              <a:rPr lang="en-US" altLang="ko-KR" dirty="0"/>
            </a:br>
            <a:endParaRPr lang="en-US" altLang="ko-KR" dirty="0"/>
          </a:p>
        </p:txBody>
      </p:sp>
      <p:sp>
        <p:nvSpPr>
          <p:cNvPr id="5" name="텍스트 개체 틀 4"/>
          <p:cNvSpPr>
            <a:spLocks noGrp="1"/>
          </p:cNvSpPr>
          <p:nvPr>
            <p:ph type="body" sz="quarter" idx="14"/>
          </p:nvPr>
        </p:nvSpPr>
        <p:spPr>
          <a:xfrm>
            <a:off x="631825" y="2874353"/>
            <a:ext cx="5220000" cy="190821"/>
          </a:xfrm>
        </p:spPr>
        <p:txBody>
          <a:bodyPr/>
          <a:lstStyle/>
          <a:p>
            <a:pPr>
              <a:lnSpc>
                <a:spcPct val="120000"/>
              </a:lnSpc>
              <a:spcBef>
                <a:spcPts val="0"/>
              </a:spcBef>
            </a:pPr>
            <a:r>
              <a:rPr lang="ko-KR" altLang="en-US" dirty="0"/>
              <a:t>레버리지, 비용을 알고 똑똑하게 탄다</a:t>
            </a:r>
            <a:endParaRPr lang="en-US" altLang="ko-KR" dirty="0"/>
          </a:p>
        </p:txBody>
      </p:sp>
      <p:sp>
        <p:nvSpPr>
          <p:cNvPr id="4" name="텍스트 개체 틀 3"/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r>
              <a:rPr lang="ko-KR" altLang="en-US" dirty="0" err="1"/>
              <a:t>미래에셋자산운용</a:t>
            </a:r>
            <a:endParaRPr lang="ko-KR" altLang="en-US" dirty="0"/>
          </a:p>
        </p:txBody>
      </p:sp>
      <p:sp>
        <p:nvSpPr>
          <p:cNvPr id="6" name="텍스트 개체 틀 5"/>
          <p:cNvSpPr>
            <a:spLocks noGrp="1"/>
          </p:cNvSpPr>
          <p:nvPr>
            <p:ph type="body" sz="quarter" idx="15"/>
          </p:nvPr>
        </p:nvSpPr>
        <p:spPr/>
        <p:txBody>
          <a:bodyPr/>
          <a:lstStyle/>
          <a:p>
            <a:r>
              <a:rPr lang="en-US" altLang="ko-KR" dirty="0"/>
              <a:t>2026.08</a:t>
            </a:r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1876545187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/>
          <p:cNvSpPr txBox="1"/>
          <p:nvPr/>
        </p:nvSpPr>
        <p:spPr>
          <a:xfrm>
            <a:off x="731520" y="1463040"/>
            <a:ext cx="7772400" cy="3200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70000"/>
              </a:lnSpc>
            </a:pPr>
            <a:r>
              <a:rPr sz="1500">
                <a:solidFill>
                  <a:srgbClr val="222222"/>
                </a:solidFill>
              </a:rPr>
              <a:t>1. 스마트 레버리지란</a:t>
            </a:r>
          </a:p>
          <a:p>
            <a:pPr>
              <a:lnSpc>
                <a:spcPct val="170000"/>
              </a:lnSpc>
            </a:pPr>
            <a:r>
              <a:rPr sz="1500">
                <a:solidFill>
                  <a:srgbClr val="222222"/>
                </a:solidFill>
              </a:rPr>
              <a:t>2. 레버리지 ETF의 2가지 특징</a:t>
            </a:r>
          </a:p>
          <a:p>
            <a:pPr>
              <a:lnSpc>
                <a:spcPct val="170000"/>
              </a:lnSpc>
            </a:pPr>
            <a:r>
              <a:rPr sz="1500">
                <a:solidFill>
                  <a:srgbClr val="222222"/>
                </a:solidFill>
              </a:rPr>
              <a:t>3. 운용 전략과 시장 상황</a:t>
            </a:r>
          </a:p>
          <a:p>
            <a:pPr>
              <a:lnSpc>
                <a:spcPct val="170000"/>
              </a:lnSpc>
            </a:pPr>
            <a:r>
              <a:rPr sz="1500">
                <a:solidFill>
                  <a:srgbClr val="222222"/>
                </a:solidFill>
              </a:rPr>
              <a:t>4. 백테스트</a:t>
            </a:r>
          </a:p>
          <a:p>
            <a:pPr>
              <a:lnSpc>
                <a:spcPct val="170000"/>
              </a:lnSpc>
            </a:pPr>
            <a:r>
              <a:rPr sz="1500">
                <a:solidFill>
                  <a:srgbClr val="222222"/>
                </a:solidFill>
              </a:rPr>
              <a:t>5. FAQ · 투자 위험</a:t>
            </a:r>
          </a:p>
          <a:p>
            <a:pPr>
              <a:lnSpc>
                <a:spcPct val="170000"/>
              </a:lnSpc>
            </a:pPr>
            <a:r>
              <a:rPr sz="1500">
                <a:solidFill>
                  <a:srgbClr val="222222"/>
                </a:solidFill>
              </a:rPr>
              <a:t>별첨. QPMS 스마트 레버리지 설명</a:t>
            </a:r>
          </a:p>
        </p:txBody>
      </p:sp>
    </p:spTree>
    <p:extLst>
      <p:ext uri="{BB962C8B-B14F-4D97-AF65-F5344CB8AC3E}">
        <p14:creationId xmlns:p14="http://schemas.microsoft.com/office/powerpoint/2010/main" val="2666680543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493776" y="384048"/>
            <a:ext cx="890016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2100" b="1">
                <a:solidFill>
                  <a:srgbClr val="222222"/>
                </a:solidFill>
                <a:latin typeface="KoPub돋움체_Pro Bold"/>
              </a:rPr>
              <a:t>1. 스마트 레버리지란 : '매일'이 아니라 '평균'으로 1.5배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896112"/>
            <a:ext cx="890016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1350">
                <a:solidFill>
                  <a:srgbClr val="222222"/>
                </a:solidFill>
              </a:rPr>
              <a:t>'평균 1.5배' 노출을 유지하면서, 오르면 팔고 내리면 사는 운용으로 기존 레버리지의 변동성 잠식을 없애는 방식입니다.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691640"/>
            <a:ext cx="83515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1500" b="1">
                <a:solidFill>
                  <a:srgbClr val="043B72"/>
                </a:solidFill>
                <a:latin typeface="KoPub돋움체_Pro Bold"/>
              </a:rPr>
              <a:t>① 평균 1.5배 노출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2075688"/>
            <a:ext cx="835152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25000"/>
              </a:lnSpc>
            </a:pPr>
            <a:r>
              <a:rPr sz="1200">
                <a:solidFill>
                  <a:srgbClr val="222222"/>
                </a:solidFill>
              </a:rPr>
              <a:t>기준 레버리지는 1.5배이며, 편입비는 최소 100% ~ 최대 200% 범위에서 유지합니다. 노출이 범위 안에 있으면 매매하지 않아 레버리지의 기대수익은 그대로 가져갑니다.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2697480"/>
            <a:ext cx="83515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1500" b="1">
                <a:solidFill>
                  <a:srgbClr val="043B72"/>
                </a:solidFill>
                <a:latin typeface="KoPub돋움체_Pro Bold"/>
              </a:rPr>
              <a:t>② 오르면 매도, 내리면 매수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3081528"/>
            <a:ext cx="835152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25000"/>
              </a:lnSpc>
            </a:pPr>
            <a:r>
              <a:rPr sz="1200">
                <a:solidFill>
                  <a:srgbClr val="222222"/>
                </a:solidFill>
              </a:rPr>
              <a:t>기존 레버리지 ETF는 오르면 사고 내리면 파는 일일 재조정으로 왕복 구간마다 손실이 쌓입니다. 스마트 레버리지는 반대로 상승 시 매도(이익 실현), 하락 시 매수(저가 매수)를 하여 변동성 잠식 효과를 없앱니다.</a:t>
            </a:r>
          </a:p>
        </p:txBody>
      </p:sp>
      <p:pic>
        <p:nvPicPr>
          <p:cNvPr id="8" name="Picture 7" descr="lev15_concep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94360" y="3977639"/>
            <a:ext cx="8732520" cy="2482775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502920" y="6291072"/>
            <a:ext cx="89001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800" b="0">
                <a:solidFill>
                  <a:srgbClr val="84888B"/>
                </a:solidFill>
                <a:latin typeface="KoPub돋움체_Pro Medium"/>
              </a:rPr>
              <a:t>※ 상기 자료는 이해를 돕기 위한 개념 예시이며, 시뮬레이션·운용은 가정과 시장 상황에 따라 달라질 수 있습니다. 레버리지 상품은 원금 손실 위험이 큽니다.</a:t>
            </a:r>
          </a:p>
        </p:txBody>
      </p:sp>
    </p:spTree>
    <p:extLst>
      <p:ext uri="{BB962C8B-B14F-4D97-AF65-F5344CB8AC3E}">
        <p14:creationId xmlns:p14="http://schemas.microsoft.com/office/powerpoint/2010/main" val="3864188046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F3B35C5-898B-A1C6-B2EA-B5A52080E94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493776" y="384048"/>
            <a:ext cx="890016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2100" b="1">
                <a:solidFill>
                  <a:srgbClr val="222222"/>
                </a:solidFill>
                <a:latin typeface="KoPub돋움체_Pro Bold"/>
              </a:rPr>
              <a:t>1. 스마트 레버리지란 : 국면별 — 기존 레버리지와 무엇이 다른가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896112"/>
            <a:ext cx="890016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1350">
                <a:solidFill>
                  <a:srgbClr val="222222"/>
                </a:solidFill>
              </a:rPr>
              <a:t>한 방향으로 강하게 지속되는 추세장에서는 매일 배수를 유지하는 기존 레버리지가 유리합니다. 반면 변동성이 크고 출렁이며 오르는 장에서는 고가 매도·저가 매수가 작동하는 스마트 레버리지가 유리합니다 — KOSPI 실측으로 비교했습니다.</a:t>
            </a:r>
          </a:p>
        </p:txBody>
      </p:sp>
      <p:pic>
        <p:nvPicPr>
          <p:cNvPr id="4" name="Picture 3" descr="lev15_regim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11480" y="1874519"/>
            <a:ext cx="9098280" cy="2974438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31520" y="5257800"/>
            <a:ext cx="83515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1400" b="1">
                <a:solidFill>
                  <a:srgbClr val="E8720C"/>
                </a:solidFill>
                <a:latin typeface="KoPub돋움체_Pro Bold"/>
              </a:rPr>
              <a:t>어느 한쪽이 항상 이기는 방식은 없습니다 — 최근처럼 변동성이 큰 시장일수록 스마트 방식의 강점이 커집니다.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291072"/>
            <a:ext cx="89001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800" b="0">
                <a:solidFill>
                  <a:srgbClr val="84888B"/>
                </a:solidFill>
                <a:latin typeface="KoPub돋움체_Pro Medium"/>
              </a:rPr>
              <a:t>※ KOSPI 종가지수 실측(DataGuide, ~2026.08.26) 기반 개념 시뮬레이션 · 기존 = 일간 1.5배 매일 재조정 · 스마트 = 편입비 100~200% 범위 내 운용 가정 · 거래비용 미반영 · 상기 자료는 이해를 돕기 위한 예시이며 실제 성과와 다를 수 있습니다.</a:t>
            </a:r>
          </a:p>
        </p:txBody>
      </p:sp>
    </p:spTree>
    <p:extLst>
      <p:ext uri="{BB962C8B-B14F-4D97-AF65-F5344CB8AC3E}">
        <p14:creationId xmlns:p14="http://schemas.microsoft.com/office/powerpoint/2010/main" val="3410394432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A3828FD-6F1C-268E-A32D-2016F8C0383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493776" y="384048"/>
            <a:ext cx="890016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2100" b="1">
                <a:solidFill>
                  <a:srgbClr val="222222"/>
                </a:solidFill>
                <a:latin typeface="KoPub돋움체_Pro Bold"/>
              </a:rPr>
              <a:t>2. 레버리지 ETF의 특징 ① : 왕복 구간 — 방향이 없어도 원금이 깎인다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896112"/>
            <a:ext cx="890016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1350">
                <a:solidFill>
                  <a:srgbClr val="222222"/>
                </a:solidFill>
              </a:rPr>
              <a:t>레버리지는 '일별 수익률의 2배(1.5배)'를 맞추려 매일 오른 날 더 사고(고가 매수), 내린 날 팝니다(저가 매도). 시장이 2배 갔다 제자리로 오면 순자산은 0 — 하루 +10% 후 제자리만 와도 -1.8%이며, 이 손실은 등락마다 복리로 쌓입니다.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5440680"/>
            <a:ext cx="83515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1400" b="1">
                <a:solidFill>
                  <a:srgbClr val="E8720C"/>
                </a:solidFill>
                <a:latin typeface="KoPub돋움체_Pro Bold"/>
              </a:rPr>
              <a:t>방향이 아니라 '경로'가 성과를 결정합니다 — 왕복 구간에서는 지수가 제자리여도 손실이 쌓입니다.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6291072"/>
            <a:ext cx="89001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800" b="0">
                <a:solidFill>
                  <a:srgbClr val="84888B"/>
                </a:solidFill>
                <a:latin typeface="KoPub돋움체_Pro Medium"/>
              </a:rPr>
              <a:t>※ ***** 200·***** 레버리지 ETF 수정주가 실측 (제자리 사례 2026.02.26~04.16) · '시장 2배 후 제자리 = 0'과 '하루 +10% 후 제자리 = -1.8%'는 2배 레버리지 산술 · 데이터: ETF데이터</a:t>
            </a:r>
          </a:p>
        </p:txBody>
      </p:sp>
      <p:pic>
        <p:nvPicPr>
          <p:cNvPr id="8" name="Picture 7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280160" y="1828800"/>
            <a:ext cx="3566160" cy="3244773"/>
          </a:xfrm>
          <a:prstGeom prst="rect">
            <a:avLst/>
          </a:prstGeom>
        </p:spPr>
      </p:pic>
      <p:pic>
        <p:nvPicPr>
          <p:cNvPr id="9" name="Picture 8" descr="lev15_k200flat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074920" y="1828800"/>
            <a:ext cx="3566160" cy="324477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004979514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529B6DB-BD00-2D13-A567-FC70C47EB9A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493776" y="384048"/>
            <a:ext cx="890016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2100" b="1">
                <a:solidFill>
                  <a:srgbClr val="222222"/>
                </a:solidFill>
                <a:latin typeface="KoPub돋움체_Pro Bold"/>
              </a:rPr>
              <a:t>2. 레버리지 ETF의 특징 ① : 기간이 길수록 잠식은 커진다 (실측)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896112"/>
            <a:ext cx="890016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1350">
                <a:solidFill>
                  <a:srgbClr val="222222"/>
                </a:solidFill>
              </a:rPr>
              <a:t>① KOSPI200이 4년 5개월 걸려 제자리로 왔을 때 레버리지는 -27.1%  ② ***** 하이닉스 레버리지 ETF는 출시 6주 뒤 주가 보합(-1.9%)인데 -20.3%  ③ 주가 제자리(+0.3%) 왕복 5주 만에 -15.2%.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5440680"/>
            <a:ext cx="83515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1400" b="1">
                <a:solidFill>
                  <a:srgbClr val="E8720C"/>
                </a:solidFill>
                <a:latin typeface="KoPub돋움체_Pro Bold"/>
              </a:rPr>
              <a:t>잠식은 '왕복'에 청구되는 요금입니다 — 기간이 길수록, 변동이 클수록 요금은 커집니다.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6291072"/>
            <a:ext cx="89001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800" b="0">
                <a:solidFill>
                  <a:srgbClr val="84888B"/>
                </a:solidFill>
                <a:latin typeface="KoPub돋움체_Pro Medium"/>
              </a:rPr>
              <a:t>※ 전 구간 실제값 (수정주가 기준) · ***** 200/***** 레버리지 ETF·***** SK하이닉스단일종목레버리지(2026.05.27 상장): ETF데이터 · SK하이닉스 주가: DataGuide (2026.08.14 기준) · 상기 자료는 이해를 돕기 위한 예시입니다.</a:t>
            </a:r>
          </a:p>
        </p:txBody>
      </p:sp>
      <p:pic>
        <p:nvPicPr>
          <p:cNvPr id="9" name="Picture 8" descr="lev15_long_k200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11480" y="1783080"/>
            <a:ext cx="2942336" cy="2677169"/>
          </a:xfrm>
          <a:prstGeom prst="rect">
            <a:avLst/>
          </a:prstGeom>
        </p:spPr>
      </p:pic>
      <p:pic>
        <p:nvPicPr>
          <p:cNvPr id="10" name="Picture 9" descr="lev15_hynix_a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481832" y="1783080"/>
            <a:ext cx="2942336" cy="2677169"/>
          </a:xfrm>
          <a:prstGeom prst="rect">
            <a:avLst/>
          </a:prstGeom>
        </p:spPr>
      </p:pic>
      <p:pic>
        <p:nvPicPr>
          <p:cNvPr id="11" name="Picture 10" descr="lev15_hynix_b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552184" y="1783080"/>
            <a:ext cx="2942336" cy="267716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073999127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1D580EC-65FA-7881-58D8-1FF488892AC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493776" y="384048"/>
            <a:ext cx="890016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2100" b="1">
                <a:solidFill>
                  <a:srgbClr val="222222"/>
                </a:solidFill>
                <a:latin typeface="KoPub돋움체_Pro Bold"/>
              </a:rPr>
              <a:t>2. 레버리지 ETF의 특징 ② : 추세장에서는 오히려 유리하다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896112"/>
            <a:ext cx="890016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1350">
                <a:solidFill>
                  <a:srgbClr val="222222"/>
                </a:solidFill>
              </a:rPr>
              <a:t>레버리지가 항상 불리한 것은 아닙니다. 한 방향 추세에서는 일별 복리가 유리하게 작동합니다 — 상승 추세에서는 단순 2배보다 더 벌고, 하락 추세에서는 단순 2배보다 덜 잃습니다 (KOSPI200 실측).</a:t>
            </a:r>
          </a:p>
        </p:txBody>
      </p:sp>
      <p:pic>
        <p:nvPicPr>
          <p:cNvPr id="4" name="Picture 3" descr="lev15_trend2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11480" y="1874519"/>
            <a:ext cx="9098280" cy="2974438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31520" y="5349240"/>
            <a:ext cx="83515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1400" b="1">
                <a:solidFill>
                  <a:srgbClr val="E8720C"/>
                </a:solidFill>
                <a:latin typeface="KoPub돋움체_Pro Bold"/>
              </a:rPr>
              <a:t>왕복 구간에는 불리하고, 추세 구간에는 유리합니다 — 방향이 아니라 '경로'가 성과를 결정합니다.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291072"/>
            <a:ext cx="89001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800" b="0">
                <a:solidFill>
                  <a:srgbClr val="84888B"/>
                </a:solidFill>
                <a:latin typeface="KoPub돋움체_Pro Medium"/>
              </a:rPr>
              <a:t>※ ***** 200·***** 레버리지 ETF 수정주가 실측 (상승 사례 2026.03.31~05.29, 하락 사례 2022.01.04~10.04) · 단순 2배 = 기초 누적수익률×2 (가상) · 데이터: ETF데이터 · 상기 자료는 이해를 돕기 위한 예시입니다.</a:t>
            </a:r>
          </a:p>
        </p:txBody>
      </p:sp>
    </p:spTree>
    <p:extLst>
      <p:ext uri="{BB962C8B-B14F-4D97-AF65-F5344CB8AC3E}">
        <p14:creationId xmlns:p14="http://schemas.microsoft.com/office/powerpoint/2010/main" val="937777434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6D176C0-F1F2-664B-C27D-A6478945E9C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493776" y="384048"/>
            <a:ext cx="890016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2100" b="1">
                <a:solidFill>
                  <a:srgbClr val="222222"/>
                </a:solidFill>
                <a:latin typeface="KoPub돋움체_Pro Bold"/>
              </a:rPr>
              <a:t>2. 그러나 레버리지의 장점은 개인의 매매 패턴과 맞지 않는다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896112"/>
            <a:ext cx="890016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1350">
                <a:solidFill>
                  <a:srgbClr val="222222"/>
                </a:solidFill>
              </a:rPr>
              <a:t>① 상승하면 수익을 확정해 버려(매도) 추세장의 복리 효과를 누리지 못하고, ② 하락하면 지수가 원상복귀될 때까지 버팁니다. 결국 복리는 놓치고 변동성 잠식만 얻습니다 — 레버리지 ETF의 실제 설정(상장주식수)으로 확인됩니다.</a:t>
            </a:r>
          </a:p>
        </p:txBody>
      </p:sp>
      <p:pic>
        <p:nvPicPr>
          <p:cNvPr id="4" name="Picture 3" descr="imag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11480" y="1810512"/>
            <a:ext cx="9098280" cy="3061921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31520" y="5440680"/>
            <a:ext cx="83515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1350" b="1">
                <a:solidFill>
                  <a:srgbClr val="E8720C"/>
                </a:solidFill>
                <a:latin typeface="KoPub돋움체_Pro Bold"/>
              </a:rPr>
              <a:t>상승 때는 +1,437%를 두고 일찍 떠났고, 하락 때는 버텨서 잠식만 얻었습니다 — 장점과 정반대로 움직이는 것입니다.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291072"/>
            <a:ext cx="89001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800" b="0">
                <a:solidFill>
                  <a:srgbClr val="84888B"/>
                </a:solidFill>
                <a:latin typeface="KoPub돋움체_Pro Medium"/>
              </a:rPr>
              <a:t>※ ***** 레버리지 ETF 상장주식수·수정주가, ***** 200 ETF 수정주가 실측 (좌 2025.04.30~2026.06.22, 우 2020.01.02~2020.08.31) · 단순 2배 = 지수 누적수익률×2 (가상) · 참고: 월간 지수수익률 vs 주식수 증감률 상관 -0.56 (2019~2026) · 데이터: ETF데이터</a:t>
            </a:r>
          </a:p>
        </p:txBody>
      </p:sp>
    </p:spTree>
    <p:extLst>
      <p:ext uri="{BB962C8B-B14F-4D97-AF65-F5344CB8AC3E}">
        <p14:creationId xmlns:p14="http://schemas.microsoft.com/office/powerpoint/2010/main" val="3623575331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640C155-747A-4C0C-2B29-F98D91C4995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493776" y="384048"/>
            <a:ext cx="890016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2100" b="1">
                <a:solidFill>
                  <a:srgbClr val="222222"/>
                </a:solidFill>
                <a:latin typeface="KoPub돋움체_Pro Bold"/>
              </a:rPr>
              <a:t>3. 시장 상황 : 역대급 반도체 변동성 — 재조정 비용이 가장 비싼 시기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896112"/>
            <a:ext cx="890016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1350">
                <a:solidFill>
                  <a:srgbClr val="222222"/>
                </a:solidFill>
              </a:rPr>
              <a:t>변동성이 클수록 일일 재조정 매매의 규모와 왕복 손실이 커집니다. 지금이 스마트 방식의 가치가 가장 큰 국면입니다.</a:t>
            </a:r>
          </a:p>
        </p:txBody>
      </p:sp>
      <p:pic>
        <p:nvPicPr>
          <p:cNvPr id="4" name="Picture 3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737360"/>
            <a:ext cx="8595360" cy="3739259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502920" y="6291072"/>
            <a:ext cx="89001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800" b="0">
                <a:solidFill>
                  <a:srgbClr val="84888B"/>
                </a:solidFill>
                <a:latin typeface="KoPub돋움체_Pro Medium"/>
              </a:rPr>
              <a:t>※ 상기 자료는 이해를 돕기 위한 예시이며, 시뮬레이션은 가정에 따른 것으로 실제 투자내용·성과와 다를 수 있습니다. 레버리지 상품은 원금 손실 위험이 큽니다.</a:t>
            </a:r>
          </a:p>
        </p:txBody>
      </p:sp>
    </p:spTree>
    <p:extLst>
      <p:ext uri="{BB962C8B-B14F-4D97-AF65-F5344CB8AC3E}">
        <p14:creationId xmlns:p14="http://schemas.microsoft.com/office/powerpoint/2010/main" val="1864171163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650512650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테마">
  <a:themeElements>
    <a:clrScheme name="Mirae Asset Color">
      <a:dk1>
        <a:srgbClr val="000000"/>
      </a:dk1>
      <a:lt1>
        <a:srgbClr val="FFFFFF"/>
      </a:lt1>
      <a:dk2>
        <a:srgbClr val="F0B26B"/>
      </a:dk2>
      <a:lt2>
        <a:srgbClr val="84888B"/>
      </a:lt2>
      <a:accent1>
        <a:srgbClr val="F58220"/>
      </a:accent1>
      <a:accent2>
        <a:srgbClr val="043B72"/>
      </a:accent2>
      <a:accent3>
        <a:srgbClr val="00A9CE"/>
      </a:accent3>
      <a:accent4>
        <a:srgbClr val="0086B8"/>
      </a:accent4>
      <a:accent5>
        <a:srgbClr val="AE634E"/>
      </a:accent5>
      <a:accent6>
        <a:srgbClr val="E12F00"/>
      </a:accent6>
      <a:hlink>
        <a:srgbClr val="000000"/>
      </a:hlink>
      <a:folHlink>
        <a:srgbClr val="FF0000"/>
      </a:folHlink>
    </a:clrScheme>
    <a:fontScheme name="Mirae Asset Font">
      <a:majorFont>
        <a:latin typeface="KoPub돋움체_Pro Bold"/>
        <a:ea typeface="KoPub돋움체_Pro Bold"/>
        <a:cs typeface=""/>
      </a:majorFont>
      <a:minorFont>
        <a:latin typeface="KoPub돋움체_Pro Medium"/>
        <a:ea typeface="KoPub돋움체_Pro Medium"/>
        <a:cs typeface=""/>
      </a:minorFont>
    </a:fontScheme>
    <a:fmtScheme name="Office 테마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spDef>
      <a:spPr>
        <a:solidFill>
          <a:schemeClr val="tx2"/>
        </a:solidFill>
        <a:ln>
          <a:noFill/>
        </a:ln>
      </a:spPr>
      <a:bodyPr rtlCol="0" anchor="ctr"/>
      <a:lstStyle>
        <a:defPPr algn="ctr">
          <a:defRPr/>
        </a:defPPr>
      </a:lstStyle>
      <a:style>
        <a:lnRef idx="2">
          <a:schemeClr val="accent1">
            <a:shade val="50000"/>
          </a:schemeClr>
        </a:lnRef>
        <a:fillRef idx="1">
          <a:schemeClr val="accent1"/>
        </a:fillRef>
        <a:effectRef idx="0">
          <a:schemeClr val="accent1"/>
        </a:effectRef>
        <a:fontRef idx="minor">
          <a:schemeClr val="lt1"/>
        </a:fontRef>
      </a:style>
    </a:spDef>
  </a:objectDefaults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맑은 고딕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맑은 고딕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3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맑은 고딕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맑은 고딕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Metadata/LabelInfo.xml><?xml version="1.0" encoding="utf-8"?>
<clbl:labelList xmlns:clbl="http://schemas.microsoft.com/office/2020/mipLabelMetadata">
  <clbl:label id="{3466d8de-a423-4c2e-b2dc-846f22c52444}" enabled="1" method="Standard" siteId="{60ed981f-ef6e-4603-9f81-ed6b34713134}" contentBits="0" removed="0"/>
</clbl:labelList>
</file>

<file path=docProps/app.xml><?xml version="1.0" encoding="utf-8"?>
<Properties xmlns="http://schemas.openxmlformats.org/officeDocument/2006/extended-properties" xmlns:vt="http://schemas.openxmlformats.org/officeDocument/2006/docPropsVTypes">
  <Template>Office Theme</Template>
  <TotalTime>10278</TotalTime>
  <Words>835</Words>
  <Application>Microsoft Office PowerPoint</Application>
  <PresentationFormat>A4 용지(210x297mm)</PresentationFormat>
  <Paragraphs>45</Paragraphs>
  <Slides>10</Slides>
  <Notes>5</Notes>
  <HiddenSlides>0</HiddenSlides>
  <MMClips>0</MMClips>
  <ScaleCrop>false</ScaleCrop>
  <HeadingPairs>
    <vt:vector size="6" baseType="variant">
      <vt:variant>
        <vt:lpstr>사용한 글꼴</vt:lpstr>
      </vt:variant>
      <vt:variant>
        <vt:i4>5</vt:i4>
      </vt:variant>
      <vt:variant>
        <vt:lpstr>테마</vt:lpstr>
      </vt:variant>
      <vt:variant>
        <vt:i4>1</vt:i4>
      </vt:variant>
      <vt:variant>
        <vt:lpstr>슬라이드 제목</vt:lpstr>
      </vt:variant>
      <vt:variant>
        <vt:i4>10</vt:i4>
      </vt:variant>
    </vt:vector>
  </HeadingPairs>
  <TitlesOfParts>
    <vt:vector size="16" baseType="lpstr">
      <vt:lpstr>KoPub돋움체_Pro Bold</vt:lpstr>
      <vt:lpstr>KoPub돋움체_Pro Medium</vt:lpstr>
      <vt:lpstr>맑은 고딕</vt:lpstr>
      <vt:lpstr>Arial</vt:lpstr>
      <vt:lpstr>Noto Sans</vt:lpstr>
      <vt:lpstr>Office 테마</vt:lpstr>
      <vt:lpstr>미래에셋 Tech TOP10 스마트 액티브 레버리지 1.5 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미래에셋자산운용 WM 및 연금마케팅 제안서 PPT 디자인 가이드라인</dc:title>
  <dc:creator>Joonho Shin(신준호)</dc:creator>
  <cp:lastModifiedBy>Lee, Hyun Kyung (이현경)</cp:lastModifiedBy>
  <cp:revision>173</cp:revision>
  <cp:lastPrinted>2026-08-12T04:55:03Z</cp:lastPrinted>
  <dcterms:created xsi:type="dcterms:W3CDTF">2020-05-26T08:18:33Z</dcterms:created>
  <dcterms:modified xsi:type="dcterms:W3CDTF">2026-08-28T07:18:38Z</dcterms:modified>
</cp:coreProperties>
</file>