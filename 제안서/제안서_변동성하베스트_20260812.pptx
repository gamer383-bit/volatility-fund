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tags/tag1.xml" ContentType="application/vnd.openxmlformats-officedocument.presentationml.tags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7"/>
  </p:notesMasterIdLst>
  <p:handoutMasterIdLst>
    <p:handoutMasterId r:id="rId28"/>
  </p:handoutMasterIdLst>
  <p:sldIdLst>
    <p:sldId id="369" r:id="rId2"/>
    <p:sldId id="1073" r:id="rId3"/>
    <p:sldId id="392" r:id="rId4"/>
    <p:sldId id="1076" r:id="rId5"/>
    <p:sldId id="1090" r:id="rId6"/>
    <p:sldId id="1091" r:id="rId7"/>
    <p:sldId id="1092" r:id="rId8"/>
    <p:sldId id="1093" r:id="rId9"/>
    <p:sldId id="396" r:id="rId10"/>
    <p:sldId id="397" r:id="rId11"/>
    <p:sldId id="398" r:id="rId12"/>
    <p:sldId id="1094" r:id="rId13"/>
    <p:sldId id="412" r:id="rId14"/>
    <p:sldId id="411" r:id="rId15"/>
    <p:sldId id="399" r:id="rId16"/>
    <p:sldId id="413" r:id="rId17"/>
    <p:sldId id="406" r:id="rId18"/>
    <p:sldId id="402" r:id="rId19"/>
    <p:sldId id="414" r:id="rId20"/>
    <p:sldId id="404" r:id="rId21"/>
    <p:sldId id="405" r:id="rId22"/>
    <p:sldId id="390" r:id="rId23"/>
    <p:sldId id="391" r:id="rId24"/>
    <p:sldId id="368" r:id="rId25"/>
    <p:sldId id="272" r:id="rId26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pos="308" userDrawn="1">
          <p15:clr>
            <a:srgbClr val="A4A3A4"/>
          </p15:clr>
        </p15:guide>
        <p15:guide id="7" pos="5932" userDrawn="1">
          <p15:clr>
            <a:srgbClr val="A4A3A4"/>
          </p15:clr>
        </p15:guide>
        <p15:guide id="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38" y="78"/>
      </p:cViewPr>
      <p:guideLst>
        <p:guide pos="308"/>
        <p:guide pos="5932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10" d="100"/>
          <a:sy n="110" d="100"/>
        </p:scale>
        <p:origin x="1728" y="8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삼성전자</c:v>
                </c:pt>
              </c:strCache>
            </c:strRef>
          </c:tx>
          <c:spPr>
            <a:solidFill>
              <a:srgbClr val="043B72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0.23089999999999999</c:v>
                </c:pt>
                <c:pt idx="1">
                  <c:v>0.3337</c:v>
                </c:pt>
                <c:pt idx="2">
                  <c:v>0.21729999999999999</c:v>
                </c:pt>
                <c:pt idx="3">
                  <c:v>0.22800000000000001</c:v>
                </c:pt>
                <c:pt idx="4">
                  <c:v>0.21079999999999999</c:v>
                </c:pt>
                <c:pt idx="5">
                  <c:v>0.3201</c:v>
                </c:pt>
                <c:pt idx="6">
                  <c:v>0.34420000000000001</c:v>
                </c:pt>
                <c:pt idx="7">
                  <c:v>0.8952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18C-4BB7-8986-423C18DFF9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SK하이닉스</c:v>
                </c:pt>
              </c:strCache>
            </c:strRef>
          </c:tx>
          <c:spPr>
            <a:solidFill>
              <a:srgbClr val="F58220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0.35299999999999998</c:v>
                </c:pt>
                <c:pt idx="1">
                  <c:v>0.41339999999999999</c:v>
                </c:pt>
                <c:pt idx="2">
                  <c:v>0.3579</c:v>
                </c:pt>
                <c:pt idx="3">
                  <c:v>0.3322</c:v>
                </c:pt>
                <c:pt idx="4">
                  <c:v>0.35089999999999999</c:v>
                </c:pt>
                <c:pt idx="5">
                  <c:v>0.4945</c:v>
                </c:pt>
                <c:pt idx="6">
                  <c:v>0.54800000000000004</c:v>
                </c:pt>
                <c:pt idx="7">
                  <c:v>1.052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18C-4BB7-8986-423C18DFF9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잔존 12개월</c:v>
                </c:pt>
              </c:strCache>
            </c:strRef>
          </c:tx>
          <c:spPr>
            <a:ln w="3175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60</c:v>
                </c:pt>
                <c:pt idx="1">
                  <c:v>65</c:v>
                </c:pt>
                <c:pt idx="2">
                  <c:v>70</c:v>
                </c:pt>
                <c:pt idx="3">
                  <c:v>75</c:v>
                </c:pt>
                <c:pt idx="4">
                  <c:v>80</c:v>
                </c:pt>
                <c:pt idx="5">
                  <c:v>85</c:v>
                </c:pt>
                <c:pt idx="6">
                  <c:v>90</c:v>
                </c:pt>
                <c:pt idx="7">
                  <c:v>95</c:v>
                </c:pt>
                <c:pt idx="8">
                  <c:v>100</c:v>
                </c:pt>
                <c:pt idx="9">
                  <c:v>105</c:v>
                </c:pt>
                <c:pt idx="10">
                  <c:v>110</c:v>
                </c:pt>
                <c:pt idx="11">
                  <c:v>115</c:v>
                </c:pt>
                <c:pt idx="12">
                  <c:v>120</c:v>
                </c:pt>
                <c:pt idx="13">
                  <c:v>125</c:v>
                </c:pt>
                <c:pt idx="14">
                  <c:v>130</c:v>
                </c:pt>
                <c:pt idx="15">
                  <c:v>135</c:v>
                </c:pt>
                <c:pt idx="16">
                  <c:v>140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0.76100000000000001</c:v>
                </c:pt>
                <c:pt idx="1">
                  <c:v>0.71020000000000005</c:v>
                </c:pt>
                <c:pt idx="2">
                  <c:v>0.66069999999999995</c:v>
                </c:pt>
                <c:pt idx="3">
                  <c:v>0.61280000000000001</c:v>
                </c:pt>
                <c:pt idx="4">
                  <c:v>0.56720000000000004</c:v>
                </c:pt>
                <c:pt idx="5">
                  <c:v>0.52400000000000002</c:v>
                </c:pt>
                <c:pt idx="6">
                  <c:v>0.48330000000000001</c:v>
                </c:pt>
                <c:pt idx="7">
                  <c:v>0.44529999999999997</c:v>
                </c:pt>
                <c:pt idx="8">
                  <c:v>0.40989999999999999</c:v>
                </c:pt>
                <c:pt idx="9">
                  <c:v>0.37709999999999999</c:v>
                </c:pt>
                <c:pt idx="10">
                  <c:v>0.34670000000000001</c:v>
                </c:pt>
                <c:pt idx="11">
                  <c:v>0.31869999999999998</c:v>
                </c:pt>
                <c:pt idx="12">
                  <c:v>0.2928</c:v>
                </c:pt>
                <c:pt idx="13">
                  <c:v>0.26910000000000001</c:v>
                </c:pt>
                <c:pt idx="14">
                  <c:v>0.24729999999999999</c:v>
                </c:pt>
                <c:pt idx="15">
                  <c:v>0.22720000000000001</c:v>
                </c:pt>
                <c:pt idx="16">
                  <c:v>0.2089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75-40A9-AC7A-F6DAFB0920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잔존 6개월</c:v>
                </c:pt>
              </c:strCache>
            </c:strRef>
          </c:tx>
          <c:spPr>
            <a:ln w="22225">
              <a:solidFill>
                <a:srgbClr val="043B72"/>
              </a:solidFill>
              <a:prstDash val="dash"/>
            </a:ln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60</c:v>
                </c:pt>
                <c:pt idx="1">
                  <c:v>65</c:v>
                </c:pt>
                <c:pt idx="2">
                  <c:v>70</c:v>
                </c:pt>
                <c:pt idx="3">
                  <c:v>75</c:v>
                </c:pt>
                <c:pt idx="4">
                  <c:v>80</c:v>
                </c:pt>
                <c:pt idx="5">
                  <c:v>85</c:v>
                </c:pt>
                <c:pt idx="6">
                  <c:v>90</c:v>
                </c:pt>
                <c:pt idx="7">
                  <c:v>95</c:v>
                </c:pt>
                <c:pt idx="8">
                  <c:v>100</c:v>
                </c:pt>
                <c:pt idx="9">
                  <c:v>105</c:v>
                </c:pt>
                <c:pt idx="10">
                  <c:v>110</c:v>
                </c:pt>
                <c:pt idx="11">
                  <c:v>115</c:v>
                </c:pt>
                <c:pt idx="12">
                  <c:v>120</c:v>
                </c:pt>
                <c:pt idx="13">
                  <c:v>125</c:v>
                </c:pt>
                <c:pt idx="14">
                  <c:v>130</c:v>
                </c:pt>
                <c:pt idx="15">
                  <c:v>135</c:v>
                </c:pt>
                <c:pt idx="16">
                  <c:v>140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0.91180000000000005</c:v>
                </c:pt>
                <c:pt idx="1">
                  <c:v>0.85719999999999996</c:v>
                </c:pt>
                <c:pt idx="2">
                  <c:v>0.79869999999999997</c:v>
                </c:pt>
                <c:pt idx="3">
                  <c:v>0.73799999999999999</c:v>
                </c:pt>
                <c:pt idx="4">
                  <c:v>0.67700000000000005</c:v>
                </c:pt>
                <c:pt idx="5">
                  <c:v>0.6169</c:v>
                </c:pt>
                <c:pt idx="6">
                  <c:v>0.55889999999999995</c:v>
                </c:pt>
                <c:pt idx="7">
                  <c:v>0.50370000000000004</c:v>
                </c:pt>
                <c:pt idx="8">
                  <c:v>0.45190000000000002</c:v>
                </c:pt>
                <c:pt idx="9">
                  <c:v>0.40389999999999998</c:v>
                </c:pt>
                <c:pt idx="10">
                  <c:v>0.35970000000000002</c:v>
                </c:pt>
                <c:pt idx="11">
                  <c:v>0.31950000000000001</c:v>
                </c:pt>
                <c:pt idx="12">
                  <c:v>0.28299999999999997</c:v>
                </c:pt>
                <c:pt idx="13">
                  <c:v>0.25009999999999999</c:v>
                </c:pt>
                <c:pt idx="14">
                  <c:v>0.22070000000000001</c:v>
                </c:pt>
                <c:pt idx="15">
                  <c:v>0.19439999999999999</c:v>
                </c:pt>
                <c:pt idx="16">
                  <c:v>0.17100000000000001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75-40A9-AC7A-F6DAFB0920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잔존 1개월</c:v>
                </c:pt>
              </c:strCache>
            </c:strRef>
          </c:tx>
          <c:spPr>
            <a:ln w="22225">
              <a:solidFill>
                <a:srgbClr val="7F848A"/>
              </a:solidFill>
              <a:prstDash val="sysDot"/>
            </a:ln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60</c:v>
                </c:pt>
                <c:pt idx="1">
                  <c:v>65</c:v>
                </c:pt>
                <c:pt idx="2">
                  <c:v>70</c:v>
                </c:pt>
                <c:pt idx="3">
                  <c:v>75</c:v>
                </c:pt>
                <c:pt idx="4">
                  <c:v>80</c:v>
                </c:pt>
                <c:pt idx="5">
                  <c:v>85</c:v>
                </c:pt>
                <c:pt idx="6">
                  <c:v>90</c:v>
                </c:pt>
                <c:pt idx="7">
                  <c:v>95</c:v>
                </c:pt>
                <c:pt idx="8">
                  <c:v>100</c:v>
                </c:pt>
                <c:pt idx="9">
                  <c:v>105</c:v>
                </c:pt>
                <c:pt idx="10">
                  <c:v>110</c:v>
                </c:pt>
                <c:pt idx="11">
                  <c:v>115</c:v>
                </c:pt>
                <c:pt idx="12">
                  <c:v>120</c:v>
                </c:pt>
                <c:pt idx="13">
                  <c:v>125</c:v>
                </c:pt>
                <c:pt idx="14">
                  <c:v>130</c:v>
                </c:pt>
                <c:pt idx="15">
                  <c:v>135</c:v>
                </c:pt>
                <c:pt idx="16">
                  <c:v>140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0.9718</c:v>
                </c:pt>
                <c:pt idx="5">
                  <c:v>0.88129999999999997</c:v>
                </c:pt>
                <c:pt idx="6">
                  <c:v>0.76739999999999997</c:v>
                </c:pt>
                <c:pt idx="7">
                  <c:v>0.64</c:v>
                </c:pt>
                <c:pt idx="8">
                  <c:v>0.51100000000000001</c:v>
                </c:pt>
                <c:pt idx="9">
                  <c:v>0.3911</c:v>
                </c:pt>
                <c:pt idx="10">
                  <c:v>0.28770000000000001</c:v>
                </c:pt>
                <c:pt idx="11">
                  <c:v>0.2039</c:v>
                </c:pt>
                <c:pt idx="12">
                  <c:v>0.13969999999999999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75-40A9-AC7A-F6DAFB0920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편입비(우축)</c:v>
                </c:pt>
              </c:strCache>
            </c:strRef>
          </c:tx>
          <c:spPr>
            <a:solidFill>
              <a:srgbClr val="F6C17C"/>
            </a:solidFill>
            <a:ln>
              <a:noFill/>
            </a:ln>
          </c:spPr>
          <c:invertIfNegative val="1"/>
          <c:cat>
            <c:strRef>
              <c:f>Sheet1!$A$2:$A$120</c:f>
              <c:strCache>
                <c:ptCount val="119"/>
                <c:pt idx="0">
                  <c:v>2024-12</c:v>
                </c:pt>
                <c:pt idx="20">
                  <c:v>2025-01</c:v>
                </c:pt>
                <c:pt idx="38">
                  <c:v>2025-02</c:v>
                </c:pt>
                <c:pt idx="58">
                  <c:v>2025-03</c:v>
                </c:pt>
                <c:pt idx="78">
                  <c:v>2025-04</c:v>
                </c:pt>
                <c:pt idx="100">
                  <c:v>2025-05</c:v>
                </c:pt>
              </c:strCache>
            </c:strRef>
          </c:cat>
          <c:val>
            <c:numRef>
              <c:f>Sheet1!$D$2:$D$120</c:f>
              <c:numCache>
                <c:formatCode>General</c:formatCode>
                <c:ptCount val="119"/>
                <c:pt idx="0">
                  <c:v>0.45290000000000002</c:v>
                </c:pt>
                <c:pt idx="1">
                  <c:v>0.43240000000000001</c:v>
                </c:pt>
                <c:pt idx="2">
                  <c:v>0.43359999999999999</c:v>
                </c:pt>
                <c:pt idx="3">
                  <c:v>0.40799999999999997</c:v>
                </c:pt>
                <c:pt idx="4">
                  <c:v>0.42280000000000001</c:v>
                </c:pt>
                <c:pt idx="5">
                  <c:v>0.42249999999999999</c:v>
                </c:pt>
                <c:pt idx="6">
                  <c:v>0.41320000000000001</c:v>
                </c:pt>
                <c:pt idx="7">
                  <c:v>0.41420000000000001</c:v>
                </c:pt>
                <c:pt idx="8">
                  <c:v>0.37669999999999998</c:v>
                </c:pt>
                <c:pt idx="9">
                  <c:v>0.37669999999999998</c:v>
                </c:pt>
                <c:pt idx="10">
                  <c:v>0.37819999999999998</c:v>
                </c:pt>
                <c:pt idx="11">
                  <c:v>0.36799999999999999</c:v>
                </c:pt>
                <c:pt idx="12">
                  <c:v>0.36919999999999997</c:v>
                </c:pt>
                <c:pt idx="13">
                  <c:v>0.40889999999999999</c:v>
                </c:pt>
                <c:pt idx="14">
                  <c:v>0.432</c:v>
                </c:pt>
                <c:pt idx="15">
                  <c:v>0.42270000000000002</c:v>
                </c:pt>
                <c:pt idx="16">
                  <c:v>0.42399999999999999</c:v>
                </c:pt>
                <c:pt idx="17">
                  <c:v>0.42330000000000001</c:v>
                </c:pt>
                <c:pt idx="18">
                  <c:v>0.40450000000000003</c:v>
                </c:pt>
                <c:pt idx="19">
                  <c:v>0.41310000000000002</c:v>
                </c:pt>
                <c:pt idx="20">
                  <c:v>0.41160000000000002</c:v>
                </c:pt>
                <c:pt idx="21">
                  <c:v>0.36890000000000001</c:v>
                </c:pt>
                <c:pt idx="22">
                  <c:v>0.30059999999999998</c:v>
                </c:pt>
                <c:pt idx="23">
                  <c:v>0.31919999999999998</c:v>
                </c:pt>
                <c:pt idx="24">
                  <c:v>0.30130000000000001</c:v>
                </c:pt>
                <c:pt idx="25">
                  <c:v>0.28389999999999999</c:v>
                </c:pt>
                <c:pt idx="26">
                  <c:v>0.29520000000000002</c:v>
                </c:pt>
                <c:pt idx="27">
                  <c:v>0.33410000000000001</c:v>
                </c:pt>
                <c:pt idx="28">
                  <c:v>0.33400000000000002</c:v>
                </c:pt>
                <c:pt idx="29">
                  <c:v>0.32519999999999999</c:v>
                </c:pt>
                <c:pt idx="30">
                  <c:v>0.28799999999999998</c:v>
                </c:pt>
                <c:pt idx="31">
                  <c:v>0.28899999999999998</c:v>
                </c:pt>
                <c:pt idx="32">
                  <c:v>0.28720000000000001</c:v>
                </c:pt>
                <c:pt idx="33">
                  <c:v>0.27210000000000001</c:v>
                </c:pt>
                <c:pt idx="34">
                  <c:v>0.2475</c:v>
                </c:pt>
                <c:pt idx="35">
                  <c:v>0.26779999999999998</c:v>
                </c:pt>
                <c:pt idx="36">
                  <c:v>0.26840000000000003</c:v>
                </c:pt>
                <c:pt idx="37">
                  <c:v>0.33860000000000001</c:v>
                </c:pt>
                <c:pt idx="38">
                  <c:v>0.37859999999999999</c:v>
                </c:pt>
                <c:pt idx="39">
                  <c:v>0.35899999999999999</c:v>
                </c:pt>
                <c:pt idx="40">
                  <c:v>0.33360000000000001</c:v>
                </c:pt>
                <c:pt idx="41">
                  <c:v>0.30959999999999999</c:v>
                </c:pt>
                <c:pt idx="42">
                  <c:v>0.30880000000000002</c:v>
                </c:pt>
                <c:pt idx="43">
                  <c:v>0.30990000000000001</c:v>
                </c:pt>
                <c:pt idx="44">
                  <c:v>0.311</c:v>
                </c:pt>
                <c:pt idx="45">
                  <c:v>0.31069999999999998</c:v>
                </c:pt>
                <c:pt idx="46">
                  <c:v>0.27350000000000002</c:v>
                </c:pt>
                <c:pt idx="47">
                  <c:v>0.27450000000000002</c:v>
                </c:pt>
                <c:pt idx="48">
                  <c:v>0.25679999999999997</c:v>
                </c:pt>
                <c:pt idx="49">
                  <c:v>0.2465</c:v>
                </c:pt>
                <c:pt idx="50">
                  <c:v>0.21210000000000001</c:v>
                </c:pt>
                <c:pt idx="51">
                  <c:v>0.2306</c:v>
                </c:pt>
                <c:pt idx="52">
                  <c:v>0.22919999999999999</c:v>
                </c:pt>
                <c:pt idx="53">
                  <c:v>0.25940000000000002</c:v>
                </c:pt>
                <c:pt idx="54">
                  <c:v>0.2722</c:v>
                </c:pt>
                <c:pt idx="55">
                  <c:v>0.27239999999999998</c:v>
                </c:pt>
                <c:pt idx="56">
                  <c:v>0.28439999999999999</c:v>
                </c:pt>
                <c:pt idx="57">
                  <c:v>0.3322</c:v>
                </c:pt>
                <c:pt idx="58">
                  <c:v>0.34510000000000002</c:v>
                </c:pt>
                <c:pt idx="59">
                  <c:v>0.32619999999999999</c:v>
                </c:pt>
                <c:pt idx="60">
                  <c:v>0.32640000000000002</c:v>
                </c:pt>
                <c:pt idx="61">
                  <c:v>0.32519999999999999</c:v>
                </c:pt>
                <c:pt idx="62">
                  <c:v>0.34710000000000002</c:v>
                </c:pt>
                <c:pt idx="63">
                  <c:v>0.3468</c:v>
                </c:pt>
                <c:pt idx="64">
                  <c:v>0.29699999999999999</c:v>
                </c:pt>
                <c:pt idx="65">
                  <c:v>0.29699999999999999</c:v>
                </c:pt>
                <c:pt idx="66">
                  <c:v>0.28149999999999997</c:v>
                </c:pt>
                <c:pt idx="67">
                  <c:v>0.24840000000000001</c:v>
                </c:pt>
                <c:pt idx="68">
                  <c:v>0.247</c:v>
                </c:pt>
                <c:pt idx="69">
                  <c:v>0.2387</c:v>
                </c:pt>
                <c:pt idx="70">
                  <c:v>0.21279999999999999</c:v>
                </c:pt>
                <c:pt idx="71">
                  <c:v>0.18890000000000001</c:v>
                </c:pt>
                <c:pt idx="72">
                  <c:v>0.20880000000000001</c:v>
                </c:pt>
                <c:pt idx="73">
                  <c:v>0.21840000000000001</c:v>
                </c:pt>
                <c:pt idx="74">
                  <c:v>0.19009999999999999</c:v>
                </c:pt>
                <c:pt idx="75">
                  <c:v>0.20369999999999999</c:v>
                </c:pt>
                <c:pt idx="76">
                  <c:v>0.24110000000000001</c:v>
                </c:pt>
                <c:pt idx="77">
                  <c:v>0.29420000000000002</c:v>
                </c:pt>
                <c:pt idx="78">
                  <c:v>0.2656</c:v>
                </c:pt>
                <c:pt idx="79">
                  <c:v>0.26600000000000001</c:v>
                </c:pt>
                <c:pt idx="80">
                  <c:v>0.28449999999999998</c:v>
                </c:pt>
                <c:pt idx="81">
                  <c:v>0.3417</c:v>
                </c:pt>
                <c:pt idx="82">
                  <c:v>0.44379999999999997</c:v>
                </c:pt>
                <c:pt idx="83">
                  <c:v>0.42080000000000001</c:v>
                </c:pt>
                <c:pt idx="84">
                  <c:v>0.4456</c:v>
                </c:pt>
                <c:pt idx="85">
                  <c:v>0.34150000000000003</c:v>
                </c:pt>
                <c:pt idx="86">
                  <c:v>0.36149999999999999</c:v>
                </c:pt>
                <c:pt idx="87">
                  <c:v>0.3523</c:v>
                </c:pt>
                <c:pt idx="88">
                  <c:v>0.3533</c:v>
                </c:pt>
                <c:pt idx="89">
                  <c:v>0.3896</c:v>
                </c:pt>
                <c:pt idx="90">
                  <c:v>0.3911</c:v>
                </c:pt>
                <c:pt idx="91">
                  <c:v>0.37919999999999998</c:v>
                </c:pt>
                <c:pt idx="92">
                  <c:v>0.3805</c:v>
                </c:pt>
                <c:pt idx="93">
                  <c:v>0.37769999999999998</c:v>
                </c:pt>
                <c:pt idx="94">
                  <c:v>0.35389999999999999</c:v>
                </c:pt>
                <c:pt idx="95">
                  <c:v>0.36280000000000001</c:v>
                </c:pt>
                <c:pt idx="96">
                  <c:v>0.34229999999999999</c:v>
                </c:pt>
                <c:pt idx="97">
                  <c:v>0.34100000000000003</c:v>
                </c:pt>
                <c:pt idx="98">
                  <c:v>0.34029999999999999</c:v>
                </c:pt>
                <c:pt idx="99">
                  <c:v>0.36430000000000001</c:v>
                </c:pt>
                <c:pt idx="100">
                  <c:v>0.34670000000000001</c:v>
                </c:pt>
                <c:pt idx="101">
                  <c:v>0.32600000000000001</c:v>
                </c:pt>
                <c:pt idx="102">
                  <c:v>0.32569999999999999</c:v>
                </c:pt>
                <c:pt idx="103">
                  <c:v>0.32600000000000001</c:v>
                </c:pt>
                <c:pt idx="104">
                  <c:v>0.28060000000000002</c:v>
                </c:pt>
                <c:pt idx="105">
                  <c:v>0.28120000000000001</c:v>
                </c:pt>
                <c:pt idx="106">
                  <c:v>0.24990000000000001</c:v>
                </c:pt>
                <c:pt idx="107">
                  <c:v>0.2661</c:v>
                </c:pt>
                <c:pt idx="108">
                  <c:v>0.26719999999999999</c:v>
                </c:pt>
                <c:pt idx="109">
                  <c:v>0.28489999999999999</c:v>
                </c:pt>
                <c:pt idx="110">
                  <c:v>0.27329999999999999</c:v>
                </c:pt>
                <c:pt idx="111">
                  <c:v>0.27210000000000001</c:v>
                </c:pt>
                <c:pt idx="112">
                  <c:v>0.30170000000000002</c:v>
                </c:pt>
                <c:pt idx="113">
                  <c:v>0.3024</c:v>
                </c:pt>
                <c:pt idx="114">
                  <c:v>0.28110000000000002</c:v>
                </c:pt>
                <c:pt idx="115">
                  <c:v>0.29160000000000003</c:v>
                </c:pt>
                <c:pt idx="116">
                  <c:v>0.25419999999999998</c:v>
                </c:pt>
                <c:pt idx="117">
                  <c:v>0.23710000000000001</c:v>
                </c:pt>
                <c:pt idx="118">
                  <c:v>0.2571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D8C-4354-AA84-D38BF60171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00000001"/>
        <c:axId val="500000002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기초지수(삼성전자 50:SK하이닉스 50)</c:v>
                </c:pt>
              </c:strCache>
            </c:strRef>
          </c:tx>
          <c:spPr>
            <a:ln w="19050">
              <a:solidFill>
                <a:srgbClr val="7F848A"/>
              </a:solidFill>
              <a:prstDash val="dash"/>
            </a:ln>
          </c:spPr>
          <c:marker>
            <c:symbol val="none"/>
          </c:marker>
          <c:cat>
            <c:strRef>
              <c:f>Sheet1!$A$2:$A$120</c:f>
              <c:strCache>
                <c:ptCount val="119"/>
                <c:pt idx="0">
                  <c:v>2024-12</c:v>
                </c:pt>
                <c:pt idx="20">
                  <c:v>2025-01</c:v>
                </c:pt>
                <c:pt idx="38">
                  <c:v>2025-02</c:v>
                </c:pt>
                <c:pt idx="58">
                  <c:v>2025-03</c:v>
                </c:pt>
                <c:pt idx="78">
                  <c:v>2025-04</c:v>
                </c:pt>
                <c:pt idx="100">
                  <c:v>2025-05</c:v>
                </c:pt>
              </c:strCache>
            </c:strRef>
          </c:cat>
          <c:val>
            <c:numRef>
              <c:f>Sheet1!$B$2:$B$120</c:f>
              <c:numCache>
                <c:formatCode>General</c:formatCode>
                <c:ptCount val="119"/>
                <c:pt idx="0">
                  <c:v>0</c:v>
                </c:pt>
                <c:pt idx="1">
                  <c:v>1.9199999999999998E-2</c:v>
                </c:pt>
                <c:pt idx="2">
                  <c:v>2.4E-2</c:v>
                </c:pt>
                <c:pt idx="3">
                  <c:v>4.5100000000000001E-2</c:v>
                </c:pt>
                <c:pt idx="4">
                  <c:v>3.1099999999999999E-2</c:v>
                </c:pt>
                <c:pt idx="5">
                  <c:v>0.03</c:v>
                </c:pt>
                <c:pt idx="6">
                  <c:v>4.0399999999999998E-2</c:v>
                </c:pt>
                <c:pt idx="7">
                  <c:v>4.4600000000000001E-2</c:v>
                </c:pt>
                <c:pt idx="8">
                  <c:v>7.6100000000000001E-2</c:v>
                </c:pt>
                <c:pt idx="9">
                  <c:v>7.6200000000000004E-2</c:v>
                </c:pt>
                <c:pt idx="10">
                  <c:v>8.3000000000000004E-2</c:v>
                </c:pt>
                <c:pt idx="11">
                  <c:v>8.3599999999999994E-2</c:v>
                </c:pt>
                <c:pt idx="12">
                  <c:v>8.9099999999999999E-2</c:v>
                </c:pt>
                <c:pt idx="13">
                  <c:v>4.5999999999999999E-2</c:v>
                </c:pt>
                <c:pt idx="14">
                  <c:v>2.5600000000000001E-2</c:v>
                </c:pt>
                <c:pt idx="15">
                  <c:v>3.3799999999999997E-2</c:v>
                </c:pt>
                <c:pt idx="16">
                  <c:v>3.9199999999999999E-2</c:v>
                </c:pt>
                <c:pt idx="17">
                  <c:v>3.6499999999999998E-2</c:v>
                </c:pt>
                <c:pt idx="18">
                  <c:v>5.0799999999999998E-2</c:v>
                </c:pt>
                <c:pt idx="19">
                  <c:v>4.41E-2</c:v>
                </c:pt>
                <c:pt idx="20">
                  <c:v>3.7999999999999999E-2</c:v>
                </c:pt>
                <c:pt idx="21">
                  <c:v>8.0100000000000005E-2</c:v>
                </c:pt>
                <c:pt idx="22">
                  <c:v>0.1482</c:v>
                </c:pt>
                <c:pt idx="23">
                  <c:v>0.1293</c:v>
                </c:pt>
                <c:pt idx="24">
                  <c:v>0.14779999999999999</c:v>
                </c:pt>
                <c:pt idx="25">
                  <c:v>0.1661</c:v>
                </c:pt>
                <c:pt idx="26">
                  <c:v>0.1535</c:v>
                </c:pt>
                <c:pt idx="27">
                  <c:v>0.1149</c:v>
                </c:pt>
                <c:pt idx="28">
                  <c:v>0.1149</c:v>
                </c:pt>
                <c:pt idx="29">
                  <c:v>0.12189999999999999</c:v>
                </c:pt>
                <c:pt idx="30">
                  <c:v>0.16159999999999999</c:v>
                </c:pt>
                <c:pt idx="31">
                  <c:v>0.1676</c:v>
                </c:pt>
                <c:pt idx="32">
                  <c:v>0.15759999999999999</c:v>
                </c:pt>
                <c:pt idx="33">
                  <c:v>0.17499999999999999</c:v>
                </c:pt>
                <c:pt idx="34">
                  <c:v>0.20399999999999999</c:v>
                </c:pt>
                <c:pt idx="35">
                  <c:v>0.18140000000000001</c:v>
                </c:pt>
                <c:pt idx="36">
                  <c:v>0.18540000000000001</c:v>
                </c:pt>
                <c:pt idx="37">
                  <c:v>0.11260000000000001</c:v>
                </c:pt>
                <c:pt idx="38">
                  <c:v>7.46E-2</c:v>
                </c:pt>
                <c:pt idx="39">
                  <c:v>9.2999999999999999E-2</c:v>
                </c:pt>
                <c:pt idx="40">
                  <c:v>0.1171</c:v>
                </c:pt>
                <c:pt idx="41">
                  <c:v>0.1419</c:v>
                </c:pt>
                <c:pt idx="42">
                  <c:v>0.13739999999999999</c:v>
                </c:pt>
                <c:pt idx="43">
                  <c:v>0.14380000000000001</c:v>
                </c:pt>
                <c:pt idx="44">
                  <c:v>0.14940000000000001</c:v>
                </c:pt>
                <c:pt idx="45">
                  <c:v>0.14810000000000001</c:v>
                </c:pt>
                <c:pt idx="46">
                  <c:v>0.17580000000000001</c:v>
                </c:pt>
                <c:pt idx="47">
                  <c:v>0.1822</c:v>
                </c:pt>
                <c:pt idx="48">
                  <c:v>0.18779999999999999</c:v>
                </c:pt>
                <c:pt idx="49">
                  <c:v>0.19170000000000001</c:v>
                </c:pt>
                <c:pt idx="50">
                  <c:v>0.23469999999999999</c:v>
                </c:pt>
                <c:pt idx="51">
                  <c:v>0.2132</c:v>
                </c:pt>
                <c:pt idx="52">
                  <c:v>0.20399999999999999</c:v>
                </c:pt>
                <c:pt idx="53">
                  <c:v>0.1817</c:v>
                </c:pt>
                <c:pt idx="54">
                  <c:v>0.16769999999999999</c:v>
                </c:pt>
                <c:pt idx="55">
                  <c:v>0.16889999999999999</c:v>
                </c:pt>
                <c:pt idx="56">
                  <c:v>0.15479999999999999</c:v>
                </c:pt>
                <c:pt idx="57">
                  <c:v>0.1103</c:v>
                </c:pt>
                <c:pt idx="58">
                  <c:v>9.8299999999999998E-2</c:v>
                </c:pt>
                <c:pt idx="59">
                  <c:v>0.1139</c:v>
                </c:pt>
                <c:pt idx="60">
                  <c:v>0.115</c:v>
                </c:pt>
                <c:pt idx="61">
                  <c:v>0.1089</c:v>
                </c:pt>
                <c:pt idx="62">
                  <c:v>9.5899999999999999E-2</c:v>
                </c:pt>
                <c:pt idx="63">
                  <c:v>9.4600000000000004E-2</c:v>
                </c:pt>
                <c:pt idx="64">
                  <c:v>0.14019999999999999</c:v>
                </c:pt>
                <c:pt idx="65">
                  <c:v>0.1404</c:v>
                </c:pt>
                <c:pt idx="66">
                  <c:v>0.15409999999999999</c:v>
                </c:pt>
                <c:pt idx="67">
                  <c:v>0.189</c:v>
                </c:pt>
                <c:pt idx="68">
                  <c:v>0.18029999999999999</c:v>
                </c:pt>
                <c:pt idx="69">
                  <c:v>0.1968</c:v>
                </c:pt>
                <c:pt idx="70">
                  <c:v>0.2273</c:v>
                </c:pt>
                <c:pt idx="71">
                  <c:v>0.2586</c:v>
                </c:pt>
                <c:pt idx="72">
                  <c:v>0.23469999999999999</c:v>
                </c:pt>
                <c:pt idx="73">
                  <c:v>0.21740000000000001</c:v>
                </c:pt>
                <c:pt idx="74">
                  <c:v>0.25119999999999998</c:v>
                </c:pt>
                <c:pt idx="75">
                  <c:v>0.23480000000000001</c:v>
                </c:pt>
                <c:pt idx="76">
                  <c:v>0.19589999999999999</c:v>
                </c:pt>
                <c:pt idx="77">
                  <c:v>0.1462</c:v>
                </c:pt>
                <c:pt idx="78">
                  <c:v>0.17510000000000001</c:v>
                </c:pt>
                <c:pt idx="79">
                  <c:v>0.17780000000000001</c:v>
                </c:pt>
                <c:pt idx="80">
                  <c:v>0.15590000000000001</c:v>
                </c:pt>
                <c:pt idx="81">
                  <c:v>0.104</c:v>
                </c:pt>
                <c:pt idx="82">
                  <c:v>2.2800000000000001E-2</c:v>
                </c:pt>
                <c:pt idx="83">
                  <c:v>4.0300000000000002E-2</c:v>
                </c:pt>
                <c:pt idx="84">
                  <c:v>2.1600000000000001E-2</c:v>
                </c:pt>
                <c:pt idx="85">
                  <c:v>0.11070000000000001</c:v>
                </c:pt>
                <c:pt idx="86">
                  <c:v>9.1600000000000001E-2</c:v>
                </c:pt>
                <c:pt idx="87">
                  <c:v>9.9699999999999997E-2</c:v>
                </c:pt>
                <c:pt idx="88">
                  <c:v>0.1048</c:v>
                </c:pt>
                <c:pt idx="89">
                  <c:v>6.6100000000000006E-2</c:v>
                </c:pt>
                <c:pt idx="90">
                  <c:v>7.2999999999999995E-2</c:v>
                </c:pt>
                <c:pt idx="91">
                  <c:v>7.4999999999999997E-2</c:v>
                </c:pt>
                <c:pt idx="92">
                  <c:v>8.09E-2</c:v>
                </c:pt>
                <c:pt idx="93">
                  <c:v>6.8400000000000002E-2</c:v>
                </c:pt>
                <c:pt idx="94">
                  <c:v>9.7299999999999998E-2</c:v>
                </c:pt>
                <c:pt idx="95">
                  <c:v>8.9200000000000002E-2</c:v>
                </c:pt>
                <c:pt idx="96">
                  <c:v>0.10780000000000001</c:v>
                </c:pt>
                <c:pt idx="97">
                  <c:v>0.1016</c:v>
                </c:pt>
                <c:pt idx="98">
                  <c:v>9.7900000000000001E-2</c:v>
                </c:pt>
                <c:pt idx="99">
                  <c:v>8.5000000000000006E-2</c:v>
                </c:pt>
                <c:pt idx="100">
                  <c:v>9.9199999999999997E-2</c:v>
                </c:pt>
                <c:pt idx="101">
                  <c:v>0.1164</c:v>
                </c:pt>
                <c:pt idx="102">
                  <c:v>0.115</c:v>
                </c:pt>
                <c:pt idx="103">
                  <c:v>0.1164</c:v>
                </c:pt>
                <c:pt idx="104">
                  <c:v>0.1593</c:v>
                </c:pt>
                <c:pt idx="105">
                  <c:v>0.16270000000000001</c:v>
                </c:pt>
                <c:pt idx="106">
                  <c:v>0.1898</c:v>
                </c:pt>
                <c:pt idx="107">
                  <c:v>0.1729</c:v>
                </c:pt>
                <c:pt idx="108">
                  <c:v>0.1794</c:v>
                </c:pt>
                <c:pt idx="109">
                  <c:v>0.15429999999999999</c:v>
                </c:pt>
                <c:pt idx="110">
                  <c:v>0.16289999999999999</c:v>
                </c:pt>
                <c:pt idx="111">
                  <c:v>0.1565</c:v>
                </c:pt>
                <c:pt idx="112">
                  <c:v>0.13569999999999999</c:v>
                </c:pt>
                <c:pt idx="113">
                  <c:v>0.13950000000000001</c:v>
                </c:pt>
                <c:pt idx="114">
                  <c:v>0.15329999999999999</c:v>
                </c:pt>
                <c:pt idx="115">
                  <c:v>0.1434</c:v>
                </c:pt>
                <c:pt idx="116">
                  <c:v>0.1802</c:v>
                </c:pt>
                <c:pt idx="117">
                  <c:v>0.19359999999999999</c:v>
                </c:pt>
                <c:pt idx="118">
                  <c:v>0.1736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8C-4354-AA84-D38BF60171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변동성전략 펀드</c:v>
                </c:pt>
              </c:strCache>
            </c:strRef>
          </c:tx>
          <c:spPr>
            <a:ln w="2540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Sheet1!$A$2:$A$120</c:f>
              <c:strCache>
                <c:ptCount val="119"/>
                <c:pt idx="0">
                  <c:v>2024-12</c:v>
                </c:pt>
                <c:pt idx="20">
                  <c:v>2025-01</c:v>
                </c:pt>
                <c:pt idx="38">
                  <c:v>2025-02</c:v>
                </c:pt>
                <c:pt idx="58">
                  <c:v>2025-03</c:v>
                </c:pt>
                <c:pt idx="78">
                  <c:v>2025-04</c:v>
                </c:pt>
                <c:pt idx="100">
                  <c:v>2025-05</c:v>
                </c:pt>
              </c:strCache>
            </c:strRef>
          </c:cat>
          <c:val>
            <c:numRef>
              <c:f>Sheet1!$C$2:$C$120</c:f>
              <c:numCache>
                <c:formatCode>General</c:formatCode>
                <c:ptCount val="119"/>
                <c:pt idx="0">
                  <c:v>-2.0000000000000001E-4</c:v>
                </c:pt>
                <c:pt idx="1">
                  <c:v>8.3999999999999995E-3</c:v>
                </c:pt>
                <c:pt idx="2">
                  <c:v>1.04E-2</c:v>
                </c:pt>
                <c:pt idx="3">
                  <c:v>1.9300000000000001E-2</c:v>
                </c:pt>
                <c:pt idx="4">
                  <c:v>1.37E-2</c:v>
                </c:pt>
                <c:pt idx="5">
                  <c:v>1.32E-2</c:v>
                </c:pt>
                <c:pt idx="6">
                  <c:v>1.7500000000000002E-2</c:v>
                </c:pt>
                <c:pt idx="7">
                  <c:v>1.9199999999999998E-2</c:v>
                </c:pt>
                <c:pt idx="8">
                  <c:v>3.1699999999999999E-2</c:v>
                </c:pt>
                <c:pt idx="9">
                  <c:v>3.1699999999999999E-2</c:v>
                </c:pt>
                <c:pt idx="10">
                  <c:v>3.4200000000000001E-2</c:v>
                </c:pt>
                <c:pt idx="11">
                  <c:v>3.44E-2</c:v>
                </c:pt>
                <c:pt idx="12">
                  <c:v>3.6299999999999999E-2</c:v>
                </c:pt>
                <c:pt idx="13">
                  <c:v>2.1100000000000001E-2</c:v>
                </c:pt>
                <c:pt idx="14">
                  <c:v>1.29E-2</c:v>
                </c:pt>
                <c:pt idx="15">
                  <c:v>1.6400000000000001E-2</c:v>
                </c:pt>
                <c:pt idx="16">
                  <c:v>1.8599999999999998E-2</c:v>
                </c:pt>
                <c:pt idx="17">
                  <c:v>1.7399999999999999E-2</c:v>
                </c:pt>
                <c:pt idx="18">
                  <c:v>2.3300000000000001E-2</c:v>
                </c:pt>
                <c:pt idx="19">
                  <c:v>2.06E-2</c:v>
                </c:pt>
                <c:pt idx="20">
                  <c:v>1.8100000000000002E-2</c:v>
                </c:pt>
                <c:pt idx="21">
                  <c:v>3.5000000000000003E-2</c:v>
                </c:pt>
                <c:pt idx="22">
                  <c:v>5.8700000000000002E-2</c:v>
                </c:pt>
                <c:pt idx="23">
                  <c:v>5.3499999999999999E-2</c:v>
                </c:pt>
                <c:pt idx="24">
                  <c:v>5.8900000000000001E-2</c:v>
                </c:pt>
                <c:pt idx="25">
                  <c:v>6.3899999999999998E-2</c:v>
                </c:pt>
                <c:pt idx="26">
                  <c:v>6.0600000000000001E-2</c:v>
                </c:pt>
                <c:pt idx="27">
                  <c:v>5.0099999999999999E-2</c:v>
                </c:pt>
                <c:pt idx="28">
                  <c:v>5.0099999999999999E-2</c:v>
                </c:pt>
                <c:pt idx="29">
                  <c:v>5.2299999999999999E-2</c:v>
                </c:pt>
                <c:pt idx="30">
                  <c:v>6.4199999999999993E-2</c:v>
                </c:pt>
                <c:pt idx="31">
                  <c:v>6.5799999999999997E-2</c:v>
                </c:pt>
                <c:pt idx="32">
                  <c:v>6.3100000000000003E-2</c:v>
                </c:pt>
                <c:pt idx="33">
                  <c:v>6.7699999999999996E-2</c:v>
                </c:pt>
                <c:pt idx="34">
                  <c:v>7.4700000000000003E-2</c:v>
                </c:pt>
                <c:pt idx="35">
                  <c:v>6.9699999999999998E-2</c:v>
                </c:pt>
                <c:pt idx="36">
                  <c:v>7.0699999999999999E-2</c:v>
                </c:pt>
                <c:pt idx="37">
                  <c:v>5.2999999999999999E-2</c:v>
                </c:pt>
                <c:pt idx="38">
                  <c:v>4.07E-2</c:v>
                </c:pt>
                <c:pt idx="39">
                  <c:v>4.7399999999999998E-2</c:v>
                </c:pt>
                <c:pt idx="40">
                  <c:v>5.5599999999999997E-2</c:v>
                </c:pt>
                <c:pt idx="41">
                  <c:v>6.3299999999999995E-2</c:v>
                </c:pt>
                <c:pt idx="42">
                  <c:v>6.2E-2</c:v>
                </c:pt>
                <c:pt idx="43">
                  <c:v>6.3799999999999996E-2</c:v>
                </c:pt>
                <c:pt idx="44">
                  <c:v>6.54E-2</c:v>
                </c:pt>
                <c:pt idx="45">
                  <c:v>6.5100000000000005E-2</c:v>
                </c:pt>
                <c:pt idx="46">
                  <c:v>7.2900000000000006E-2</c:v>
                </c:pt>
                <c:pt idx="47">
                  <c:v>7.4499999999999997E-2</c:v>
                </c:pt>
                <c:pt idx="48">
                  <c:v>7.5800000000000006E-2</c:v>
                </c:pt>
                <c:pt idx="49">
                  <c:v>7.6700000000000004E-2</c:v>
                </c:pt>
                <c:pt idx="50">
                  <c:v>8.6099999999999996E-2</c:v>
                </c:pt>
                <c:pt idx="51">
                  <c:v>8.2100000000000006E-2</c:v>
                </c:pt>
                <c:pt idx="52">
                  <c:v>8.0199999999999994E-2</c:v>
                </c:pt>
                <c:pt idx="53">
                  <c:v>7.5600000000000001E-2</c:v>
                </c:pt>
                <c:pt idx="54">
                  <c:v>7.2300000000000003E-2</c:v>
                </c:pt>
                <c:pt idx="55">
                  <c:v>7.2599999999999998E-2</c:v>
                </c:pt>
                <c:pt idx="56">
                  <c:v>6.9000000000000006E-2</c:v>
                </c:pt>
                <c:pt idx="57">
                  <c:v>5.7299999999999997E-2</c:v>
                </c:pt>
                <c:pt idx="58">
                  <c:v>5.3499999999999999E-2</c:v>
                </c:pt>
                <c:pt idx="59">
                  <c:v>5.8500000000000003E-2</c:v>
                </c:pt>
                <c:pt idx="60">
                  <c:v>5.8900000000000001E-2</c:v>
                </c:pt>
                <c:pt idx="61">
                  <c:v>5.6899999999999999E-2</c:v>
                </c:pt>
                <c:pt idx="62">
                  <c:v>5.2900000000000003E-2</c:v>
                </c:pt>
                <c:pt idx="63">
                  <c:v>5.2400000000000002E-2</c:v>
                </c:pt>
                <c:pt idx="64">
                  <c:v>6.7400000000000002E-2</c:v>
                </c:pt>
                <c:pt idx="65">
                  <c:v>6.7500000000000004E-2</c:v>
                </c:pt>
                <c:pt idx="66">
                  <c:v>7.1199999999999999E-2</c:v>
                </c:pt>
                <c:pt idx="67">
                  <c:v>8.0199999999999994E-2</c:v>
                </c:pt>
                <c:pt idx="68">
                  <c:v>7.8200000000000006E-2</c:v>
                </c:pt>
                <c:pt idx="69">
                  <c:v>8.1900000000000001E-2</c:v>
                </c:pt>
                <c:pt idx="70">
                  <c:v>8.8400000000000006E-2</c:v>
                </c:pt>
                <c:pt idx="71">
                  <c:v>9.4200000000000006E-2</c:v>
                </c:pt>
                <c:pt idx="72">
                  <c:v>9.0300000000000005E-2</c:v>
                </c:pt>
                <c:pt idx="73">
                  <c:v>8.7099999999999997E-2</c:v>
                </c:pt>
                <c:pt idx="74">
                  <c:v>9.3600000000000003E-2</c:v>
                </c:pt>
                <c:pt idx="75">
                  <c:v>9.0800000000000006E-2</c:v>
                </c:pt>
                <c:pt idx="76">
                  <c:v>8.3799999999999999E-2</c:v>
                </c:pt>
                <c:pt idx="77">
                  <c:v>7.2900000000000006E-2</c:v>
                </c:pt>
                <c:pt idx="78">
                  <c:v>8.0799999999999997E-2</c:v>
                </c:pt>
                <c:pt idx="79">
                  <c:v>8.14E-2</c:v>
                </c:pt>
                <c:pt idx="80">
                  <c:v>7.5999999999999998E-2</c:v>
                </c:pt>
                <c:pt idx="81">
                  <c:v>6.2300000000000001E-2</c:v>
                </c:pt>
                <c:pt idx="82">
                  <c:v>3.5499999999999997E-2</c:v>
                </c:pt>
                <c:pt idx="83">
                  <c:v>4.3200000000000002E-2</c:v>
                </c:pt>
                <c:pt idx="84">
                  <c:v>3.5299999999999998E-2</c:v>
                </c:pt>
                <c:pt idx="85">
                  <c:v>7.51E-2</c:v>
                </c:pt>
                <c:pt idx="86">
                  <c:v>6.88E-2</c:v>
                </c:pt>
                <c:pt idx="87">
                  <c:v>7.1599999999999997E-2</c:v>
                </c:pt>
                <c:pt idx="88">
                  <c:v>7.3300000000000004E-2</c:v>
                </c:pt>
                <c:pt idx="89">
                  <c:v>0.06</c:v>
                </c:pt>
                <c:pt idx="90">
                  <c:v>6.2700000000000006E-2</c:v>
                </c:pt>
                <c:pt idx="91">
                  <c:v>6.3399999999999998E-2</c:v>
                </c:pt>
                <c:pt idx="92">
                  <c:v>6.5600000000000006E-2</c:v>
                </c:pt>
                <c:pt idx="93">
                  <c:v>6.0900000000000003E-2</c:v>
                </c:pt>
                <c:pt idx="94">
                  <c:v>7.1599999999999997E-2</c:v>
                </c:pt>
                <c:pt idx="95">
                  <c:v>6.8699999999999997E-2</c:v>
                </c:pt>
                <c:pt idx="96">
                  <c:v>7.5300000000000006E-2</c:v>
                </c:pt>
                <c:pt idx="97">
                  <c:v>7.3200000000000001E-2</c:v>
                </c:pt>
                <c:pt idx="98">
                  <c:v>7.1999999999999995E-2</c:v>
                </c:pt>
                <c:pt idx="99">
                  <c:v>6.7599999999999993E-2</c:v>
                </c:pt>
                <c:pt idx="100">
                  <c:v>7.2700000000000001E-2</c:v>
                </c:pt>
                <c:pt idx="101">
                  <c:v>7.8399999999999997E-2</c:v>
                </c:pt>
                <c:pt idx="102">
                  <c:v>7.7899999999999997E-2</c:v>
                </c:pt>
                <c:pt idx="103">
                  <c:v>7.8399999999999997E-2</c:v>
                </c:pt>
                <c:pt idx="104">
                  <c:v>9.1700000000000004E-2</c:v>
                </c:pt>
                <c:pt idx="105">
                  <c:v>9.2600000000000002E-2</c:v>
                </c:pt>
                <c:pt idx="106">
                  <c:v>9.9599999999999994E-2</c:v>
                </c:pt>
                <c:pt idx="107">
                  <c:v>9.5699999999999993E-2</c:v>
                </c:pt>
                <c:pt idx="108">
                  <c:v>9.7299999999999998E-2</c:v>
                </c:pt>
                <c:pt idx="109">
                  <c:v>9.0999999999999998E-2</c:v>
                </c:pt>
                <c:pt idx="110">
                  <c:v>9.3299999999999994E-2</c:v>
                </c:pt>
                <c:pt idx="111">
                  <c:v>9.1600000000000001E-2</c:v>
                </c:pt>
                <c:pt idx="112">
                  <c:v>8.6300000000000002E-2</c:v>
                </c:pt>
                <c:pt idx="113">
                  <c:v>8.7300000000000003E-2</c:v>
                </c:pt>
                <c:pt idx="114">
                  <c:v>9.1200000000000003E-2</c:v>
                </c:pt>
                <c:pt idx="115">
                  <c:v>8.8599999999999998E-2</c:v>
                </c:pt>
                <c:pt idx="116">
                  <c:v>9.8699999999999996E-2</c:v>
                </c:pt>
                <c:pt idx="117">
                  <c:v>0.1018</c:v>
                </c:pt>
                <c:pt idx="118">
                  <c:v>9.74E-2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8C-4354-AA84-D38BF60171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9525">
            <a:solidFill>
              <a:srgbClr val="C9CDD1"/>
            </a:solidFill>
          </a:ln>
        </c:spPr>
        <c:txPr>
          <a:bodyPr rot="0" vert="horz" wrap="none" anchor="ctr" anchorCtr="1"/>
          <a:lstStyle/>
          <a:p>
            <a:pPr>
              <a:defRPr sz="85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3"/>
          <c:min val="-0.05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  <c:valAx>
        <c:axId val="500000002"/>
        <c:scaling>
          <c:orientation val="minMax"/>
          <c:max val="1.05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500000001"/>
        <c:crosses val="max"/>
        <c:crossBetween val="between"/>
      </c:valAx>
      <c:catAx>
        <c:axId val="500000001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one"/>
        <c:crossAx val="500000002"/>
        <c:crosses val="autoZero"/>
        <c:auto val="1"/>
        <c:lblAlgn val="ctr"/>
        <c:lblOffset val="100"/>
        <c:noMultiLvlLbl val="1"/>
      </c:cat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편입비 · 우축</c:v>
                </c:pt>
              </c:strCache>
            </c:strRef>
          </c:tx>
          <c:spPr>
            <a:solidFill>
              <a:srgbClr val="F6C17C"/>
            </a:solidFill>
            <a:ln>
              <a:noFill/>
            </a:ln>
          </c:spPr>
          <c:invertIfNegative val="1"/>
          <c:cat>
            <c:strRef>
              <c:f>Sheet1!$A$2:$A$245</c:f>
              <c:strCache>
                <c:ptCount val="244"/>
                <c:pt idx="0">
                  <c:v>2025-07</c:v>
                </c:pt>
                <c:pt idx="43">
                  <c:v>2025-09</c:v>
                </c:pt>
                <c:pt idx="83">
                  <c:v>2025-11</c:v>
                </c:pt>
                <c:pt idx="124">
                  <c:v>2026-01</c:v>
                </c:pt>
                <c:pt idx="162">
                  <c:v>2026-03</c:v>
                </c:pt>
                <c:pt idx="205">
                  <c:v>2026-05</c:v>
                </c:pt>
              </c:strCache>
            </c:strRef>
          </c:cat>
          <c:val>
            <c:numRef>
              <c:f>Sheet1!$D$2:$D$245</c:f>
              <c:numCache>
                <c:formatCode>General</c:formatCode>
                <c:ptCount val="244"/>
                <c:pt idx="0">
                  <c:v>0.45789999999999997</c:v>
                </c:pt>
                <c:pt idx="1">
                  <c:v>0.45619999999999999</c:v>
                </c:pt>
                <c:pt idx="2">
                  <c:v>0.43880000000000002</c:v>
                </c:pt>
                <c:pt idx="3">
                  <c:v>0.46250000000000002</c:v>
                </c:pt>
                <c:pt idx="4">
                  <c:v>0.4864</c:v>
                </c:pt>
                <c:pt idx="5">
                  <c:v>0.46289999999999998</c:v>
                </c:pt>
                <c:pt idx="6">
                  <c:v>0.47689999999999999</c:v>
                </c:pt>
                <c:pt idx="7">
                  <c:v>0.43619999999999998</c:v>
                </c:pt>
                <c:pt idx="8">
                  <c:v>0.42280000000000001</c:v>
                </c:pt>
                <c:pt idx="9">
                  <c:v>0.40970000000000001</c:v>
                </c:pt>
                <c:pt idx="10">
                  <c:v>0.39889999999999998</c:v>
                </c:pt>
                <c:pt idx="11">
                  <c:v>0.39979999999999999</c:v>
                </c:pt>
                <c:pt idx="12">
                  <c:v>0.4395</c:v>
                </c:pt>
                <c:pt idx="13">
                  <c:v>0.44</c:v>
                </c:pt>
                <c:pt idx="14">
                  <c:v>0.41789999999999999</c:v>
                </c:pt>
                <c:pt idx="15">
                  <c:v>0.45079999999999998</c:v>
                </c:pt>
                <c:pt idx="16">
                  <c:v>0.45179999999999998</c:v>
                </c:pt>
                <c:pt idx="17">
                  <c:v>0.45119999999999999</c:v>
                </c:pt>
                <c:pt idx="18">
                  <c:v>0.46039999999999998</c:v>
                </c:pt>
                <c:pt idx="19">
                  <c:v>0.41799999999999998</c:v>
                </c:pt>
                <c:pt idx="20">
                  <c:v>0.41849999999999998</c:v>
                </c:pt>
                <c:pt idx="21">
                  <c:v>0.38890000000000002</c:v>
                </c:pt>
                <c:pt idx="22">
                  <c:v>0.37219999999999998</c:v>
                </c:pt>
                <c:pt idx="23">
                  <c:v>0.44569999999999999</c:v>
                </c:pt>
                <c:pt idx="24">
                  <c:v>0.437</c:v>
                </c:pt>
                <c:pt idx="25">
                  <c:v>0.41880000000000001</c:v>
                </c:pt>
                <c:pt idx="26">
                  <c:v>0.44590000000000002</c:v>
                </c:pt>
                <c:pt idx="27">
                  <c:v>0.41660000000000003</c:v>
                </c:pt>
                <c:pt idx="28">
                  <c:v>0.4163</c:v>
                </c:pt>
                <c:pt idx="29">
                  <c:v>0.39550000000000002</c:v>
                </c:pt>
                <c:pt idx="30">
                  <c:v>0.39660000000000001</c:v>
                </c:pt>
                <c:pt idx="31">
                  <c:v>0.35449999999999998</c:v>
                </c:pt>
                <c:pt idx="32">
                  <c:v>0.35339999999999999</c:v>
                </c:pt>
                <c:pt idx="33">
                  <c:v>0.40529999999999999</c:v>
                </c:pt>
                <c:pt idx="34">
                  <c:v>0.41830000000000001</c:v>
                </c:pt>
                <c:pt idx="35">
                  <c:v>0.43530000000000002</c:v>
                </c:pt>
                <c:pt idx="36">
                  <c:v>0.46679999999999999</c:v>
                </c:pt>
                <c:pt idx="37">
                  <c:v>0.43880000000000002</c:v>
                </c:pt>
                <c:pt idx="38">
                  <c:v>0.41139999999999999</c:v>
                </c:pt>
                <c:pt idx="39">
                  <c:v>0.4103</c:v>
                </c:pt>
                <c:pt idx="40">
                  <c:v>0.41010000000000002</c:v>
                </c:pt>
                <c:pt idx="41">
                  <c:v>0.4123</c:v>
                </c:pt>
                <c:pt idx="42">
                  <c:v>0.40160000000000001</c:v>
                </c:pt>
                <c:pt idx="43">
                  <c:v>0.4672</c:v>
                </c:pt>
                <c:pt idx="44">
                  <c:v>0.43509999999999999</c:v>
                </c:pt>
                <c:pt idx="45">
                  <c:v>0.42080000000000001</c:v>
                </c:pt>
                <c:pt idx="46">
                  <c:v>0.40799999999999997</c:v>
                </c:pt>
                <c:pt idx="47">
                  <c:v>0.39050000000000001</c:v>
                </c:pt>
                <c:pt idx="48">
                  <c:v>0.37319999999999998</c:v>
                </c:pt>
                <c:pt idx="49">
                  <c:v>0.32879999999999998</c:v>
                </c:pt>
                <c:pt idx="50">
                  <c:v>0.28189999999999998</c:v>
                </c:pt>
                <c:pt idx="51">
                  <c:v>0.26769999999999999</c:v>
                </c:pt>
                <c:pt idx="52">
                  <c:v>0.21659999999999999</c:v>
                </c:pt>
                <c:pt idx="53">
                  <c:v>0.2024</c:v>
                </c:pt>
                <c:pt idx="54">
                  <c:v>0.1641</c:v>
                </c:pt>
                <c:pt idx="55">
                  <c:v>0.1842</c:v>
                </c:pt>
                <c:pt idx="56">
                  <c:v>0.14849999999999999</c:v>
                </c:pt>
                <c:pt idx="57">
                  <c:v>0.1479</c:v>
                </c:pt>
                <c:pt idx="58">
                  <c:v>0.13469999999999999</c:v>
                </c:pt>
                <c:pt idx="59">
                  <c:v>0.1188</c:v>
                </c:pt>
                <c:pt idx="60">
                  <c:v>0.1187</c:v>
                </c:pt>
                <c:pt idx="61">
                  <c:v>0.11899999999999999</c:v>
                </c:pt>
                <c:pt idx="62">
                  <c:v>0.1603</c:v>
                </c:pt>
                <c:pt idx="63">
                  <c:v>0.13900000000000001</c:v>
                </c:pt>
                <c:pt idx="64">
                  <c:v>0.13850000000000001</c:v>
                </c:pt>
                <c:pt idx="65">
                  <c:v>0.11899999999999999</c:v>
                </c:pt>
                <c:pt idx="66">
                  <c:v>0.1</c:v>
                </c:pt>
                <c:pt idx="67">
                  <c:v>0.10639999999999999</c:v>
                </c:pt>
                <c:pt idx="68">
                  <c:v>0.10440000000000001</c:v>
                </c:pt>
                <c:pt idx="69">
                  <c:v>0.1031</c:v>
                </c:pt>
                <c:pt idx="70">
                  <c:v>0.106</c:v>
                </c:pt>
                <c:pt idx="71">
                  <c:v>0.1</c:v>
                </c:pt>
                <c:pt idx="72">
                  <c:v>0.1014</c:v>
                </c:pt>
                <c:pt idx="73">
                  <c:v>0.10340000000000001</c:v>
                </c:pt>
                <c:pt idx="74">
                  <c:v>0.10249999999999999</c:v>
                </c:pt>
                <c:pt idx="75">
                  <c:v>0.1032</c:v>
                </c:pt>
                <c:pt idx="76">
                  <c:v>0.10199999999999999</c:v>
                </c:pt>
                <c:pt idx="77">
                  <c:v>0.106</c:v>
                </c:pt>
                <c:pt idx="78">
                  <c:v>0.1099</c:v>
                </c:pt>
                <c:pt idx="79">
                  <c:v>0.1074</c:v>
                </c:pt>
                <c:pt idx="80">
                  <c:v>0.1</c:v>
                </c:pt>
                <c:pt idx="81">
                  <c:v>0.1024</c:v>
                </c:pt>
                <c:pt idx="82">
                  <c:v>0.1032</c:v>
                </c:pt>
                <c:pt idx="83">
                  <c:v>0.10970000000000001</c:v>
                </c:pt>
                <c:pt idx="84">
                  <c:v>0.44579999999999997</c:v>
                </c:pt>
                <c:pt idx="85">
                  <c:v>0.4708</c:v>
                </c:pt>
                <c:pt idx="86">
                  <c:v>0.47199999999999998</c:v>
                </c:pt>
                <c:pt idx="87">
                  <c:v>0.48380000000000001</c:v>
                </c:pt>
                <c:pt idx="88">
                  <c:v>0.44850000000000001</c:v>
                </c:pt>
                <c:pt idx="89">
                  <c:v>0.42459999999999998</c:v>
                </c:pt>
                <c:pt idx="90">
                  <c:v>0.42370000000000002</c:v>
                </c:pt>
                <c:pt idx="91">
                  <c:v>0.4335</c:v>
                </c:pt>
                <c:pt idx="92">
                  <c:v>0.49490000000000001</c:v>
                </c:pt>
                <c:pt idx="93">
                  <c:v>0.44180000000000003</c:v>
                </c:pt>
                <c:pt idx="94">
                  <c:v>0.4793</c:v>
                </c:pt>
                <c:pt idx="95">
                  <c:v>0.4919</c:v>
                </c:pt>
                <c:pt idx="96">
                  <c:v>0.46689999999999998</c:v>
                </c:pt>
                <c:pt idx="97">
                  <c:v>0.5242</c:v>
                </c:pt>
                <c:pt idx="98">
                  <c:v>0.52649999999999997</c:v>
                </c:pt>
                <c:pt idx="99">
                  <c:v>0.50700000000000001</c:v>
                </c:pt>
                <c:pt idx="100">
                  <c:v>0.48809999999999998</c:v>
                </c:pt>
                <c:pt idx="101">
                  <c:v>0.46910000000000002</c:v>
                </c:pt>
                <c:pt idx="102">
                  <c:v>0.49170000000000003</c:v>
                </c:pt>
                <c:pt idx="103">
                  <c:v>0.49390000000000001</c:v>
                </c:pt>
                <c:pt idx="104">
                  <c:v>0.46029999999999999</c:v>
                </c:pt>
                <c:pt idx="105">
                  <c:v>0.46029999999999999</c:v>
                </c:pt>
                <c:pt idx="106">
                  <c:v>0.4587</c:v>
                </c:pt>
                <c:pt idx="107">
                  <c:v>0.45119999999999999</c:v>
                </c:pt>
                <c:pt idx="108">
                  <c:v>0.42099999999999999</c:v>
                </c:pt>
                <c:pt idx="109">
                  <c:v>0.43359999999999999</c:v>
                </c:pt>
                <c:pt idx="110">
                  <c:v>0.42020000000000002</c:v>
                </c:pt>
                <c:pt idx="111">
                  <c:v>0.43869999999999998</c:v>
                </c:pt>
                <c:pt idx="112">
                  <c:v>0.42930000000000001</c:v>
                </c:pt>
                <c:pt idx="113">
                  <c:v>0.45800000000000002</c:v>
                </c:pt>
                <c:pt idx="114">
                  <c:v>0.48609999999999998</c:v>
                </c:pt>
                <c:pt idx="115">
                  <c:v>0.44800000000000001</c:v>
                </c:pt>
                <c:pt idx="116">
                  <c:v>0.44779999999999998</c:v>
                </c:pt>
                <c:pt idx="117">
                  <c:v>0.45939999999999998</c:v>
                </c:pt>
                <c:pt idx="118">
                  <c:v>0.41589999999999999</c:v>
                </c:pt>
                <c:pt idx="119">
                  <c:v>0.4178</c:v>
                </c:pt>
                <c:pt idx="120">
                  <c:v>0.41810000000000003</c:v>
                </c:pt>
                <c:pt idx="121">
                  <c:v>0.37819999999999998</c:v>
                </c:pt>
                <c:pt idx="122">
                  <c:v>0.34239999999999998</c:v>
                </c:pt>
                <c:pt idx="123">
                  <c:v>0.33410000000000001</c:v>
                </c:pt>
                <c:pt idx="124">
                  <c:v>0.2923</c:v>
                </c:pt>
                <c:pt idx="125">
                  <c:v>0.25669999999999998</c:v>
                </c:pt>
                <c:pt idx="126">
                  <c:v>0.23780000000000001</c:v>
                </c:pt>
                <c:pt idx="127">
                  <c:v>0.2218</c:v>
                </c:pt>
                <c:pt idx="128">
                  <c:v>0.222</c:v>
                </c:pt>
                <c:pt idx="129">
                  <c:v>0.2208</c:v>
                </c:pt>
                <c:pt idx="130">
                  <c:v>0.22120000000000001</c:v>
                </c:pt>
                <c:pt idx="131">
                  <c:v>0.21920000000000001</c:v>
                </c:pt>
                <c:pt idx="132">
                  <c:v>0.2213</c:v>
                </c:pt>
                <c:pt idx="133">
                  <c:v>0.20660000000000001</c:v>
                </c:pt>
                <c:pt idx="134">
                  <c:v>0.19170000000000001</c:v>
                </c:pt>
                <c:pt idx="135">
                  <c:v>0.19270000000000001</c:v>
                </c:pt>
                <c:pt idx="136">
                  <c:v>0.20610000000000001</c:v>
                </c:pt>
                <c:pt idx="137">
                  <c:v>0.1956</c:v>
                </c:pt>
                <c:pt idx="138">
                  <c:v>0.18129999999999999</c:v>
                </c:pt>
                <c:pt idx="139">
                  <c:v>0.18240000000000001</c:v>
                </c:pt>
                <c:pt idx="140">
                  <c:v>0.17929999999999999</c:v>
                </c:pt>
                <c:pt idx="141">
                  <c:v>0.15129999999999999</c:v>
                </c:pt>
                <c:pt idx="142">
                  <c:v>0.1336</c:v>
                </c:pt>
                <c:pt idx="143">
                  <c:v>0.1234</c:v>
                </c:pt>
                <c:pt idx="144">
                  <c:v>0.1041</c:v>
                </c:pt>
                <c:pt idx="145">
                  <c:v>0.1537</c:v>
                </c:pt>
                <c:pt idx="146">
                  <c:v>0.1157</c:v>
                </c:pt>
                <c:pt idx="147">
                  <c:v>0.42720000000000002</c:v>
                </c:pt>
                <c:pt idx="148">
                  <c:v>0.47389999999999999</c:v>
                </c:pt>
                <c:pt idx="149">
                  <c:v>0.47289999999999999</c:v>
                </c:pt>
                <c:pt idx="150">
                  <c:v>0.435</c:v>
                </c:pt>
                <c:pt idx="151">
                  <c:v>0.433</c:v>
                </c:pt>
                <c:pt idx="152">
                  <c:v>0.45019999999999999</c:v>
                </c:pt>
                <c:pt idx="153">
                  <c:v>0.41260000000000002</c:v>
                </c:pt>
                <c:pt idx="154">
                  <c:v>0.41320000000000001</c:v>
                </c:pt>
                <c:pt idx="155">
                  <c:v>0.38650000000000001</c:v>
                </c:pt>
                <c:pt idx="156">
                  <c:v>0.3619</c:v>
                </c:pt>
                <c:pt idx="157">
                  <c:v>0.3639</c:v>
                </c:pt>
                <c:pt idx="158">
                  <c:v>0.31869999999999998</c:v>
                </c:pt>
                <c:pt idx="159">
                  <c:v>0.30669999999999997</c:v>
                </c:pt>
                <c:pt idx="160">
                  <c:v>0.25490000000000002</c:v>
                </c:pt>
                <c:pt idx="161">
                  <c:v>0.27010000000000001</c:v>
                </c:pt>
                <c:pt idx="162">
                  <c:v>0.35370000000000001</c:v>
                </c:pt>
                <c:pt idx="163">
                  <c:v>0.42830000000000001</c:v>
                </c:pt>
                <c:pt idx="164">
                  <c:v>0.35539999999999999</c:v>
                </c:pt>
                <c:pt idx="165">
                  <c:v>0.36780000000000002</c:v>
                </c:pt>
                <c:pt idx="166">
                  <c:v>0.43180000000000002</c:v>
                </c:pt>
                <c:pt idx="167">
                  <c:v>0.3634</c:v>
                </c:pt>
                <c:pt idx="168">
                  <c:v>0.35370000000000001</c:v>
                </c:pt>
                <c:pt idx="169">
                  <c:v>0.36670000000000003</c:v>
                </c:pt>
                <c:pt idx="170">
                  <c:v>0.3826</c:v>
                </c:pt>
                <c:pt idx="171">
                  <c:v>0.34960000000000002</c:v>
                </c:pt>
                <c:pt idx="172">
                  <c:v>0.34189999999999998</c:v>
                </c:pt>
                <c:pt idx="173">
                  <c:v>0.29060000000000002</c:v>
                </c:pt>
                <c:pt idx="174">
                  <c:v>0.3165</c:v>
                </c:pt>
                <c:pt idx="175">
                  <c:v>0.31519999999999998</c:v>
                </c:pt>
                <c:pt idx="176">
                  <c:v>0.3695</c:v>
                </c:pt>
                <c:pt idx="177">
                  <c:v>0.34420000000000001</c:v>
                </c:pt>
                <c:pt idx="178">
                  <c:v>0.3448</c:v>
                </c:pt>
                <c:pt idx="179">
                  <c:v>0.38190000000000002</c:v>
                </c:pt>
                <c:pt idx="180">
                  <c:v>0.38030000000000003</c:v>
                </c:pt>
                <c:pt idx="181">
                  <c:v>0.41420000000000001</c:v>
                </c:pt>
                <c:pt idx="182">
                  <c:v>0.46379999999999999</c:v>
                </c:pt>
                <c:pt idx="183">
                  <c:v>0.37980000000000003</c:v>
                </c:pt>
                <c:pt idx="184">
                  <c:v>0.4294</c:v>
                </c:pt>
                <c:pt idx="185">
                  <c:v>0.39379999999999998</c:v>
                </c:pt>
                <c:pt idx="186">
                  <c:v>0.37659999999999999</c:v>
                </c:pt>
                <c:pt idx="187">
                  <c:v>0.35849999999999999</c:v>
                </c:pt>
                <c:pt idx="188">
                  <c:v>0.29380000000000001</c:v>
                </c:pt>
                <c:pt idx="189">
                  <c:v>0.31569999999999998</c:v>
                </c:pt>
                <c:pt idx="190">
                  <c:v>0.30280000000000001</c:v>
                </c:pt>
                <c:pt idx="191">
                  <c:v>0.30149999999999999</c:v>
                </c:pt>
                <c:pt idx="192">
                  <c:v>0.27839999999999998</c:v>
                </c:pt>
                <c:pt idx="193">
                  <c:v>0.26219999999999999</c:v>
                </c:pt>
                <c:pt idx="194">
                  <c:v>0.2477</c:v>
                </c:pt>
                <c:pt idx="195">
                  <c:v>0.40989999999999999</c:v>
                </c:pt>
                <c:pt idx="196">
                  <c:v>0.4012</c:v>
                </c:pt>
                <c:pt idx="197">
                  <c:v>0.378</c:v>
                </c:pt>
                <c:pt idx="198">
                  <c:v>0.37709999999999999</c:v>
                </c:pt>
                <c:pt idx="199">
                  <c:v>0.36980000000000002</c:v>
                </c:pt>
                <c:pt idx="200">
                  <c:v>0.37830000000000003</c:v>
                </c:pt>
                <c:pt idx="201">
                  <c:v>0.35249999999999998</c:v>
                </c:pt>
                <c:pt idx="202">
                  <c:v>0.35189999999999999</c:v>
                </c:pt>
                <c:pt idx="203">
                  <c:v>0.3533</c:v>
                </c:pt>
                <c:pt idx="204">
                  <c:v>0.36030000000000001</c:v>
                </c:pt>
                <c:pt idx="205">
                  <c:v>0.30520000000000003</c:v>
                </c:pt>
                <c:pt idx="206">
                  <c:v>0.23649999999999999</c:v>
                </c:pt>
                <c:pt idx="207">
                  <c:v>0.22220000000000001</c:v>
                </c:pt>
                <c:pt idx="208">
                  <c:v>0.22289999999999999</c:v>
                </c:pt>
                <c:pt idx="209">
                  <c:v>0.17780000000000001</c:v>
                </c:pt>
                <c:pt idx="210">
                  <c:v>0.18870000000000001</c:v>
                </c:pt>
                <c:pt idx="211">
                  <c:v>0.16719999999999999</c:v>
                </c:pt>
                <c:pt idx="212">
                  <c:v>0.15859999999999999</c:v>
                </c:pt>
                <c:pt idx="213">
                  <c:v>0.19750000000000001</c:v>
                </c:pt>
                <c:pt idx="214">
                  <c:v>0.1852</c:v>
                </c:pt>
                <c:pt idx="215">
                  <c:v>0.20280000000000001</c:v>
                </c:pt>
                <c:pt idx="216">
                  <c:v>0.2029</c:v>
                </c:pt>
                <c:pt idx="217">
                  <c:v>0.158</c:v>
                </c:pt>
                <c:pt idx="218">
                  <c:v>0.1565</c:v>
                </c:pt>
                <c:pt idx="219">
                  <c:v>0.14599999999999999</c:v>
                </c:pt>
                <c:pt idx="220">
                  <c:v>0.40989999999999999</c:v>
                </c:pt>
                <c:pt idx="221">
                  <c:v>0.40939999999999999</c:v>
                </c:pt>
                <c:pt idx="222">
                  <c:v>0.38600000000000001</c:v>
                </c:pt>
                <c:pt idx="223">
                  <c:v>0.34960000000000002</c:v>
                </c:pt>
                <c:pt idx="224">
                  <c:v>0.33960000000000001</c:v>
                </c:pt>
                <c:pt idx="225">
                  <c:v>0.35659999999999997</c:v>
                </c:pt>
                <c:pt idx="226">
                  <c:v>0.4143</c:v>
                </c:pt>
                <c:pt idx="227">
                  <c:v>0.48080000000000001</c:v>
                </c:pt>
                <c:pt idx="228">
                  <c:v>0.39860000000000001</c:v>
                </c:pt>
                <c:pt idx="229">
                  <c:v>0.44819999999999999</c:v>
                </c:pt>
                <c:pt idx="230">
                  <c:v>0.44990000000000002</c:v>
                </c:pt>
                <c:pt idx="231">
                  <c:v>0.4088</c:v>
                </c:pt>
                <c:pt idx="232">
                  <c:v>0.3725</c:v>
                </c:pt>
                <c:pt idx="233">
                  <c:v>0.35310000000000002</c:v>
                </c:pt>
                <c:pt idx="234">
                  <c:v>0.33110000000000001</c:v>
                </c:pt>
                <c:pt idx="235">
                  <c:v>0.2969</c:v>
                </c:pt>
                <c:pt idx="236">
                  <c:v>0.29749999999999999</c:v>
                </c:pt>
                <c:pt idx="237">
                  <c:v>0.2787</c:v>
                </c:pt>
                <c:pt idx="238">
                  <c:v>0.36370000000000002</c:v>
                </c:pt>
                <c:pt idx="239">
                  <c:v>0.32869999999999999</c:v>
                </c:pt>
                <c:pt idx="240">
                  <c:v>0.2737</c:v>
                </c:pt>
                <c:pt idx="241">
                  <c:v>0.31780000000000003</c:v>
                </c:pt>
                <c:pt idx="242">
                  <c:v>0.3397</c:v>
                </c:pt>
                <c:pt idx="243">
                  <c:v>0.32590000000000002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D0E-4D92-BD9C-D5E1B4F5C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00000001"/>
        <c:axId val="500000002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기초지수(삼성전자 50:SK하이닉스 50) · 좌축</c:v>
                </c:pt>
              </c:strCache>
            </c:strRef>
          </c:tx>
          <c:spPr>
            <a:ln w="19050">
              <a:solidFill>
                <a:srgbClr val="7F848A"/>
              </a:solidFill>
              <a:prstDash val="dash"/>
            </a:ln>
          </c:spPr>
          <c:marker>
            <c:symbol val="none"/>
          </c:marker>
          <c:cat>
            <c:strRef>
              <c:f>Sheet1!$A$2:$A$245</c:f>
              <c:strCache>
                <c:ptCount val="244"/>
                <c:pt idx="0">
                  <c:v>2025-07</c:v>
                </c:pt>
                <c:pt idx="43">
                  <c:v>2025-09</c:v>
                </c:pt>
                <c:pt idx="83">
                  <c:v>2025-11</c:v>
                </c:pt>
                <c:pt idx="124">
                  <c:v>2026-01</c:v>
                </c:pt>
                <c:pt idx="162">
                  <c:v>2026-03</c:v>
                </c:pt>
                <c:pt idx="205">
                  <c:v>2026-05</c:v>
                </c:pt>
              </c:strCache>
            </c:strRef>
          </c:cat>
          <c:val>
            <c:numRef>
              <c:f>Sheet1!$B$2:$B$245</c:f>
              <c:numCache>
                <c:formatCode>General</c:formatCode>
                <c:ptCount val="244"/>
                <c:pt idx="0">
                  <c:v>0</c:v>
                </c:pt>
                <c:pt idx="1">
                  <c:v>-6.4000000000000003E-3</c:v>
                </c:pt>
                <c:pt idx="2">
                  <c:v>1.72E-2</c:v>
                </c:pt>
                <c:pt idx="3">
                  <c:v>-1.4E-3</c:v>
                </c:pt>
                <c:pt idx="4">
                  <c:v>-1.3100000000000001E-2</c:v>
                </c:pt>
                <c:pt idx="5">
                  <c:v>4.5999999999999999E-3</c:v>
                </c:pt>
                <c:pt idx="6">
                  <c:v>-5.4000000000000003E-3</c:v>
                </c:pt>
                <c:pt idx="7">
                  <c:v>2.7900000000000001E-2</c:v>
                </c:pt>
                <c:pt idx="8">
                  <c:v>3.6999999999999998E-2</c:v>
                </c:pt>
                <c:pt idx="9">
                  <c:v>4.5900000000000003E-2</c:v>
                </c:pt>
                <c:pt idx="10">
                  <c:v>5.33E-2</c:v>
                </c:pt>
                <c:pt idx="11">
                  <c:v>5.7099999999999998E-2</c:v>
                </c:pt>
                <c:pt idx="12">
                  <c:v>2.6200000000000001E-2</c:v>
                </c:pt>
                <c:pt idx="13">
                  <c:v>2.8299999999999999E-2</c:v>
                </c:pt>
                <c:pt idx="14">
                  <c:v>4.0300000000000002E-2</c:v>
                </c:pt>
                <c:pt idx="15">
                  <c:v>1.89E-2</c:v>
                </c:pt>
                <c:pt idx="16">
                  <c:v>2.29E-2</c:v>
                </c:pt>
                <c:pt idx="17">
                  <c:v>2.0799999999999999E-2</c:v>
                </c:pt>
                <c:pt idx="18">
                  <c:v>1.34E-2</c:v>
                </c:pt>
                <c:pt idx="19">
                  <c:v>4.0399999999999998E-2</c:v>
                </c:pt>
                <c:pt idx="20">
                  <c:v>4.2900000000000001E-2</c:v>
                </c:pt>
                <c:pt idx="21">
                  <c:v>5.96E-2</c:v>
                </c:pt>
                <c:pt idx="22">
                  <c:v>7.0999999999999994E-2</c:v>
                </c:pt>
                <c:pt idx="23">
                  <c:v>2.1899999999999999E-2</c:v>
                </c:pt>
                <c:pt idx="24">
                  <c:v>2.7799999999999998E-2</c:v>
                </c:pt>
                <c:pt idx="25">
                  <c:v>4.02E-2</c:v>
                </c:pt>
                <c:pt idx="26">
                  <c:v>2.2200000000000001E-2</c:v>
                </c:pt>
                <c:pt idx="27">
                  <c:v>4.1700000000000001E-2</c:v>
                </c:pt>
                <c:pt idx="28">
                  <c:v>4.0399999999999998E-2</c:v>
                </c:pt>
                <c:pt idx="29">
                  <c:v>5.5899999999999998E-2</c:v>
                </c:pt>
                <c:pt idx="30">
                  <c:v>6.0600000000000001E-2</c:v>
                </c:pt>
                <c:pt idx="31">
                  <c:v>8.43E-2</c:v>
                </c:pt>
                <c:pt idx="32">
                  <c:v>7.9100000000000004E-2</c:v>
                </c:pt>
                <c:pt idx="33">
                  <c:v>4.9500000000000002E-2</c:v>
                </c:pt>
                <c:pt idx="34">
                  <c:v>4.07E-2</c:v>
                </c:pt>
                <c:pt idx="35">
                  <c:v>2.9499999999999998E-2</c:v>
                </c:pt>
                <c:pt idx="36">
                  <c:v>9.1000000000000004E-3</c:v>
                </c:pt>
                <c:pt idx="37">
                  <c:v>2.7199999999999998E-2</c:v>
                </c:pt>
                <c:pt idx="38">
                  <c:v>4.53E-2</c:v>
                </c:pt>
                <c:pt idx="39">
                  <c:v>4.0599999999999997E-2</c:v>
                </c:pt>
                <c:pt idx="40">
                  <c:v>3.9800000000000002E-2</c:v>
                </c:pt>
                <c:pt idx="41">
                  <c:v>4.9399999999999999E-2</c:v>
                </c:pt>
                <c:pt idx="42">
                  <c:v>5.1200000000000002E-2</c:v>
                </c:pt>
                <c:pt idx="43">
                  <c:v>9.9000000000000008E-3</c:v>
                </c:pt>
                <c:pt idx="44">
                  <c:v>0.03</c:v>
                </c:pt>
                <c:pt idx="45">
                  <c:v>3.9199999999999999E-2</c:v>
                </c:pt>
                <c:pt idx="46">
                  <c:v>4.7300000000000002E-2</c:v>
                </c:pt>
                <c:pt idx="47">
                  <c:v>5.8599999999999999E-2</c:v>
                </c:pt>
                <c:pt idx="48">
                  <c:v>7.0000000000000007E-2</c:v>
                </c:pt>
                <c:pt idx="49">
                  <c:v>0.1019</c:v>
                </c:pt>
                <c:pt idx="50">
                  <c:v>0.14099999999999999</c:v>
                </c:pt>
                <c:pt idx="51">
                  <c:v>0.15290000000000001</c:v>
                </c:pt>
                <c:pt idx="52">
                  <c:v>0.20899999999999999</c:v>
                </c:pt>
                <c:pt idx="53">
                  <c:v>0.22239999999999999</c:v>
                </c:pt>
                <c:pt idx="54">
                  <c:v>0.27700000000000002</c:v>
                </c:pt>
                <c:pt idx="55">
                  <c:v>0.2407</c:v>
                </c:pt>
                <c:pt idx="56">
                  <c:v>0.29520000000000002</c:v>
                </c:pt>
                <c:pt idx="57">
                  <c:v>0.2888</c:v>
                </c:pt>
                <c:pt idx="58">
                  <c:v>0.31590000000000001</c:v>
                </c:pt>
                <c:pt idx="59">
                  <c:v>0.34410000000000002</c:v>
                </c:pt>
                <c:pt idx="60">
                  <c:v>0.34310000000000002</c:v>
                </c:pt>
                <c:pt idx="61">
                  <c:v>0.34670000000000001</c:v>
                </c:pt>
                <c:pt idx="62">
                  <c:v>0.28710000000000002</c:v>
                </c:pt>
                <c:pt idx="63">
                  <c:v>0.31790000000000002</c:v>
                </c:pt>
                <c:pt idx="64">
                  <c:v>0.31269999999999998</c:v>
                </c:pt>
                <c:pt idx="65">
                  <c:v>0.3528</c:v>
                </c:pt>
                <c:pt idx="66">
                  <c:v>0.44309999999999999</c:v>
                </c:pt>
                <c:pt idx="67">
                  <c:v>0.54610000000000003</c:v>
                </c:pt>
                <c:pt idx="68">
                  <c:v>0.51370000000000005</c:v>
                </c:pt>
                <c:pt idx="69">
                  <c:v>0.49349999999999999</c:v>
                </c:pt>
                <c:pt idx="70">
                  <c:v>0.54120000000000001</c:v>
                </c:pt>
                <c:pt idx="71">
                  <c:v>0.61780000000000002</c:v>
                </c:pt>
                <c:pt idx="72">
                  <c:v>0.64270000000000005</c:v>
                </c:pt>
                <c:pt idx="73">
                  <c:v>0.67959999999999998</c:v>
                </c:pt>
                <c:pt idx="74">
                  <c:v>0.6633</c:v>
                </c:pt>
                <c:pt idx="75">
                  <c:v>0.67700000000000005</c:v>
                </c:pt>
                <c:pt idx="76">
                  <c:v>0.65390000000000004</c:v>
                </c:pt>
                <c:pt idx="77">
                  <c:v>0.72809999999999997</c:v>
                </c:pt>
                <c:pt idx="78">
                  <c:v>0.7984</c:v>
                </c:pt>
                <c:pt idx="79">
                  <c:v>0.75280000000000002</c:v>
                </c:pt>
                <c:pt idx="80">
                  <c:v>0.82389999999999997</c:v>
                </c:pt>
                <c:pt idx="81">
                  <c:v>0.87290000000000001</c:v>
                </c:pt>
                <c:pt idx="82">
                  <c:v>0.88859999999999995</c:v>
                </c:pt>
                <c:pt idx="83">
                  <c:v>1.0233000000000001</c:v>
                </c:pt>
                <c:pt idx="84">
                  <c:v>0.91139999999999999</c:v>
                </c:pt>
                <c:pt idx="85">
                  <c:v>0.86080000000000001</c:v>
                </c:pt>
                <c:pt idx="86">
                  <c:v>0.87029999999999996</c:v>
                </c:pt>
                <c:pt idx="87">
                  <c:v>0.83760000000000001</c:v>
                </c:pt>
                <c:pt idx="88">
                  <c:v>0.90410000000000001</c:v>
                </c:pt>
                <c:pt idx="89">
                  <c:v>0.95199999999999996</c:v>
                </c:pt>
                <c:pt idx="90">
                  <c:v>0.94499999999999995</c:v>
                </c:pt>
                <c:pt idx="91">
                  <c:v>0.93430000000000002</c:v>
                </c:pt>
                <c:pt idx="92">
                  <c:v>0.79949999999999999</c:v>
                </c:pt>
                <c:pt idx="93">
                  <c:v>0.90480000000000005</c:v>
                </c:pt>
                <c:pt idx="94">
                  <c:v>0.82179999999999997</c:v>
                </c:pt>
                <c:pt idx="95">
                  <c:v>0.79690000000000005</c:v>
                </c:pt>
                <c:pt idx="96">
                  <c:v>0.84940000000000004</c:v>
                </c:pt>
                <c:pt idx="97">
                  <c:v>0.71509999999999996</c:v>
                </c:pt>
                <c:pt idx="98">
                  <c:v>0.73070000000000002</c:v>
                </c:pt>
                <c:pt idx="99">
                  <c:v>0.75229999999999997</c:v>
                </c:pt>
                <c:pt idx="100">
                  <c:v>0.79159999999999997</c:v>
                </c:pt>
                <c:pt idx="101">
                  <c:v>0.83189999999999997</c:v>
                </c:pt>
                <c:pt idx="102">
                  <c:v>0.78180000000000005</c:v>
                </c:pt>
                <c:pt idx="103">
                  <c:v>0.79790000000000005</c:v>
                </c:pt>
                <c:pt idx="104">
                  <c:v>0.85450000000000004</c:v>
                </c:pt>
                <c:pt idx="105">
                  <c:v>0.85440000000000005</c:v>
                </c:pt>
                <c:pt idx="106">
                  <c:v>0.84289999999999998</c:v>
                </c:pt>
                <c:pt idx="107">
                  <c:v>0.87519999999999998</c:v>
                </c:pt>
                <c:pt idx="108">
                  <c:v>0.94159999999999999</c:v>
                </c:pt>
                <c:pt idx="109">
                  <c:v>0.91339999999999999</c:v>
                </c:pt>
                <c:pt idx="110">
                  <c:v>0.94530000000000003</c:v>
                </c:pt>
                <c:pt idx="111">
                  <c:v>0.90259999999999996</c:v>
                </c:pt>
                <c:pt idx="112">
                  <c:v>0.92689999999999995</c:v>
                </c:pt>
                <c:pt idx="113">
                  <c:v>0.8619</c:v>
                </c:pt>
                <c:pt idx="114">
                  <c:v>0.80379999999999996</c:v>
                </c:pt>
                <c:pt idx="115">
                  <c:v>0.88429999999999997</c:v>
                </c:pt>
                <c:pt idx="116">
                  <c:v>0.88339999999999996</c:v>
                </c:pt>
                <c:pt idx="117">
                  <c:v>0.86350000000000005</c:v>
                </c:pt>
                <c:pt idx="118">
                  <c:v>0.95650000000000002</c:v>
                </c:pt>
                <c:pt idx="119">
                  <c:v>0.97209999999999996</c:v>
                </c:pt>
                <c:pt idx="120">
                  <c:v>0.97529999999999994</c:v>
                </c:pt>
                <c:pt idx="121">
                  <c:v>1.0462</c:v>
                </c:pt>
                <c:pt idx="122">
                  <c:v>1.1380999999999999</c:v>
                </c:pt>
                <c:pt idx="123">
                  <c:v>1.1600999999999999</c:v>
                </c:pt>
                <c:pt idx="124">
                  <c:v>1.2806999999999999</c:v>
                </c:pt>
                <c:pt idx="125">
                  <c:v>1.3978999999999999</c:v>
                </c:pt>
                <c:pt idx="126">
                  <c:v>1.4564999999999999</c:v>
                </c:pt>
                <c:pt idx="127">
                  <c:v>1.5021</c:v>
                </c:pt>
                <c:pt idx="128">
                  <c:v>1.5062</c:v>
                </c:pt>
                <c:pt idx="129">
                  <c:v>1.4881</c:v>
                </c:pt>
                <c:pt idx="130">
                  <c:v>1.4946999999999999</c:v>
                </c:pt>
                <c:pt idx="131">
                  <c:v>1.4656</c:v>
                </c:pt>
                <c:pt idx="132">
                  <c:v>1.4964999999999999</c:v>
                </c:pt>
                <c:pt idx="133">
                  <c:v>1.5403</c:v>
                </c:pt>
                <c:pt idx="134">
                  <c:v>1.5963000000000001</c:v>
                </c:pt>
                <c:pt idx="135">
                  <c:v>1.6134999999999999</c:v>
                </c:pt>
                <c:pt idx="136">
                  <c:v>1.5417000000000001</c:v>
                </c:pt>
                <c:pt idx="137">
                  <c:v>1.5742</c:v>
                </c:pt>
                <c:pt idx="138">
                  <c:v>1.6244000000000001</c:v>
                </c:pt>
                <c:pt idx="139">
                  <c:v>1.6435</c:v>
                </c:pt>
                <c:pt idx="140">
                  <c:v>1.5901000000000001</c:v>
                </c:pt>
                <c:pt idx="141">
                  <c:v>1.7657</c:v>
                </c:pt>
                <c:pt idx="142">
                  <c:v>1.8617999999999999</c:v>
                </c:pt>
                <c:pt idx="143">
                  <c:v>1.8808</c:v>
                </c:pt>
                <c:pt idx="144">
                  <c:v>1.9593</c:v>
                </c:pt>
                <c:pt idx="145">
                  <c:v>1.7376</c:v>
                </c:pt>
                <c:pt idx="146">
                  <c:v>2.0202</c:v>
                </c:pt>
                <c:pt idx="147">
                  <c:v>2.0230000000000001</c:v>
                </c:pt>
                <c:pt idx="148">
                  <c:v>1.8380000000000001</c:v>
                </c:pt>
                <c:pt idx="149">
                  <c:v>1.8267</c:v>
                </c:pt>
                <c:pt idx="150">
                  <c:v>1.9771000000000001</c:v>
                </c:pt>
                <c:pt idx="151">
                  <c:v>1.9532</c:v>
                </c:pt>
                <c:pt idx="152">
                  <c:v>1.9440999999999999</c:v>
                </c:pt>
                <c:pt idx="153">
                  <c:v>2.0867</c:v>
                </c:pt>
                <c:pt idx="154">
                  <c:v>2.0952999999999999</c:v>
                </c:pt>
                <c:pt idx="155">
                  <c:v>2.1951000000000001</c:v>
                </c:pt>
                <c:pt idx="156">
                  <c:v>2.2942</c:v>
                </c:pt>
                <c:pt idx="157">
                  <c:v>2.3228</c:v>
                </c:pt>
                <c:pt idx="158">
                  <c:v>2.4773999999999998</c:v>
                </c:pt>
                <c:pt idx="159">
                  <c:v>2.5303</c:v>
                </c:pt>
                <c:pt idx="160">
                  <c:v>2.7966000000000002</c:v>
                </c:pt>
                <c:pt idx="161">
                  <c:v>2.7179000000000002</c:v>
                </c:pt>
                <c:pt idx="162">
                  <c:v>2.3203999999999998</c:v>
                </c:pt>
                <c:pt idx="163">
                  <c:v>1.9663999999999999</c:v>
                </c:pt>
                <c:pt idx="164">
                  <c:v>2.2942</c:v>
                </c:pt>
                <c:pt idx="165">
                  <c:v>2.2351999999999999</c:v>
                </c:pt>
                <c:pt idx="166">
                  <c:v>1.9548000000000001</c:v>
                </c:pt>
                <c:pt idx="167">
                  <c:v>2.2576999999999998</c:v>
                </c:pt>
                <c:pt idx="168">
                  <c:v>2.3054000000000001</c:v>
                </c:pt>
                <c:pt idx="169">
                  <c:v>2.2439</c:v>
                </c:pt>
                <c:pt idx="170">
                  <c:v>2.1709999999999998</c:v>
                </c:pt>
                <c:pt idx="171">
                  <c:v>2.3273999999999999</c:v>
                </c:pt>
                <c:pt idx="172">
                  <c:v>2.3664999999999998</c:v>
                </c:pt>
                <c:pt idx="173">
                  <c:v>2.6423999999999999</c:v>
                </c:pt>
                <c:pt idx="174">
                  <c:v>2.4984000000000002</c:v>
                </c:pt>
                <c:pt idx="175">
                  <c:v>2.4784000000000002</c:v>
                </c:pt>
                <c:pt idx="176">
                  <c:v>2.2364000000000002</c:v>
                </c:pt>
                <c:pt idx="177">
                  <c:v>2.3578000000000001</c:v>
                </c:pt>
                <c:pt idx="178">
                  <c:v>2.367</c:v>
                </c:pt>
                <c:pt idx="179">
                  <c:v>2.1827999999999999</c:v>
                </c:pt>
                <c:pt idx="180">
                  <c:v>2.1604999999999999</c:v>
                </c:pt>
                <c:pt idx="181">
                  <c:v>2.0466000000000002</c:v>
                </c:pt>
                <c:pt idx="182">
                  <c:v>1.8528</c:v>
                </c:pt>
                <c:pt idx="183">
                  <c:v>2.1959</c:v>
                </c:pt>
                <c:pt idx="184">
                  <c:v>1.9887999999999999</c:v>
                </c:pt>
                <c:pt idx="185">
                  <c:v>2.137</c:v>
                </c:pt>
                <c:pt idx="186">
                  <c:v>2.2130000000000001</c:v>
                </c:pt>
                <c:pt idx="187">
                  <c:v>2.2957000000000001</c:v>
                </c:pt>
                <c:pt idx="188">
                  <c:v>2.6234999999999999</c:v>
                </c:pt>
                <c:pt idx="189">
                  <c:v>2.5062000000000002</c:v>
                </c:pt>
                <c:pt idx="190">
                  <c:v>2.5743</c:v>
                </c:pt>
                <c:pt idx="191">
                  <c:v>2.5535999999999999</c:v>
                </c:pt>
                <c:pt idx="192">
                  <c:v>2.7098</c:v>
                </c:pt>
                <c:pt idx="193">
                  <c:v>2.8058000000000001</c:v>
                </c:pt>
                <c:pt idx="194">
                  <c:v>2.8961999999999999</c:v>
                </c:pt>
                <c:pt idx="195">
                  <c:v>2.8372000000000002</c:v>
                </c:pt>
                <c:pt idx="196">
                  <c:v>2.8885000000000001</c:v>
                </c:pt>
                <c:pt idx="197">
                  <c:v>3.0259999999999998</c:v>
                </c:pt>
                <c:pt idx="198">
                  <c:v>3.0106000000000002</c:v>
                </c:pt>
                <c:pt idx="199">
                  <c:v>3.0783999999999998</c:v>
                </c:pt>
                <c:pt idx="200">
                  <c:v>3.028</c:v>
                </c:pt>
                <c:pt idx="201">
                  <c:v>3.1892999999999998</c:v>
                </c:pt>
                <c:pt idx="202">
                  <c:v>3.1789000000000001</c:v>
                </c:pt>
                <c:pt idx="203">
                  <c:v>3.2052999999999998</c:v>
                </c:pt>
                <c:pt idx="204">
                  <c:v>3.1427</c:v>
                </c:pt>
                <c:pt idx="205">
                  <c:v>3.5148000000000001</c:v>
                </c:pt>
                <c:pt idx="206">
                  <c:v>4.0803000000000003</c:v>
                </c:pt>
                <c:pt idx="207">
                  <c:v>4.2168999999999999</c:v>
                </c:pt>
                <c:pt idx="208">
                  <c:v>4.2385999999999999</c:v>
                </c:pt>
                <c:pt idx="209">
                  <c:v>4.7058</c:v>
                </c:pt>
                <c:pt idx="210">
                  <c:v>4.5724999999999998</c:v>
                </c:pt>
                <c:pt idx="211">
                  <c:v>4.8365999999999998</c:v>
                </c:pt>
                <c:pt idx="212">
                  <c:v>4.9509999999999996</c:v>
                </c:pt>
                <c:pt idx="213">
                  <c:v>4.4665999999999997</c:v>
                </c:pt>
                <c:pt idx="214">
                  <c:v>4.6043000000000003</c:v>
                </c:pt>
                <c:pt idx="215">
                  <c:v>4.4047000000000001</c:v>
                </c:pt>
                <c:pt idx="216">
                  <c:v>4.4097</c:v>
                </c:pt>
                <c:pt idx="217">
                  <c:v>4.9421999999999997</c:v>
                </c:pt>
                <c:pt idx="218">
                  <c:v>4.8742999999999999</c:v>
                </c:pt>
                <c:pt idx="219">
                  <c:v>5.1074999999999999</c:v>
                </c:pt>
                <c:pt idx="220">
                  <c:v>5.4734999999999996</c:v>
                </c:pt>
                <c:pt idx="221">
                  <c:v>5.4607999999999999</c:v>
                </c:pt>
                <c:pt idx="222">
                  <c:v>5.7115999999999998</c:v>
                </c:pt>
                <c:pt idx="223">
                  <c:v>6.0936000000000003</c:v>
                </c:pt>
                <c:pt idx="224">
                  <c:v>6.2058999999999997</c:v>
                </c:pt>
                <c:pt idx="225">
                  <c:v>6.0213000000000001</c:v>
                </c:pt>
                <c:pt idx="226">
                  <c:v>5.4482999999999997</c:v>
                </c:pt>
                <c:pt idx="227">
                  <c:v>4.8723000000000001</c:v>
                </c:pt>
                <c:pt idx="228">
                  <c:v>5.6026999999999996</c:v>
                </c:pt>
                <c:pt idx="229">
                  <c:v>5.1539000000000001</c:v>
                </c:pt>
                <c:pt idx="230">
                  <c:v>5.1978999999999997</c:v>
                </c:pt>
                <c:pt idx="231">
                  <c:v>5.5137999999999998</c:v>
                </c:pt>
                <c:pt idx="232">
                  <c:v>5.8692000000000002</c:v>
                </c:pt>
                <c:pt idx="233">
                  <c:v>6.0715000000000003</c:v>
                </c:pt>
                <c:pt idx="234">
                  <c:v>6.3139000000000003</c:v>
                </c:pt>
                <c:pt idx="235">
                  <c:v>6.7206999999999999</c:v>
                </c:pt>
                <c:pt idx="236">
                  <c:v>6.7436999999999996</c:v>
                </c:pt>
                <c:pt idx="237">
                  <c:v>6.9554</c:v>
                </c:pt>
                <c:pt idx="238">
                  <c:v>5.9699</c:v>
                </c:pt>
                <c:pt idx="239">
                  <c:v>6.3468999999999998</c:v>
                </c:pt>
                <c:pt idx="240">
                  <c:v>7.0209000000000001</c:v>
                </c:pt>
                <c:pt idx="241">
                  <c:v>6.4729000000000001</c:v>
                </c:pt>
                <c:pt idx="242">
                  <c:v>6.2283999999999997</c:v>
                </c:pt>
                <c:pt idx="243">
                  <c:v>6.3817000000000004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0E-4D92-BD9C-D5E1B4F5C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변동성전략 펀드 · 우축</c:v>
                </c:pt>
              </c:strCache>
            </c:strRef>
          </c:tx>
          <c:spPr>
            <a:ln w="2540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Sheet1!$A$2:$A$245</c:f>
              <c:strCache>
                <c:ptCount val="244"/>
                <c:pt idx="0">
                  <c:v>2025-07</c:v>
                </c:pt>
                <c:pt idx="43">
                  <c:v>2025-09</c:v>
                </c:pt>
                <c:pt idx="83">
                  <c:v>2025-11</c:v>
                </c:pt>
                <c:pt idx="124">
                  <c:v>2026-01</c:v>
                </c:pt>
                <c:pt idx="162">
                  <c:v>2026-03</c:v>
                </c:pt>
                <c:pt idx="205">
                  <c:v>2026-05</c:v>
                </c:pt>
              </c:strCache>
            </c:strRef>
          </c:cat>
          <c:val>
            <c:numRef>
              <c:f>Sheet1!$C$2:$C$245</c:f>
              <c:numCache>
                <c:formatCode>General</c:formatCode>
                <c:ptCount val="244"/>
                <c:pt idx="0">
                  <c:v>-2.0000000000000001E-4</c:v>
                </c:pt>
                <c:pt idx="1">
                  <c:v>-3.2000000000000002E-3</c:v>
                </c:pt>
                <c:pt idx="2">
                  <c:v>7.4999999999999997E-3</c:v>
                </c:pt>
                <c:pt idx="3">
                  <c:v>-5.9999999999999995E-4</c:v>
                </c:pt>
                <c:pt idx="4">
                  <c:v>-6.0000000000000001E-3</c:v>
                </c:pt>
                <c:pt idx="5">
                  <c:v>2.5000000000000001E-3</c:v>
                </c:pt>
                <c:pt idx="6">
                  <c:v>-2.2000000000000001E-3</c:v>
                </c:pt>
                <c:pt idx="7">
                  <c:v>1.3599999999999999E-2</c:v>
                </c:pt>
                <c:pt idx="8">
                  <c:v>1.7399999999999999E-2</c:v>
                </c:pt>
                <c:pt idx="9">
                  <c:v>2.1100000000000001E-2</c:v>
                </c:pt>
                <c:pt idx="10">
                  <c:v>2.4E-2</c:v>
                </c:pt>
                <c:pt idx="11">
                  <c:v>2.5399999999999999E-2</c:v>
                </c:pt>
                <c:pt idx="12">
                  <c:v>1.34E-2</c:v>
                </c:pt>
                <c:pt idx="13">
                  <c:v>1.43E-2</c:v>
                </c:pt>
                <c:pt idx="14">
                  <c:v>1.9400000000000001E-2</c:v>
                </c:pt>
                <c:pt idx="15">
                  <c:v>1.06E-2</c:v>
                </c:pt>
                <c:pt idx="16">
                  <c:v>1.24E-2</c:v>
                </c:pt>
                <c:pt idx="17">
                  <c:v>1.14E-2</c:v>
                </c:pt>
                <c:pt idx="18">
                  <c:v>8.0000000000000002E-3</c:v>
                </c:pt>
                <c:pt idx="19">
                  <c:v>2.0199999999999999E-2</c:v>
                </c:pt>
                <c:pt idx="20">
                  <c:v>2.12E-2</c:v>
                </c:pt>
                <c:pt idx="21">
                  <c:v>2.8000000000000001E-2</c:v>
                </c:pt>
                <c:pt idx="22">
                  <c:v>3.2199999999999999E-2</c:v>
                </c:pt>
                <c:pt idx="23">
                  <c:v>1.4500000000000001E-2</c:v>
                </c:pt>
                <c:pt idx="24">
                  <c:v>1.7100000000000001E-2</c:v>
                </c:pt>
                <c:pt idx="25">
                  <c:v>2.23E-2</c:v>
                </c:pt>
                <c:pt idx="26">
                  <c:v>1.49E-2</c:v>
                </c:pt>
                <c:pt idx="27">
                  <c:v>2.3400000000000001E-2</c:v>
                </c:pt>
                <c:pt idx="28">
                  <c:v>2.2800000000000001E-2</c:v>
                </c:pt>
                <c:pt idx="29">
                  <c:v>2.9100000000000001E-2</c:v>
                </c:pt>
                <c:pt idx="30">
                  <c:v>3.09E-2</c:v>
                </c:pt>
                <c:pt idx="31">
                  <c:v>3.9800000000000002E-2</c:v>
                </c:pt>
                <c:pt idx="32">
                  <c:v>3.8100000000000002E-2</c:v>
                </c:pt>
                <c:pt idx="33">
                  <c:v>2.7900000000000001E-2</c:v>
                </c:pt>
                <c:pt idx="34">
                  <c:v>2.4400000000000002E-2</c:v>
                </c:pt>
                <c:pt idx="35">
                  <c:v>1.9800000000000002E-2</c:v>
                </c:pt>
                <c:pt idx="36">
                  <c:v>1.0999999999999999E-2</c:v>
                </c:pt>
                <c:pt idx="37">
                  <c:v>1.9300000000000001E-2</c:v>
                </c:pt>
                <c:pt idx="38">
                  <c:v>2.7E-2</c:v>
                </c:pt>
                <c:pt idx="39">
                  <c:v>2.5100000000000001E-2</c:v>
                </c:pt>
                <c:pt idx="40">
                  <c:v>2.4799999999999999E-2</c:v>
                </c:pt>
                <c:pt idx="41">
                  <c:v>2.86E-2</c:v>
                </c:pt>
                <c:pt idx="42">
                  <c:v>2.93E-2</c:v>
                </c:pt>
                <c:pt idx="43">
                  <c:v>1.2999999999999999E-2</c:v>
                </c:pt>
                <c:pt idx="44">
                  <c:v>2.23E-2</c:v>
                </c:pt>
                <c:pt idx="45">
                  <c:v>2.6200000000000001E-2</c:v>
                </c:pt>
                <c:pt idx="46">
                  <c:v>2.9499999999999998E-2</c:v>
                </c:pt>
                <c:pt idx="47">
                  <c:v>3.39E-2</c:v>
                </c:pt>
                <c:pt idx="48">
                  <c:v>3.8199999999999998E-2</c:v>
                </c:pt>
                <c:pt idx="49">
                  <c:v>4.9599999999999998E-2</c:v>
                </c:pt>
                <c:pt idx="50">
                  <c:v>6.1600000000000002E-2</c:v>
                </c:pt>
                <c:pt idx="51">
                  <c:v>6.4699999999999994E-2</c:v>
                </c:pt>
                <c:pt idx="52">
                  <c:v>7.8399999999999997E-2</c:v>
                </c:pt>
                <c:pt idx="53">
                  <c:v>8.09E-2</c:v>
                </c:pt>
                <c:pt idx="54">
                  <c:v>9.0499999999999997E-2</c:v>
                </c:pt>
                <c:pt idx="55">
                  <c:v>8.5400000000000004E-2</c:v>
                </c:pt>
                <c:pt idx="56">
                  <c:v>9.4100000000000003E-2</c:v>
                </c:pt>
                <c:pt idx="57">
                  <c:v>9.3299999999999994E-2</c:v>
                </c:pt>
                <c:pt idx="58">
                  <c:v>9.6600000000000005E-2</c:v>
                </c:pt>
                <c:pt idx="59">
                  <c:v>9.9699999999999997E-2</c:v>
                </c:pt>
                <c:pt idx="60">
                  <c:v>9.9599999999999994E-2</c:v>
                </c:pt>
                <c:pt idx="61">
                  <c:v>0.1</c:v>
                </c:pt>
                <c:pt idx="62">
                  <c:v>9.4200000000000006E-2</c:v>
                </c:pt>
                <c:pt idx="63">
                  <c:v>9.8299999999999998E-2</c:v>
                </c:pt>
                <c:pt idx="64">
                  <c:v>9.7699999999999995E-2</c:v>
                </c:pt>
                <c:pt idx="65">
                  <c:v>0.1023</c:v>
                </c:pt>
                <c:pt idx="66">
                  <c:v>0.111</c:v>
                </c:pt>
                <c:pt idx="67">
                  <c:v>0.11890000000000001</c:v>
                </c:pt>
                <c:pt idx="68">
                  <c:v>0.1164</c:v>
                </c:pt>
                <c:pt idx="69">
                  <c:v>0.1149</c:v>
                </c:pt>
                <c:pt idx="70">
                  <c:v>0.1186</c:v>
                </c:pt>
                <c:pt idx="71">
                  <c:v>0.1244</c:v>
                </c:pt>
                <c:pt idx="72">
                  <c:v>0.12620000000000001</c:v>
                </c:pt>
                <c:pt idx="73">
                  <c:v>0.1288</c:v>
                </c:pt>
                <c:pt idx="74">
                  <c:v>0.12759999999999999</c:v>
                </c:pt>
                <c:pt idx="75">
                  <c:v>0.12859999999999999</c:v>
                </c:pt>
                <c:pt idx="76">
                  <c:v>0.127</c:v>
                </c:pt>
                <c:pt idx="77">
                  <c:v>0.13220000000000001</c:v>
                </c:pt>
                <c:pt idx="78">
                  <c:v>0.1371</c:v>
                </c:pt>
                <c:pt idx="79">
                  <c:v>0.13389999999999999</c:v>
                </c:pt>
                <c:pt idx="80">
                  <c:v>0.13880000000000001</c:v>
                </c:pt>
                <c:pt idx="81">
                  <c:v>0.1419</c:v>
                </c:pt>
                <c:pt idx="82">
                  <c:v>0.1429</c:v>
                </c:pt>
                <c:pt idx="83">
                  <c:v>0.15129999999999999</c:v>
                </c:pt>
                <c:pt idx="84">
                  <c:v>0.15110000000000001</c:v>
                </c:pt>
                <c:pt idx="85">
                  <c:v>0.13919999999999999</c:v>
                </c:pt>
                <c:pt idx="86">
                  <c:v>0.1416</c:v>
                </c:pt>
                <c:pt idx="87">
                  <c:v>0.13339999999999999</c:v>
                </c:pt>
                <c:pt idx="88">
                  <c:v>0.15040000000000001</c:v>
                </c:pt>
                <c:pt idx="89">
                  <c:v>0.16159999999999999</c:v>
                </c:pt>
                <c:pt idx="90">
                  <c:v>0.16</c:v>
                </c:pt>
                <c:pt idx="91">
                  <c:v>0.15759999999999999</c:v>
                </c:pt>
                <c:pt idx="92">
                  <c:v>0.12720000000000001</c:v>
                </c:pt>
                <c:pt idx="93">
                  <c:v>0.1552</c:v>
                </c:pt>
                <c:pt idx="94">
                  <c:v>0.1358</c:v>
                </c:pt>
                <c:pt idx="95">
                  <c:v>0.1293</c:v>
                </c:pt>
                <c:pt idx="96">
                  <c:v>0.14330000000000001</c:v>
                </c:pt>
                <c:pt idx="97">
                  <c:v>0.1096</c:v>
                </c:pt>
                <c:pt idx="98">
                  <c:v>0.11409999999999999</c:v>
                </c:pt>
                <c:pt idx="99">
                  <c:v>0.1203</c:v>
                </c:pt>
                <c:pt idx="100">
                  <c:v>0.1313</c:v>
                </c:pt>
                <c:pt idx="101">
                  <c:v>0.1419</c:v>
                </c:pt>
                <c:pt idx="102">
                  <c:v>0.12920000000000001</c:v>
                </c:pt>
                <c:pt idx="103">
                  <c:v>0.13350000000000001</c:v>
                </c:pt>
                <c:pt idx="104">
                  <c:v>0.14860000000000001</c:v>
                </c:pt>
                <c:pt idx="105">
                  <c:v>0.14849999999999999</c:v>
                </c:pt>
                <c:pt idx="106">
                  <c:v>0.1457</c:v>
                </c:pt>
                <c:pt idx="107">
                  <c:v>0.15359999999999999</c:v>
                </c:pt>
                <c:pt idx="108">
                  <c:v>0.16950000000000001</c:v>
                </c:pt>
                <c:pt idx="109">
                  <c:v>0.16320000000000001</c:v>
                </c:pt>
                <c:pt idx="110">
                  <c:v>0.17050000000000001</c:v>
                </c:pt>
                <c:pt idx="111">
                  <c:v>0.161</c:v>
                </c:pt>
                <c:pt idx="112">
                  <c:v>0.1666</c:v>
                </c:pt>
                <c:pt idx="113">
                  <c:v>0.15190000000000001</c:v>
                </c:pt>
                <c:pt idx="114">
                  <c:v>0.13750000000000001</c:v>
                </c:pt>
                <c:pt idx="115">
                  <c:v>0.1588</c:v>
                </c:pt>
                <c:pt idx="116">
                  <c:v>0.1585</c:v>
                </c:pt>
                <c:pt idx="117">
                  <c:v>0.1537</c:v>
                </c:pt>
                <c:pt idx="118">
                  <c:v>0.17649999999999999</c:v>
                </c:pt>
                <c:pt idx="119">
                  <c:v>0.1799</c:v>
                </c:pt>
                <c:pt idx="120">
                  <c:v>0.18060000000000001</c:v>
                </c:pt>
                <c:pt idx="121">
                  <c:v>0.1958</c:v>
                </c:pt>
                <c:pt idx="122">
                  <c:v>0.21340000000000001</c:v>
                </c:pt>
                <c:pt idx="123">
                  <c:v>0.21709999999999999</c:v>
                </c:pt>
                <c:pt idx="124">
                  <c:v>0.23680000000000001</c:v>
                </c:pt>
                <c:pt idx="125">
                  <c:v>0.25290000000000001</c:v>
                </c:pt>
                <c:pt idx="126">
                  <c:v>0.25979999999999998</c:v>
                </c:pt>
                <c:pt idx="127">
                  <c:v>0.2646</c:v>
                </c:pt>
                <c:pt idx="128">
                  <c:v>0.26500000000000001</c:v>
                </c:pt>
                <c:pt idx="129">
                  <c:v>0.26319999999999999</c:v>
                </c:pt>
                <c:pt idx="130">
                  <c:v>0.26379999999999998</c:v>
                </c:pt>
                <c:pt idx="131">
                  <c:v>0.26100000000000001</c:v>
                </c:pt>
                <c:pt idx="132">
                  <c:v>0.26400000000000001</c:v>
                </c:pt>
                <c:pt idx="133">
                  <c:v>0.26829999999999998</c:v>
                </c:pt>
                <c:pt idx="134">
                  <c:v>0.27329999999999999</c:v>
                </c:pt>
                <c:pt idx="135">
                  <c:v>0.2747</c:v>
                </c:pt>
                <c:pt idx="136">
                  <c:v>0.26879999999999998</c:v>
                </c:pt>
                <c:pt idx="137">
                  <c:v>0.2717</c:v>
                </c:pt>
                <c:pt idx="138">
                  <c:v>0.27589999999999998</c:v>
                </c:pt>
                <c:pt idx="139">
                  <c:v>0.27739999999999998</c:v>
                </c:pt>
                <c:pt idx="140">
                  <c:v>0.2732</c:v>
                </c:pt>
                <c:pt idx="141">
                  <c:v>0.28670000000000001</c:v>
                </c:pt>
                <c:pt idx="142">
                  <c:v>0.29260000000000003</c:v>
                </c:pt>
                <c:pt idx="143">
                  <c:v>0.29360000000000003</c:v>
                </c:pt>
                <c:pt idx="144">
                  <c:v>0.2974</c:v>
                </c:pt>
                <c:pt idx="145">
                  <c:v>0.28839999999999999</c:v>
                </c:pt>
                <c:pt idx="146">
                  <c:v>0.30630000000000002</c:v>
                </c:pt>
                <c:pt idx="147">
                  <c:v>0.30609999999999998</c:v>
                </c:pt>
                <c:pt idx="148">
                  <c:v>0.27989999999999998</c:v>
                </c:pt>
                <c:pt idx="149">
                  <c:v>0.27800000000000002</c:v>
                </c:pt>
                <c:pt idx="150">
                  <c:v>0.30230000000000001</c:v>
                </c:pt>
                <c:pt idx="151">
                  <c:v>0.29880000000000001</c:v>
                </c:pt>
                <c:pt idx="152">
                  <c:v>0.2974</c:v>
                </c:pt>
                <c:pt idx="153">
                  <c:v>0.31890000000000002</c:v>
                </c:pt>
                <c:pt idx="154">
                  <c:v>0.32</c:v>
                </c:pt>
                <c:pt idx="155">
                  <c:v>0.33339999999999997</c:v>
                </c:pt>
                <c:pt idx="156">
                  <c:v>0.34560000000000002</c:v>
                </c:pt>
                <c:pt idx="157">
                  <c:v>0.3488</c:v>
                </c:pt>
                <c:pt idx="158">
                  <c:v>0.36630000000000001</c:v>
                </c:pt>
                <c:pt idx="159">
                  <c:v>0.37140000000000001</c:v>
                </c:pt>
                <c:pt idx="160">
                  <c:v>0.39579999999999999</c:v>
                </c:pt>
                <c:pt idx="161">
                  <c:v>0.39</c:v>
                </c:pt>
                <c:pt idx="162">
                  <c:v>0.35870000000000002</c:v>
                </c:pt>
                <c:pt idx="163">
                  <c:v>0.31890000000000002</c:v>
                </c:pt>
                <c:pt idx="164">
                  <c:v>0.36649999999999999</c:v>
                </c:pt>
                <c:pt idx="165">
                  <c:v>0.35970000000000002</c:v>
                </c:pt>
                <c:pt idx="166">
                  <c:v>0.3261</c:v>
                </c:pt>
                <c:pt idx="167">
                  <c:v>0.37090000000000001</c:v>
                </c:pt>
                <c:pt idx="168">
                  <c:v>0.3765</c:v>
                </c:pt>
                <c:pt idx="169">
                  <c:v>0.36940000000000001</c:v>
                </c:pt>
                <c:pt idx="170">
                  <c:v>0.36070000000000002</c:v>
                </c:pt>
                <c:pt idx="171">
                  <c:v>0.38040000000000002</c:v>
                </c:pt>
                <c:pt idx="172">
                  <c:v>0.38479999999999998</c:v>
                </c:pt>
                <c:pt idx="173">
                  <c:v>0.41470000000000001</c:v>
                </c:pt>
                <c:pt idx="174">
                  <c:v>0.40200000000000002</c:v>
                </c:pt>
                <c:pt idx="175">
                  <c:v>0.4</c:v>
                </c:pt>
                <c:pt idx="176">
                  <c:v>0.37590000000000001</c:v>
                </c:pt>
                <c:pt idx="177">
                  <c:v>0.3906</c:v>
                </c:pt>
                <c:pt idx="178">
                  <c:v>0.3916</c:v>
                </c:pt>
                <c:pt idx="179">
                  <c:v>0.37109999999999999</c:v>
                </c:pt>
                <c:pt idx="180">
                  <c:v>0.36830000000000002</c:v>
                </c:pt>
                <c:pt idx="181">
                  <c:v>0.35370000000000001</c:v>
                </c:pt>
                <c:pt idx="182">
                  <c:v>0.32600000000000001</c:v>
                </c:pt>
                <c:pt idx="183">
                  <c:v>0.38250000000000001</c:v>
                </c:pt>
                <c:pt idx="184">
                  <c:v>0.35599999999999998</c:v>
                </c:pt>
                <c:pt idx="185">
                  <c:v>0.37809999999999999</c:v>
                </c:pt>
                <c:pt idx="186">
                  <c:v>0.38829999999999998</c:v>
                </c:pt>
                <c:pt idx="187">
                  <c:v>0.39860000000000001</c:v>
                </c:pt>
                <c:pt idx="188">
                  <c:v>0.43730000000000002</c:v>
                </c:pt>
                <c:pt idx="189">
                  <c:v>0.42649999999999999</c:v>
                </c:pt>
                <c:pt idx="190">
                  <c:v>0.43330000000000002</c:v>
                </c:pt>
                <c:pt idx="191">
                  <c:v>0.43130000000000002</c:v>
                </c:pt>
                <c:pt idx="192">
                  <c:v>0.4461</c:v>
                </c:pt>
                <c:pt idx="193">
                  <c:v>0.45419999999999999</c:v>
                </c:pt>
                <c:pt idx="194">
                  <c:v>0.46129999999999999</c:v>
                </c:pt>
                <c:pt idx="195">
                  <c:v>0.46110000000000001</c:v>
                </c:pt>
                <c:pt idx="196">
                  <c:v>0.46650000000000003</c:v>
                </c:pt>
                <c:pt idx="197">
                  <c:v>0.48070000000000002</c:v>
                </c:pt>
                <c:pt idx="198">
                  <c:v>0.47920000000000001</c:v>
                </c:pt>
                <c:pt idx="199">
                  <c:v>0.48559999999999998</c:v>
                </c:pt>
                <c:pt idx="200">
                  <c:v>0.48089999999999999</c:v>
                </c:pt>
                <c:pt idx="201">
                  <c:v>0.49619999999999997</c:v>
                </c:pt>
                <c:pt idx="202">
                  <c:v>0.49530000000000002</c:v>
                </c:pt>
                <c:pt idx="203">
                  <c:v>0.49759999999999999</c:v>
                </c:pt>
                <c:pt idx="204">
                  <c:v>0.49209999999999998</c:v>
                </c:pt>
                <c:pt idx="205">
                  <c:v>0.5252</c:v>
                </c:pt>
                <c:pt idx="206">
                  <c:v>0.5655</c:v>
                </c:pt>
                <c:pt idx="207">
                  <c:v>0.57250000000000001</c:v>
                </c:pt>
                <c:pt idx="208">
                  <c:v>0.57350000000000001</c:v>
                </c:pt>
                <c:pt idx="209">
                  <c:v>0.59540000000000004</c:v>
                </c:pt>
                <c:pt idx="210">
                  <c:v>0.5907</c:v>
                </c:pt>
                <c:pt idx="211">
                  <c:v>0.60070000000000001</c:v>
                </c:pt>
                <c:pt idx="212">
                  <c:v>0.60440000000000005</c:v>
                </c:pt>
                <c:pt idx="213">
                  <c:v>0.58960000000000001</c:v>
                </c:pt>
                <c:pt idx="214">
                  <c:v>0.59519999999999995</c:v>
                </c:pt>
                <c:pt idx="215">
                  <c:v>0.5877</c:v>
                </c:pt>
                <c:pt idx="216">
                  <c:v>0.58789999999999998</c:v>
                </c:pt>
                <c:pt idx="217">
                  <c:v>0.61019999999999996</c:v>
                </c:pt>
                <c:pt idx="218">
                  <c:v>0.60809999999999997</c:v>
                </c:pt>
                <c:pt idx="219">
                  <c:v>0.61519999999999997</c:v>
                </c:pt>
                <c:pt idx="220">
                  <c:v>0.61499999999999999</c:v>
                </c:pt>
                <c:pt idx="221">
                  <c:v>0.61419999999999997</c:v>
                </c:pt>
                <c:pt idx="222">
                  <c:v>0.62990000000000002</c:v>
                </c:pt>
                <c:pt idx="223">
                  <c:v>0.65210000000000001</c:v>
                </c:pt>
                <c:pt idx="224">
                  <c:v>0.65769999999999995</c:v>
                </c:pt>
                <c:pt idx="225">
                  <c:v>0.64859999999999995</c:v>
                </c:pt>
                <c:pt idx="226">
                  <c:v>0.61850000000000005</c:v>
                </c:pt>
                <c:pt idx="227">
                  <c:v>0.58130000000000004</c:v>
                </c:pt>
                <c:pt idx="228">
                  <c:v>0.63870000000000005</c:v>
                </c:pt>
                <c:pt idx="229">
                  <c:v>0.6109</c:v>
                </c:pt>
                <c:pt idx="230">
                  <c:v>0.61409999999999998</c:v>
                </c:pt>
                <c:pt idx="231">
                  <c:v>0.63680000000000003</c:v>
                </c:pt>
                <c:pt idx="232">
                  <c:v>0.65939999999999999</c:v>
                </c:pt>
                <c:pt idx="233">
                  <c:v>0.67079999999999995</c:v>
                </c:pt>
                <c:pt idx="234">
                  <c:v>0.6835</c:v>
                </c:pt>
                <c:pt idx="235">
                  <c:v>0.70299999999999996</c:v>
                </c:pt>
                <c:pt idx="236">
                  <c:v>0.70389999999999997</c:v>
                </c:pt>
                <c:pt idx="237">
                  <c:v>0.7127</c:v>
                </c:pt>
                <c:pt idx="238">
                  <c:v>0.67469999999999997</c:v>
                </c:pt>
                <c:pt idx="239">
                  <c:v>0.69540000000000002</c:v>
                </c:pt>
                <c:pt idx="240">
                  <c:v>0.72770000000000001</c:v>
                </c:pt>
                <c:pt idx="241">
                  <c:v>0.70689999999999997</c:v>
                </c:pt>
                <c:pt idx="242">
                  <c:v>0.69550000000000001</c:v>
                </c:pt>
                <c:pt idx="243">
                  <c:v>0.70320000000000005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D0E-4D92-BD9C-D5E1B4F5C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0000001"/>
        <c:axId val="500000002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9525">
            <a:solidFill>
              <a:srgbClr val="C9CDD1"/>
            </a:solidFill>
          </a:ln>
        </c:spPr>
        <c:txPr>
          <a:bodyPr rot="0" vert="horz" wrap="none" anchor="ctr" anchorCtr="1"/>
          <a:lstStyle/>
          <a:p>
            <a:pPr>
              <a:defRPr sz="85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7.5"/>
          <c:min val="-0.5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  <c:valAx>
        <c:axId val="500000002"/>
        <c:scaling>
          <c:orientation val="minMax"/>
          <c:max val="1.2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500000001"/>
        <c:crosses val="max"/>
        <c:crossBetween val="between"/>
      </c:valAx>
      <c:catAx>
        <c:axId val="500000001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one"/>
        <c:crossAx val="500000002"/>
        <c:crosses val="autoZero"/>
        <c:auto val="1"/>
        <c:lblAlgn val="ctr"/>
        <c:lblOffset val="100"/>
        <c:noMultiLvlLbl val="1"/>
      </c:cat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편입비(우축)</c:v>
                </c:pt>
              </c:strCache>
            </c:strRef>
          </c:tx>
          <c:spPr>
            <a:solidFill>
              <a:srgbClr val="F6C17C"/>
            </a:solidFill>
            <a:ln>
              <a:noFill/>
            </a:ln>
          </c:spPr>
          <c:invertIfNegative val="1"/>
          <c:cat>
            <c:strRef>
              <c:f>Sheet1!$A$2:$A$104</c:f>
              <c:strCache>
                <c:ptCount val="103"/>
                <c:pt idx="0">
                  <c:v>2024-07</c:v>
                </c:pt>
                <c:pt idx="23">
                  <c:v>2024-08</c:v>
                </c:pt>
                <c:pt idx="44">
                  <c:v>2024-09</c:v>
                </c:pt>
                <c:pt idx="62">
                  <c:v>2024-10</c:v>
                </c:pt>
                <c:pt idx="82">
                  <c:v>2024-11</c:v>
                </c:pt>
              </c:strCache>
            </c:strRef>
          </c:cat>
          <c:val>
            <c:numRef>
              <c:f>Sheet1!$D$2:$D$104</c:f>
              <c:numCache>
                <c:formatCode>General</c:formatCode>
                <c:ptCount val="103"/>
                <c:pt idx="0">
                  <c:v>0.47120000000000001</c:v>
                </c:pt>
                <c:pt idx="1">
                  <c:v>0.48220000000000002</c:v>
                </c:pt>
                <c:pt idx="2">
                  <c:v>0.4713</c:v>
                </c:pt>
                <c:pt idx="3">
                  <c:v>0.47239999999999999</c:v>
                </c:pt>
                <c:pt idx="4">
                  <c:v>0.42699999999999999</c:v>
                </c:pt>
                <c:pt idx="5">
                  <c:v>0.42609999999999998</c:v>
                </c:pt>
                <c:pt idx="6">
                  <c:v>0.41389999999999999</c:v>
                </c:pt>
                <c:pt idx="7">
                  <c:v>0.41420000000000001</c:v>
                </c:pt>
                <c:pt idx="8">
                  <c:v>0.41489999999999999</c:v>
                </c:pt>
                <c:pt idx="9">
                  <c:v>0.45800000000000002</c:v>
                </c:pt>
                <c:pt idx="10">
                  <c:v>0.44929999999999998</c:v>
                </c:pt>
                <c:pt idx="11">
                  <c:v>0.43159999999999998</c:v>
                </c:pt>
                <c:pt idx="12">
                  <c:v>0.4788</c:v>
                </c:pt>
                <c:pt idx="13">
                  <c:v>0.50680000000000003</c:v>
                </c:pt>
                <c:pt idx="14">
                  <c:v>0.53900000000000003</c:v>
                </c:pt>
                <c:pt idx="15">
                  <c:v>0.56689999999999996</c:v>
                </c:pt>
                <c:pt idx="16">
                  <c:v>0.56820000000000004</c:v>
                </c:pt>
                <c:pt idx="17">
                  <c:v>0.57869999999999999</c:v>
                </c:pt>
                <c:pt idx="18">
                  <c:v>0.65269999999999995</c:v>
                </c:pt>
                <c:pt idx="19">
                  <c:v>0.64149999999999996</c:v>
                </c:pt>
                <c:pt idx="20">
                  <c:v>0.62380000000000002</c:v>
                </c:pt>
                <c:pt idx="21">
                  <c:v>0.65</c:v>
                </c:pt>
                <c:pt idx="22">
                  <c:v>0.59740000000000004</c:v>
                </c:pt>
                <c:pt idx="23">
                  <c:v>0.61760000000000004</c:v>
                </c:pt>
                <c:pt idx="24">
                  <c:v>0.69640000000000002</c:v>
                </c:pt>
                <c:pt idx="25">
                  <c:v>0.76700000000000002</c:v>
                </c:pt>
                <c:pt idx="26">
                  <c:v>0.73070000000000002</c:v>
                </c:pt>
                <c:pt idx="27">
                  <c:v>0.69320000000000004</c:v>
                </c:pt>
                <c:pt idx="28">
                  <c:v>0.71940000000000004</c:v>
                </c:pt>
                <c:pt idx="29">
                  <c:v>0.68210000000000004</c:v>
                </c:pt>
                <c:pt idx="30">
                  <c:v>0.65869999999999995</c:v>
                </c:pt>
                <c:pt idx="31">
                  <c:v>0.63929999999999998</c:v>
                </c:pt>
                <c:pt idx="32">
                  <c:v>0.61619999999999997</c:v>
                </c:pt>
                <c:pt idx="33">
                  <c:v>0.55110000000000003</c:v>
                </c:pt>
                <c:pt idx="34">
                  <c:v>0.57920000000000005</c:v>
                </c:pt>
                <c:pt idx="35">
                  <c:v>0.55959999999999999</c:v>
                </c:pt>
                <c:pt idx="36">
                  <c:v>0.58320000000000005</c:v>
                </c:pt>
                <c:pt idx="37">
                  <c:v>0.58230000000000004</c:v>
                </c:pt>
                <c:pt idx="38">
                  <c:v>0.60860000000000003</c:v>
                </c:pt>
                <c:pt idx="39">
                  <c:v>0.63800000000000001</c:v>
                </c:pt>
                <c:pt idx="40">
                  <c:v>0.65480000000000005</c:v>
                </c:pt>
                <c:pt idx="41">
                  <c:v>0.63990000000000002</c:v>
                </c:pt>
                <c:pt idx="42">
                  <c:v>0.68079999999999996</c:v>
                </c:pt>
                <c:pt idx="43">
                  <c:v>0.66739999999999999</c:v>
                </c:pt>
                <c:pt idx="44">
                  <c:v>0.66769999999999996</c:v>
                </c:pt>
                <c:pt idx="45">
                  <c:v>0.70009999999999994</c:v>
                </c:pt>
                <c:pt idx="46">
                  <c:v>0.74839999999999995</c:v>
                </c:pt>
                <c:pt idx="47">
                  <c:v>0.74980000000000002</c:v>
                </c:pt>
                <c:pt idx="48">
                  <c:v>0.74790000000000001</c:v>
                </c:pt>
                <c:pt idx="49">
                  <c:v>0.76619999999999999</c:v>
                </c:pt>
                <c:pt idx="50">
                  <c:v>0.78029999999999999</c:v>
                </c:pt>
                <c:pt idx="51">
                  <c:v>0.79200000000000004</c:v>
                </c:pt>
                <c:pt idx="52">
                  <c:v>0.73860000000000003</c:v>
                </c:pt>
                <c:pt idx="53">
                  <c:v>0.76859999999999995</c:v>
                </c:pt>
                <c:pt idx="54">
                  <c:v>0.80279999999999996</c:v>
                </c:pt>
                <c:pt idx="55">
                  <c:v>0.79179999999999995</c:v>
                </c:pt>
                <c:pt idx="56">
                  <c:v>0.78100000000000003</c:v>
                </c:pt>
                <c:pt idx="57">
                  <c:v>0.78259999999999996</c:v>
                </c:pt>
                <c:pt idx="58">
                  <c:v>0.78220000000000001</c:v>
                </c:pt>
                <c:pt idx="59">
                  <c:v>0.70179999999999998</c:v>
                </c:pt>
                <c:pt idx="60">
                  <c:v>0.70269999999999999</c:v>
                </c:pt>
                <c:pt idx="61">
                  <c:v>0.73870000000000002</c:v>
                </c:pt>
                <c:pt idx="62">
                  <c:v>0.75570000000000004</c:v>
                </c:pt>
                <c:pt idx="63">
                  <c:v>0.75739999999999996</c:v>
                </c:pt>
                <c:pt idx="64">
                  <c:v>0.71619999999999995</c:v>
                </c:pt>
                <c:pt idx="65">
                  <c:v>0.73909999999999998</c:v>
                </c:pt>
                <c:pt idx="66">
                  <c:v>0.72819999999999996</c:v>
                </c:pt>
                <c:pt idx="67">
                  <c:v>0.72850000000000004</c:v>
                </c:pt>
                <c:pt idx="68">
                  <c:v>0.71179999999999999</c:v>
                </c:pt>
                <c:pt idx="69">
                  <c:v>0.69889999999999997</c:v>
                </c:pt>
                <c:pt idx="70">
                  <c:v>0.7218</c:v>
                </c:pt>
                <c:pt idx="71">
                  <c:v>0.7016</c:v>
                </c:pt>
                <c:pt idx="72">
                  <c:v>0.72929999999999995</c:v>
                </c:pt>
                <c:pt idx="73">
                  <c:v>0.73089999999999999</c:v>
                </c:pt>
                <c:pt idx="74">
                  <c:v>0.74260000000000004</c:v>
                </c:pt>
                <c:pt idx="75">
                  <c:v>0.70809999999999995</c:v>
                </c:pt>
                <c:pt idx="76">
                  <c:v>0.72399999999999998</c:v>
                </c:pt>
                <c:pt idx="77">
                  <c:v>0.72419999999999995</c:v>
                </c:pt>
                <c:pt idx="78">
                  <c:v>0.72560000000000002</c:v>
                </c:pt>
                <c:pt idx="79">
                  <c:v>0.72529999999999994</c:v>
                </c:pt>
                <c:pt idx="80">
                  <c:v>0.7268</c:v>
                </c:pt>
                <c:pt idx="81">
                  <c:v>0.74419999999999997</c:v>
                </c:pt>
                <c:pt idx="82">
                  <c:v>0.76680000000000004</c:v>
                </c:pt>
                <c:pt idx="83">
                  <c:v>0.7288</c:v>
                </c:pt>
                <c:pt idx="84">
                  <c:v>0.75770000000000004</c:v>
                </c:pt>
                <c:pt idx="85">
                  <c:v>0.79390000000000005</c:v>
                </c:pt>
                <c:pt idx="86">
                  <c:v>0.79479999999999995</c:v>
                </c:pt>
                <c:pt idx="87">
                  <c:v>0.7954</c:v>
                </c:pt>
                <c:pt idx="88">
                  <c:v>0.83340000000000003</c:v>
                </c:pt>
                <c:pt idx="89">
                  <c:v>0.87039999999999995</c:v>
                </c:pt>
                <c:pt idx="90">
                  <c:v>0.89810000000000001</c:v>
                </c:pt>
                <c:pt idx="91">
                  <c:v>0.92500000000000004</c:v>
                </c:pt>
                <c:pt idx="92">
                  <c:v>0.87380000000000002</c:v>
                </c:pt>
                <c:pt idx="93">
                  <c:v>0.87509999999999999</c:v>
                </c:pt>
                <c:pt idx="94">
                  <c:v>0.88829999999999998</c:v>
                </c:pt>
                <c:pt idx="95">
                  <c:v>0.89980000000000004</c:v>
                </c:pt>
                <c:pt idx="96">
                  <c:v>0.9002</c:v>
                </c:pt>
                <c:pt idx="97">
                  <c:v>0.87860000000000005</c:v>
                </c:pt>
                <c:pt idx="98">
                  <c:v>0.8619</c:v>
                </c:pt>
                <c:pt idx="99">
                  <c:v>0.86229999999999996</c:v>
                </c:pt>
                <c:pt idx="100">
                  <c:v>0.89710000000000001</c:v>
                </c:pt>
                <c:pt idx="101">
                  <c:v>0.92149999999999999</c:v>
                </c:pt>
                <c:pt idx="102">
                  <c:v>0.94130000000000003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0DE-4E97-9875-CD70BDE68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00000001"/>
        <c:axId val="500000002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기초지수(삼성전자 50:SK하이닉스 50)</c:v>
                </c:pt>
              </c:strCache>
            </c:strRef>
          </c:tx>
          <c:spPr>
            <a:ln w="19050">
              <a:solidFill>
                <a:srgbClr val="7F848A"/>
              </a:solidFill>
              <a:prstDash val="dash"/>
            </a:ln>
          </c:spPr>
          <c:marker>
            <c:symbol val="none"/>
          </c:marker>
          <c:cat>
            <c:strRef>
              <c:f>Sheet1!$A$2:$A$104</c:f>
              <c:strCache>
                <c:ptCount val="103"/>
                <c:pt idx="0">
                  <c:v>2024-07</c:v>
                </c:pt>
                <c:pt idx="23">
                  <c:v>2024-08</c:v>
                </c:pt>
                <c:pt idx="44">
                  <c:v>2024-09</c:v>
                </c:pt>
                <c:pt idx="62">
                  <c:v>2024-10</c:v>
                </c:pt>
                <c:pt idx="82">
                  <c:v>2024-11</c:v>
                </c:pt>
              </c:strCache>
            </c:strRef>
          </c:cat>
          <c:val>
            <c:numRef>
              <c:f>Sheet1!$B$2:$B$104</c:f>
              <c:numCache>
                <c:formatCode>General</c:formatCode>
                <c:ptCount val="103"/>
                <c:pt idx="0">
                  <c:v>0</c:v>
                </c:pt>
                <c:pt idx="1">
                  <c:v>-7.4000000000000003E-3</c:v>
                </c:pt>
                <c:pt idx="2">
                  <c:v>1.1000000000000001E-3</c:v>
                </c:pt>
                <c:pt idx="3">
                  <c:v>5.4999999999999997E-3</c:v>
                </c:pt>
                <c:pt idx="4">
                  <c:v>3.3500000000000002E-2</c:v>
                </c:pt>
                <c:pt idx="5">
                  <c:v>2.98E-2</c:v>
                </c:pt>
                <c:pt idx="6">
                  <c:v>4.3200000000000002E-2</c:v>
                </c:pt>
                <c:pt idx="7">
                  <c:v>4.4299999999999999E-2</c:v>
                </c:pt>
                <c:pt idx="8">
                  <c:v>4.7500000000000001E-2</c:v>
                </c:pt>
                <c:pt idx="9">
                  <c:v>1.0999999999999999E-2</c:v>
                </c:pt>
                <c:pt idx="10">
                  <c:v>1.8200000000000001E-2</c:v>
                </c:pt>
                <c:pt idx="11">
                  <c:v>3.0700000000000002E-2</c:v>
                </c:pt>
                <c:pt idx="12">
                  <c:v>-2.8E-3</c:v>
                </c:pt>
                <c:pt idx="13">
                  <c:v>-1.9699999999999999E-2</c:v>
                </c:pt>
                <c:pt idx="14">
                  <c:v>-4.0800000000000003E-2</c:v>
                </c:pt>
                <c:pt idx="15">
                  <c:v>-5.8999999999999997E-2</c:v>
                </c:pt>
                <c:pt idx="16">
                  <c:v>-5.3900000000000003E-2</c:v>
                </c:pt>
                <c:pt idx="17">
                  <c:v>-5.6500000000000002E-2</c:v>
                </c:pt>
                <c:pt idx="18">
                  <c:v>-0.1076</c:v>
                </c:pt>
                <c:pt idx="19">
                  <c:v>-0.10059999999999999</c:v>
                </c:pt>
                <c:pt idx="20">
                  <c:v>-0.09</c:v>
                </c:pt>
                <c:pt idx="21">
                  <c:v>-0.1067</c:v>
                </c:pt>
                <c:pt idx="22">
                  <c:v>-7.7299999999999994E-2</c:v>
                </c:pt>
                <c:pt idx="23">
                  <c:v>-8.4699999999999998E-2</c:v>
                </c:pt>
                <c:pt idx="24">
                  <c:v>-0.15160000000000001</c:v>
                </c:pt>
                <c:pt idx="25">
                  <c:v>-0.23719999999999999</c:v>
                </c:pt>
                <c:pt idx="26">
                  <c:v>-0.2127</c:v>
                </c:pt>
                <c:pt idx="27">
                  <c:v>-0.18729999999999999</c:v>
                </c:pt>
                <c:pt idx="28">
                  <c:v>-0.20860000000000001</c:v>
                </c:pt>
                <c:pt idx="29">
                  <c:v>-0.18190000000000001</c:v>
                </c:pt>
                <c:pt idx="30">
                  <c:v>-0.16439999999999999</c:v>
                </c:pt>
                <c:pt idx="31">
                  <c:v>-0.14960000000000001</c:v>
                </c:pt>
                <c:pt idx="32">
                  <c:v>-0.13220000000000001</c:v>
                </c:pt>
                <c:pt idx="33">
                  <c:v>-8.5099999999999995E-2</c:v>
                </c:pt>
                <c:pt idx="34">
                  <c:v>-0.10920000000000001</c:v>
                </c:pt>
                <c:pt idx="35">
                  <c:v>-9.2499999999999999E-2</c:v>
                </c:pt>
                <c:pt idx="36">
                  <c:v>-0.11210000000000001</c:v>
                </c:pt>
                <c:pt idx="37">
                  <c:v>-0.11550000000000001</c:v>
                </c:pt>
                <c:pt idx="38">
                  <c:v>-0.13189999999999999</c:v>
                </c:pt>
                <c:pt idx="39">
                  <c:v>-0.15459999999999999</c:v>
                </c:pt>
                <c:pt idx="40">
                  <c:v>-0.1671</c:v>
                </c:pt>
                <c:pt idx="41">
                  <c:v>-0.15359999999999999</c:v>
                </c:pt>
                <c:pt idx="42">
                  <c:v>-0.1895</c:v>
                </c:pt>
                <c:pt idx="43">
                  <c:v>-0.1784</c:v>
                </c:pt>
                <c:pt idx="44">
                  <c:v>-0.17710000000000001</c:v>
                </c:pt>
                <c:pt idx="45">
                  <c:v>-0.2011</c:v>
                </c:pt>
                <c:pt idx="46">
                  <c:v>-0.24690000000000001</c:v>
                </c:pt>
                <c:pt idx="47">
                  <c:v>-0.24110000000000001</c:v>
                </c:pt>
                <c:pt idx="48">
                  <c:v>-0.24879999999999999</c:v>
                </c:pt>
                <c:pt idx="49">
                  <c:v>-0.255</c:v>
                </c:pt>
                <c:pt idx="50">
                  <c:v>-0.26569999999999999</c:v>
                </c:pt>
                <c:pt idx="51">
                  <c:v>-0.26889999999999997</c:v>
                </c:pt>
                <c:pt idx="52">
                  <c:v>-0.23400000000000001</c:v>
                </c:pt>
                <c:pt idx="53">
                  <c:v>-0.2586</c:v>
                </c:pt>
                <c:pt idx="54">
                  <c:v>-0.28889999999999999</c:v>
                </c:pt>
                <c:pt idx="55">
                  <c:v>-0.27939999999999998</c:v>
                </c:pt>
                <c:pt idx="56">
                  <c:v>-0.27050000000000002</c:v>
                </c:pt>
                <c:pt idx="57">
                  <c:v>-0.2636</c:v>
                </c:pt>
                <c:pt idx="58">
                  <c:v>-0.26540000000000002</c:v>
                </c:pt>
                <c:pt idx="59">
                  <c:v>-0.216</c:v>
                </c:pt>
                <c:pt idx="60">
                  <c:v>-0.2127</c:v>
                </c:pt>
                <c:pt idx="61">
                  <c:v>-0.249</c:v>
                </c:pt>
                <c:pt idx="62">
                  <c:v>-0.26200000000000001</c:v>
                </c:pt>
                <c:pt idx="63">
                  <c:v>-0.25530000000000003</c:v>
                </c:pt>
                <c:pt idx="64">
                  <c:v>-0.2298</c:v>
                </c:pt>
                <c:pt idx="65">
                  <c:v>-0.2485</c:v>
                </c:pt>
                <c:pt idx="66">
                  <c:v>-0.2389</c:v>
                </c:pt>
                <c:pt idx="67">
                  <c:v>-0.23780000000000001</c:v>
                </c:pt>
                <c:pt idx="68">
                  <c:v>-0.22500000000000001</c:v>
                </c:pt>
                <c:pt idx="69">
                  <c:v>-0.21260000000000001</c:v>
                </c:pt>
                <c:pt idx="70">
                  <c:v>-0.23089999999999999</c:v>
                </c:pt>
                <c:pt idx="71">
                  <c:v>-0.2147</c:v>
                </c:pt>
                <c:pt idx="72">
                  <c:v>-0.2354</c:v>
                </c:pt>
                <c:pt idx="73">
                  <c:v>-0.2293</c:v>
                </c:pt>
                <c:pt idx="74">
                  <c:v>-0.24410000000000001</c:v>
                </c:pt>
                <c:pt idx="75">
                  <c:v>-0.21840000000000001</c:v>
                </c:pt>
                <c:pt idx="76">
                  <c:v>-0.2306</c:v>
                </c:pt>
                <c:pt idx="77">
                  <c:v>-0.22989999999999999</c:v>
                </c:pt>
                <c:pt idx="78">
                  <c:v>-0.2243</c:v>
                </c:pt>
                <c:pt idx="79">
                  <c:v>-0.22559999999999999</c:v>
                </c:pt>
                <c:pt idx="80">
                  <c:v>-0.21929999999999999</c:v>
                </c:pt>
                <c:pt idx="81">
                  <c:v>-0.23599999999999999</c:v>
                </c:pt>
                <c:pt idx="82">
                  <c:v>-0.25019999999999998</c:v>
                </c:pt>
                <c:pt idx="83">
                  <c:v>-0.22339999999999999</c:v>
                </c:pt>
                <c:pt idx="84">
                  <c:v>-0.23230000000000001</c:v>
                </c:pt>
                <c:pt idx="85">
                  <c:v>-0.2291</c:v>
                </c:pt>
                <c:pt idx="86">
                  <c:v>-0.22459999999999999</c:v>
                </c:pt>
                <c:pt idx="87">
                  <c:v>-0.22189999999999999</c:v>
                </c:pt>
                <c:pt idx="88">
                  <c:v>-0.25090000000000001</c:v>
                </c:pt>
                <c:pt idx="89">
                  <c:v>-0.2777</c:v>
                </c:pt>
                <c:pt idx="90">
                  <c:v>-0.29970000000000002</c:v>
                </c:pt>
                <c:pt idx="91">
                  <c:v>-0.32350000000000001</c:v>
                </c:pt>
                <c:pt idx="92">
                  <c:v>-0.28889999999999999</c:v>
                </c:pt>
                <c:pt idx="93">
                  <c:v>-0.28060000000000002</c:v>
                </c:pt>
                <c:pt idx="94">
                  <c:v>-0.28549999999999998</c:v>
                </c:pt>
                <c:pt idx="95">
                  <c:v>-0.2918</c:v>
                </c:pt>
                <c:pt idx="96">
                  <c:v>-0.28849999999999998</c:v>
                </c:pt>
                <c:pt idx="97">
                  <c:v>-0.27439999999999998</c:v>
                </c:pt>
                <c:pt idx="98">
                  <c:v>-0.26150000000000001</c:v>
                </c:pt>
                <c:pt idx="99">
                  <c:v>-0.25869999999999999</c:v>
                </c:pt>
                <c:pt idx="100">
                  <c:v>-0.2898</c:v>
                </c:pt>
                <c:pt idx="101">
                  <c:v>-0.31009999999999999</c:v>
                </c:pt>
                <c:pt idx="102">
                  <c:v>-0.32069999999999999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DE-4E97-9875-CD70BDE689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변동성전략 펀드</c:v>
                </c:pt>
              </c:strCache>
            </c:strRef>
          </c:tx>
          <c:spPr>
            <a:ln w="2540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Sheet1!$A$2:$A$104</c:f>
              <c:strCache>
                <c:ptCount val="103"/>
                <c:pt idx="0">
                  <c:v>2024-07</c:v>
                </c:pt>
                <c:pt idx="23">
                  <c:v>2024-08</c:v>
                </c:pt>
                <c:pt idx="44">
                  <c:v>2024-09</c:v>
                </c:pt>
                <c:pt idx="62">
                  <c:v>2024-10</c:v>
                </c:pt>
                <c:pt idx="82">
                  <c:v>2024-11</c:v>
                </c:pt>
              </c:strCache>
            </c:strRef>
          </c:cat>
          <c:val>
            <c:numRef>
              <c:f>Sheet1!$C$2:$C$104</c:f>
              <c:numCache>
                <c:formatCode>General</c:formatCode>
                <c:ptCount val="103"/>
                <c:pt idx="0">
                  <c:v>-2.0000000000000001E-4</c:v>
                </c:pt>
                <c:pt idx="1">
                  <c:v>-3.8E-3</c:v>
                </c:pt>
                <c:pt idx="2">
                  <c:v>2.9999999999999997E-4</c:v>
                </c:pt>
                <c:pt idx="3">
                  <c:v>2.3999999999999998E-3</c:v>
                </c:pt>
                <c:pt idx="4">
                  <c:v>1.5299999999999999E-2</c:v>
                </c:pt>
                <c:pt idx="5">
                  <c:v>1.38E-2</c:v>
                </c:pt>
                <c:pt idx="6">
                  <c:v>1.9300000000000001E-2</c:v>
                </c:pt>
                <c:pt idx="7">
                  <c:v>1.9699999999999999E-2</c:v>
                </c:pt>
                <c:pt idx="8">
                  <c:v>2.1000000000000001E-2</c:v>
                </c:pt>
                <c:pt idx="9">
                  <c:v>6.1999999999999998E-3</c:v>
                </c:pt>
                <c:pt idx="10">
                  <c:v>9.4000000000000004E-3</c:v>
                </c:pt>
                <c:pt idx="11">
                  <c:v>1.49E-2</c:v>
                </c:pt>
                <c:pt idx="12">
                  <c:v>5.9999999999999995E-4</c:v>
                </c:pt>
                <c:pt idx="13">
                  <c:v>-7.6E-3</c:v>
                </c:pt>
                <c:pt idx="14">
                  <c:v>-1.84E-2</c:v>
                </c:pt>
                <c:pt idx="15">
                  <c:v>-2.8500000000000001E-2</c:v>
                </c:pt>
                <c:pt idx="16">
                  <c:v>-2.5600000000000001E-2</c:v>
                </c:pt>
                <c:pt idx="17">
                  <c:v>-2.7099999999999999E-2</c:v>
                </c:pt>
                <c:pt idx="18">
                  <c:v>-5.7700000000000001E-2</c:v>
                </c:pt>
                <c:pt idx="19">
                  <c:v>-5.2900000000000003E-2</c:v>
                </c:pt>
                <c:pt idx="20">
                  <c:v>-4.5900000000000003E-2</c:v>
                </c:pt>
                <c:pt idx="21">
                  <c:v>-5.6899999999999999E-2</c:v>
                </c:pt>
                <c:pt idx="22">
                  <c:v>-3.6900000000000002E-2</c:v>
                </c:pt>
                <c:pt idx="23">
                  <c:v>-4.1599999999999998E-2</c:v>
                </c:pt>
                <c:pt idx="24">
                  <c:v>-8.4900000000000003E-2</c:v>
                </c:pt>
                <c:pt idx="25">
                  <c:v>-0.14929999999999999</c:v>
                </c:pt>
                <c:pt idx="26">
                  <c:v>-0.1285</c:v>
                </c:pt>
                <c:pt idx="27">
                  <c:v>-0.1081</c:v>
                </c:pt>
                <c:pt idx="28">
                  <c:v>-0.12429999999999999</c:v>
                </c:pt>
                <c:pt idx="29">
                  <c:v>-0.1033</c:v>
                </c:pt>
                <c:pt idx="30">
                  <c:v>-9.0300000000000005E-2</c:v>
                </c:pt>
                <c:pt idx="31">
                  <c:v>-7.9799999999999996E-2</c:v>
                </c:pt>
                <c:pt idx="32">
                  <c:v>-6.7900000000000002E-2</c:v>
                </c:pt>
                <c:pt idx="33">
                  <c:v>-3.6999999999999998E-2</c:v>
                </c:pt>
                <c:pt idx="34">
                  <c:v>-5.0999999999999997E-2</c:v>
                </c:pt>
                <c:pt idx="35">
                  <c:v>-4.0800000000000003E-2</c:v>
                </c:pt>
                <c:pt idx="36">
                  <c:v>-5.2400000000000002E-2</c:v>
                </c:pt>
                <c:pt idx="37">
                  <c:v>-5.4600000000000003E-2</c:v>
                </c:pt>
                <c:pt idx="38">
                  <c:v>-6.4799999999999996E-2</c:v>
                </c:pt>
                <c:pt idx="39">
                  <c:v>-7.9799999999999996E-2</c:v>
                </c:pt>
                <c:pt idx="40">
                  <c:v>-8.8499999999999995E-2</c:v>
                </c:pt>
                <c:pt idx="41">
                  <c:v>-7.8899999999999998E-2</c:v>
                </c:pt>
                <c:pt idx="42">
                  <c:v>-0.104</c:v>
                </c:pt>
                <c:pt idx="43">
                  <c:v>-9.5699999999999993E-2</c:v>
                </c:pt>
                <c:pt idx="44">
                  <c:v>-9.4799999999999995E-2</c:v>
                </c:pt>
                <c:pt idx="45">
                  <c:v>-0.1125</c:v>
                </c:pt>
                <c:pt idx="46">
                  <c:v>-0.1482</c:v>
                </c:pt>
                <c:pt idx="47">
                  <c:v>-0.14330000000000001</c:v>
                </c:pt>
                <c:pt idx="48">
                  <c:v>-0.14990000000000001</c:v>
                </c:pt>
                <c:pt idx="49">
                  <c:v>-0.1552</c:v>
                </c:pt>
                <c:pt idx="50">
                  <c:v>-0.16450000000000001</c:v>
                </c:pt>
                <c:pt idx="51">
                  <c:v>-0.16739999999999999</c:v>
                </c:pt>
                <c:pt idx="52">
                  <c:v>-0.13619999999999999</c:v>
                </c:pt>
                <c:pt idx="53">
                  <c:v>-0.15670000000000001</c:v>
                </c:pt>
                <c:pt idx="54">
                  <c:v>-0.18329999999999999</c:v>
                </c:pt>
                <c:pt idx="55">
                  <c:v>-0.17460000000000001</c:v>
                </c:pt>
                <c:pt idx="56">
                  <c:v>-0.1666</c:v>
                </c:pt>
                <c:pt idx="57">
                  <c:v>-0.1605</c:v>
                </c:pt>
                <c:pt idx="58">
                  <c:v>-0.16209999999999999</c:v>
                </c:pt>
                <c:pt idx="59">
                  <c:v>-0.1183</c:v>
                </c:pt>
                <c:pt idx="60">
                  <c:v>-0.1158</c:v>
                </c:pt>
                <c:pt idx="61">
                  <c:v>-0.14449999999999999</c:v>
                </c:pt>
                <c:pt idx="62">
                  <c:v>-0.1555</c:v>
                </c:pt>
                <c:pt idx="63">
                  <c:v>-0.14979999999999999</c:v>
                </c:pt>
                <c:pt idx="64">
                  <c:v>-0.12790000000000001</c:v>
                </c:pt>
                <c:pt idx="65">
                  <c:v>-0.1431</c:v>
                </c:pt>
                <c:pt idx="66">
                  <c:v>-0.1351</c:v>
                </c:pt>
                <c:pt idx="67">
                  <c:v>-0.13420000000000001</c:v>
                </c:pt>
                <c:pt idx="68">
                  <c:v>-0.12379999999999999</c:v>
                </c:pt>
                <c:pt idx="69">
                  <c:v>-0.1138</c:v>
                </c:pt>
                <c:pt idx="70">
                  <c:v>-0.1283</c:v>
                </c:pt>
                <c:pt idx="71">
                  <c:v>-0.11509999999999999</c:v>
                </c:pt>
                <c:pt idx="72">
                  <c:v>-0.13159999999999999</c:v>
                </c:pt>
                <c:pt idx="73">
                  <c:v>-0.12659999999999999</c:v>
                </c:pt>
                <c:pt idx="74">
                  <c:v>-0.1389</c:v>
                </c:pt>
                <c:pt idx="75">
                  <c:v>-0.1173</c:v>
                </c:pt>
                <c:pt idx="76">
                  <c:v>-0.12709999999999999</c:v>
                </c:pt>
                <c:pt idx="77">
                  <c:v>-0.12659999999999999</c:v>
                </c:pt>
                <c:pt idx="78">
                  <c:v>-0.122</c:v>
                </c:pt>
                <c:pt idx="79">
                  <c:v>-0.1231</c:v>
                </c:pt>
                <c:pt idx="80">
                  <c:v>-0.11799999999999999</c:v>
                </c:pt>
                <c:pt idx="81">
                  <c:v>-0.1318</c:v>
                </c:pt>
                <c:pt idx="82">
                  <c:v>-0.1439</c:v>
                </c:pt>
                <c:pt idx="83">
                  <c:v>-0.1205</c:v>
                </c:pt>
                <c:pt idx="84">
                  <c:v>-0.12790000000000001</c:v>
                </c:pt>
                <c:pt idx="85">
                  <c:v>-0.12529999999999999</c:v>
                </c:pt>
                <c:pt idx="86">
                  <c:v>-0.12130000000000001</c:v>
                </c:pt>
                <c:pt idx="87">
                  <c:v>-0.11890000000000001</c:v>
                </c:pt>
                <c:pt idx="88">
                  <c:v>-0.14499999999999999</c:v>
                </c:pt>
                <c:pt idx="89">
                  <c:v>-0.1706</c:v>
                </c:pt>
                <c:pt idx="90">
                  <c:v>-0.19270000000000001</c:v>
                </c:pt>
                <c:pt idx="91">
                  <c:v>-0.21740000000000001</c:v>
                </c:pt>
                <c:pt idx="92">
                  <c:v>-0.18060000000000001</c:v>
                </c:pt>
                <c:pt idx="93">
                  <c:v>-0.17230000000000001</c:v>
                </c:pt>
                <c:pt idx="94">
                  <c:v>-0.1772</c:v>
                </c:pt>
                <c:pt idx="95">
                  <c:v>-0.18379999999999999</c:v>
                </c:pt>
                <c:pt idx="96">
                  <c:v>-0.1804</c:v>
                </c:pt>
                <c:pt idx="97">
                  <c:v>-0.16589999999999999</c:v>
                </c:pt>
                <c:pt idx="98">
                  <c:v>-0.15290000000000001</c:v>
                </c:pt>
                <c:pt idx="99">
                  <c:v>-0.1502</c:v>
                </c:pt>
                <c:pt idx="100">
                  <c:v>-0.18110000000000001</c:v>
                </c:pt>
                <c:pt idx="101">
                  <c:v>-0.2021</c:v>
                </c:pt>
                <c:pt idx="102">
                  <c:v>-0.2135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DE-4E97-9875-CD70BDE68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9525">
            <a:solidFill>
              <a:srgbClr val="C9CDD1"/>
            </a:solidFill>
          </a:ln>
        </c:spPr>
        <c:txPr>
          <a:bodyPr rot="0" vert="horz" wrap="none" anchor="ctr" anchorCtr="1"/>
          <a:lstStyle/>
          <a:p>
            <a:pPr>
              <a:defRPr sz="85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1"/>
          <c:min val="-0.4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  <c:valAx>
        <c:axId val="500000002"/>
        <c:scaling>
          <c:orientation val="minMax"/>
          <c:max val="2.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500000001"/>
        <c:crosses val="max"/>
        <c:crossBetween val="between"/>
      </c:valAx>
      <c:catAx>
        <c:axId val="500000001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one"/>
        <c:crossAx val="500000002"/>
        <c:crosses val="autoZero"/>
        <c:auto val="1"/>
        <c:lblAlgn val="ctr"/>
        <c:lblOffset val="100"/>
        <c:noMultiLvlLbl val="1"/>
      </c:cat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편입비(우축)</c:v>
                </c:pt>
              </c:strCache>
            </c:strRef>
          </c:tx>
          <c:spPr>
            <a:solidFill>
              <a:srgbClr val="F6C17C"/>
            </a:solidFill>
            <a:ln>
              <a:noFill/>
            </a:ln>
          </c:spPr>
          <c:invertIfNegative val="1"/>
          <c:cat>
            <c:strRef>
              <c:f>Sheet1!$A$2:$A$21</c:f>
              <c:strCache>
                <c:ptCount val="20"/>
                <c:pt idx="0">
                  <c:v>2026-07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0.40989999999999999</c:v>
                </c:pt>
                <c:pt idx="1">
                  <c:v>0.49830000000000002</c:v>
                </c:pt>
                <c:pt idx="2">
                  <c:v>0.43430000000000002</c:v>
                </c:pt>
                <c:pt idx="3">
                  <c:v>0.4335</c:v>
                </c:pt>
                <c:pt idx="4">
                  <c:v>0.48470000000000002</c:v>
                </c:pt>
                <c:pt idx="5">
                  <c:v>0.52939999999999998</c:v>
                </c:pt>
                <c:pt idx="6">
                  <c:v>0.51039999999999996</c:v>
                </c:pt>
                <c:pt idx="7">
                  <c:v>0.50290000000000001</c:v>
                </c:pt>
                <c:pt idx="8">
                  <c:v>0.60440000000000005</c:v>
                </c:pt>
                <c:pt idx="9">
                  <c:v>0.58020000000000005</c:v>
                </c:pt>
                <c:pt idx="10">
                  <c:v>0.52790000000000004</c:v>
                </c:pt>
                <c:pt idx="11">
                  <c:v>0.60629999999999995</c:v>
                </c:pt>
                <c:pt idx="12">
                  <c:v>0.63829999999999998</c:v>
                </c:pt>
                <c:pt idx="13">
                  <c:v>0.60319999999999996</c:v>
                </c:pt>
                <c:pt idx="14">
                  <c:v>0.60350000000000004</c:v>
                </c:pt>
                <c:pt idx="15">
                  <c:v>0.57330000000000003</c:v>
                </c:pt>
                <c:pt idx="16">
                  <c:v>0.63439999999999996</c:v>
                </c:pt>
                <c:pt idx="17">
                  <c:v>0.61719999999999997</c:v>
                </c:pt>
                <c:pt idx="18">
                  <c:v>0.72409999999999997</c:v>
                </c:pt>
                <c:pt idx="19">
                  <c:v>0.77500000000000002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D7E-458E-A2C8-D5333CFC41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00000001"/>
        <c:axId val="500000002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기초지수(삼성전자 50:SK하이닉스 50)</c:v>
                </c:pt>
              </c:strCache>
            </c:strRef>
          </c:tx>
          <c:spPr>
            <a:ln w="19050">
              <a:solidFill>
                <a:srgbClr val="7F848A"/>
              </a:solidFill>
              <a:prstDash val="dash"/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2026-07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-0.1182</c:v>
                </c:pt>
                <c:pt idx="2">
                  <c:v>-3.39E-2</c:v>
                </c:pt>
                <c:pt idx="3">
                  <c:v>-3.6999999999999998E-2</c:v>
                </c:pt>
                <c:pt idx="4">
                  <c:v>-9.9500000000000005E-2</c:v>
                </c:pt>
                <c:pt idx="5">
                  <c:v>-0.1532</c:v>
                </c:pt>
                <c:pt idx="6">
                  <c:v>-0.13</c:v>
                </c:pt>
                <c:pt idx="7">
                  <c:v>-0.1203</c:v>
                </c:pt>
                <c:pt idx="8">
                  <c:v>-0.2349</c:v>
                </c:pt>
                <c:pt idx="9">
                  <c:v>-0.20810000000000001</c:v>
                </c:pt>
                <c:pt idx="10">
                  <c:v>-0.1482</c:v>
                </c:pt>
                <c:pt idx="11">
                  <c:v>-0.23469999999999999</c:v>
                </c:pt>
                <c:pt idx="12">
                  <c:v>-0.26740000000000003</c:v>
                </c:pt>
                <c:pt idx="13">
                  <c:v>-0.22989999999999999</c:v>
                </c:pt>
                <c:pt idx="14">
                  <c:v>-0.22889999999999999</c:v>
                </c:pt>
                <c:pt idx="15">
                  <c:v>-0.1961</c:v>
                </c:pt>
                <c:pt idx="16">
                  <c:v>-0.2601</c:v>
                </c:pt>
                <c:pt idx="17">
                  <c:v>-0.24149999999999999</c:v>
                </c:pt>
                <c:pt idx="18">
                  <c:v>-0.3478</c:v>
                </c:pt>
                <c:pt idx="19">
                  <c:v>-0.3962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7E-458E-A2C8-D5333CFC41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변동성전략 펀드</c:v>
                </c:pt>
              </c:strCache>
            </c:strRef>
          </c:tx>
          <c:spPr>
            <a:ln w="2540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2026-07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-2.0000000000000001E-4</c:v>
                </c:pt>
                <c:pt idx="1">
                  <c:v>-4.87E-2</c:v>
                </c:pt>
                <c:pt idx="2">
                  <c:v>-3.7000000000000002E-3</c:v>
                </c:pt>
                <c:pt idx="3">
                  <c:v>-5.1000000000000004E-3</c:v>
                </c:pt>
                <c:pt idx="4">
                  <c:v>-3.32E-2</c:v>
                </c:pt>
                <c:pt idx="5">
                  <c:v>-6.1199999999999997E-2</c:v>
                </c:pt>
                <c:pt idx="6">
                  <c:v>-4.7699999999999999E-2</c:v>
                </c:pt>
                <c:pt idx="7">
                  <c:v>-4.2299999999999997E-2</c:v>
                </c:pt>
                <c:pt idx="8">
                  <c:v>-0.1051</c:v>
                </c:pt>
                <c:pt idx="9">
                  <c:v>-8.6300000000000002E-2</c:v>
                </c:pt>
                <c:pt idx="10">
                  <c:v>-4.65E-2</c:v>
                </c:pt>
                <c:pt idx="11">
                  <c:v>-9.7600000000000006E-2</c:v>
                </c:pt>
                <c:pt idx="12">
                  <c:v>-0.121</c:v>
                </c:pt>
                <c:pt idx="13">
                  <c:v>-9.2499999999999999E-2</c:v>
                </c:pt>
                <c:pt idx="14">
                  <c:v>-9.1899999999999996E-2</c:v>
                </c:pt>
                <c:pt idx="15">
                  <c:v>-6.8699999999999997E-2</c:v>
                </c:pt>
                <c:pt idx="16">
                  <c:v>-0.1113</c:v>
                </c:pt>
                <c:pt idx="17">
                  <c:v>-9.7199999999999995E-2</c:v>
                </c:pt>
                <c:pt idx="18">
                  <c:v>-0.1754</c:v>
                </c:pt>
                <c:pt idx="19">
                  <c:v>-0.21970000000000001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7E-458E-A2C8-D5333CFC41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9525">
            <a:solidFill>
              <a:srgbClr val="C9CDD1"/>
            </a:solidFill>
          </a:ln>
        </c:spPr>
        <c:txPr>
          <a:bodyPr rot="0" vert="horz" wrap="none" anchor="ctr" anchorCtr="1"/>
          <a:lstStyle/>
          <a:p>
            <a:pPr>
              <a:defRPr sz="85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05"/>
          <c:min val="-0.45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  <c:valAx>
        <c:axId val="500000002"/>
        <c:scaling>
          <c:orientation val="minMax"/>
          <c:max val="1.75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500000001"/>
        <c:crosses val="max"/>
        <c:crossBetween val="between"/>
      </c:valAx>
      <c:catAx>
        <c:axId val="500000001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one"/>
        <c:crossAx val="500000002"/>
        <c:crosses val="autoZero"/>
        <c:auto val="1"/>
        <c:lblAlgn val="ctr"/>
        <c:lblOffset val="100"/>
        <c:noMultiLvlLbl val="1"/>
      </c:cat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편입비 · 우축</c:v>
                </c:pt>
              </c:strCache>
            </c:strRef>
          </c:tx>
          <c:spPr>
            <a:solidFill>
              <a:srgbClr val="F6C17C"/>
            </a:solidFill>
            <a:ln>
              <a:noFill/>
            </a:ln>
          </c:spPr>
          <c:invertIfNegative val="1"/>
          <c:cat>
            <c:strRef>
              <c:f>Sheet1!$A$2:$A$1179</c:f>
              <c:strCache>
                <c:ptCount val="1178"/>
                <c:pt idx="0">
                  <c:v>2021-07</c:v>
                </c:pt>
                <c:pt idx="105">
                  <c:v>2022-01</c:v>
                </c:pt>
                <c:pt idx="226">
                  <c:v>2022-07</c:v>
                </c:pt>
                <c:pt idx="351">
                  <c:v>2023-01</c:v>
                </c:pt>
                <c:pt idx="474">
                  <c:v>2023-07</c:v>
                </c:pt>
                <c:pt idx="596">
                  <c:v>2024-01</c:v>
                </c:pt>
                <c:pt idx="717">
                  <c:v>2024-07</c:v>
                </c:pt>
                <c:pt idx="840">
                  <c:v>2025-01</c:v>
                </c:pt>
                <c:pt idx="958">
                  <c:v>2025-07</c:v>
                </c:pt>
                <c:pt idx="1082">
                  <c:v>2026-01</c:v>
                </c:pt>
              </c:strCache>
            </c:strRef>
          </c:cat>
          <c:val>
            <c:numRef>
              <c:f>Sheet1!$C$2:$C$1179</c:f>
              <c:numCache>
                <c:formatCode>General</c:formatCode>
                <c:ptCount val="1178"/>
                <c:pt idx="0">
                  <c:v>0.49370000000000003</c:v>
                </c:pt>
                <c:pt idx="1">
                  <c:v>0.51480000000000004</c:v>
                </c:pt>
                <c:pt idx="2">
                  <c:v>0.47120000000000001</c:v>
                </c:pt>
                <c:pt idx="3">
                  <c:v>0.4103</c:v>
                </c:pt>
                <c:pt idx="4">
                  <c:v>0.38129999999999997</c:v>
                </c:pt>
                <c:pt idx="5">
                  <c:v>0.39950000000000002</c:v>
                </c:pt>
                <c:pt idx="6">
                  <c:v>0.4244</c:v>
                </c:pt>
                <c:pt idx="7">
                  <c:v>0.44230000000000003</c:v>
                </c:pt>
                <c:pt idx="8">
                  <c:v>0.49249999999999999</c:v>
                </c:pt>
                <c:pt idx="9">
                  <c:v>0.5796</c:v>
                </c:pt>
                <c:pt idx="10">
                  <c:v>0.64080000000000004</c:v>
                </c:pt>
                <c:pt idx="11">
                  <c:v>0.66369999999999996</c:v>
                </c:pt>
                <c:pt idx="12">
                  <c:v>0.66339999999999999</c:v>
                </c:pt>
                <c:pt idx="13">
                  <c:v>0.65049999999999997</c:v>
                </c:pt>
                <c:pt idx="14">
                  <c:v>0.67469999999999997</c:v>
                </c:pt>
                <c:pt idx="15">
                  <c:v>0.67410000000000003</c:v>
                </c:pt>
                <c:pt idx="16">
                  <c:v>0.67549999999999999</c:v>
                </c:pt>
                <c:pt idx="17">
                  <c:v>0.61519999999999997</c:v>
                </c:pt>
                <c:pt idx="18">
                  <c:v>0.62880000000000003</c:v>
                </c:pt>
                <c:pt idx="19">
                  <c:v>0.6391</c:v>
                </c:pt>
                <c:pt idx="20">
                  <c:v>0.65449999999999997</c:v>
                </c:pt>
                <c:pt idx="21">
                  <c:v>0.65490000000000004</c:v>
                </c:pt>
                <c:pt idx="22">
                  <c:v>0.58760000000000001</c:v>
                </c:pt>
                <c:pt idx="23">
                  <c:v>0.57220000000000004</c:v>
                </c:pt>
                <c:pt idx="24">
                  <c:v>0.59950000000000003</c:v>
                </c:pt>
                <c:pt idx="25">
                  <c:v>0.58689999999999998</c:v>
                </c:pt>
                <c:pt idx="26">
                  <c:v>0.58679999999999999</c:v>
                </c:pt>
                <c:pt idx="27">
                  <c:v>0.62070000000000003</c:v>
                </c:pt>
                <c:pt idx="28">
                  <c:v>0.60370000000000001</c:v>
                </c:pt>
                <c:pt idx="29">
                  <c:v>0.6452</c:v>
                </c:pt>
                <c:pt idx="30">
                  <c:v>0.62670000000000003</c:v>
                </c:pt>
                <c:pt idx="31">
                  <c:v>0.59789999999999999</c:v>
                </c:pt>
                <c:pt idx="32">
                  <c:v>0.58509999999999995</c:v>
                </c:pt>
                <c:pt idx="33">
                  <c:v>0.5857</c:v>
                </c:pt>
                <c:pt idx="34">
                  <c:v>0.62429999999999997</c:v>
                </c:pt>
                <c:pt idx="35">
                  <c:v>0.57940000000000003</c:v>
                </c:pt>
                <c:pt idx="36">
                  <c:v>0.59250000000000003</c:v>
                </c:pt>
                <c:pt idx="37">
                  <c:v>0.6089</c:v>
                </c:pt>
                <c:pt idx="38">
                  <c:v>0.59919999999999995</c:v>
                </c:pt>
                <c:pt idx="39">
                  <c:v>0.62780000000000002</c:v>
                </c:pt>
                <c:pt idx="40">
                  <c:v>0.68569999999999998</c:v>
                </c:pt>
                <c:pt idx="41">
                  <c:v>0.65539999999999998</c:v>
                </c:pt>
                <c:pt idx="42">
                  <c:v>0.69320000000000004</c:v>
                </c:pt>
                <c:pt idx="43">
                  <c:v>0.72629999999999995</c:v>
                </c:pt>
                <c:pt idx="44">
                  <c:v>0.75029999999999997</c:v>
                </c:pt>
                <c:pt idx="45">
                  <c:v>0.74990000000000001</c:v>
                </c:pt>
                <c:pt idx="46">
                  <c:v>0.77359999999999995</c:v>
                </c:pt>
                <c:pt idx="47">
                  <c:v>0.81730000000000003</c:v>
                </c:pt>
                <c:pt idx="48">
                  <c:v>0.8175</c:v>
                </c:pt>
                <c:pt idx="49">
                  <c:v>0.79420000000000002</c:v>
                </c:pt>
                <c:pt idx="50">
                  <c:v>0.73650000000000004</c:v>
                </c:pt>
                <c:pt idx="51">
                  <c:v>0.74819999999999998</c:v>
                </c:pt>
                <c:pt idx="52">
                  <c:v>0.74929999999999997</c:v>
                </c:pt>
                <c:pt idx="53">
                  <c:v>0.74909999999999999</c:v>
                </c:pt>
                <c:pt idx="54">
                  <c:v>0.75839999999999996</c:v>
                </c:pt>
                <c:pt idx="55">
                  <c:v>0.73899999999999999</c:v>
                </c:pt>
                <c:pt idx="56">
                  <c:v>0.72829999999999995</c:v>
                </c:pt>
                <c:pt idx="57">
                  <c:v>0.69720000000000004</c:v>
                </c:pt>
                <c:pt idx="58">
                  <c:v>0.71479999999999999</c:v>
                </c:pt>
                <c:pt idx="59">
                  <c:v>0.65649999999999997</c:v>
                </c:pt>
                <c:pt idx="60">
                  <c:v>0.69550000000000001</c:v>
                </c:pt>
                <c:pt idx="61">
                  <c:v>0.66279999999999994</c:v>
                </c:pt>
                <c:pt idx="62">
                  <c:v>0.63529999999999998</c:v>
                </c:pt>
                <c:pt idx="63">
                  <c:v>0.67290000000000005</c:v>
                </c:pt>
                <c:pt idx="64">
                  <c:v>0.67369999999999997</c:v>
                </c:pt>
                <c:pt idx="65">
                  <c:v>0.67410000000000003</c:v>
                </c:pt>
                <c:pt idx="66">
                  <c:v>0.65639999999999998</c:v>
                </c:pt>
                <c:pt idx="67">
                  <c:v>0.64490000000000003</c:v>
                </c:pt>
                <c:pt idx="68">
                  <c:v>0.65720000000000001</c:v>
                </c:pt>
                <c:pt idx="69">
                  <c:v>0.68369999999999997</c:v>
                </c:pt>
                <c:pt idx="70">
                  <c:v>0.68379999999999996</c:v>
                </c:pt>
                <c:pt idx="71">
                  <c:v>0.63290000000000002</c:v>
                </c:pt>
                <c:pt idx="72">
                  <c:v>0.63380000000000003</c:v>
                </c:pt>
                <c:pt idx="73">
                  <c:v>0.6492</c:v>
                </c:pt>
                <c:pt idx="74">
                  <c:v>0.66320000000000001</c:v>
                </c:pt>
                <c:pt idx="75">
                  <c:v>0.63270000000000004</c:v>
                </c:pt>
                <c:pt idx="76">
                  <c:v>0.49430000000000002</c:v>
                </c:pt>
                <c:pt idx="77">
                  <c:v>0.49440000000000001</c:v>
                </c:pt>
                <c:pt idx="78">
                  <c:v>0.49409999999999998</c:v>
                </c:pt>
                <c:pt idx="79">
                  <c:v>0.52839999999999998</c:v>
                </c:pt>
                <c:pt idx="80">
                  <c:v>0.56399999999999995</c:v>
                </c:pt>
                <c:pt idx="81">
                  <c:v>0.5645</c:v>
                </c:pt>
                <c:pt idx="82">
                  <c:v>0.59409999999999996</c:v>
                </c:pt>
                <c:pt idx="83">
                  <c:v>0.52649999999999997</c:v>
                </c:pt>
                <c:pt idx="84">
                  <c:v>0.4788</c:v>
                </c:pt>
                <c:pt idx="85">
                  <c:v>0.49769999999999998</c:v>
                </c:pt>
                <c:pt idx="86">
                  <c:v>0.48470000000000002</c:v>
                </c:pt>
                <c:pt idx="87">
                  <c:v>0.44669999999999999</c:v>
                </c:pt>
                <c:pt idx="88">
                  <c:v>0.4587</c:v>
                </c:pt>
                <c:pt idx="89">
                  <c:v>0.42099999999999999</c:v>
                </c:pt>
                <c:pt idx="90">
                  <c:v>0.46089999999999998</c:v>
                </c:pt>
                <c:pt idx="91">
                  <c:v>0.46179999999999999</c:v>
                </c:pt>
                <c:pt idx="92">
                  <c:v>0.46150000000000002</c:v>
                </c:pt>
                <c:pt idx="93">
                  <c:v>0.4284</c:v>
                </c:pt>
                <c:pt idx="94">
                  <c:v>0.42920000000000003</c:v>
                </c:pt>
                <c:pt idx="95">
                  <c:v>0.42749999999999999</c:v>
                </c:pt>
                <c:pt idx="96">
                  <c:v>0.45889999999999997</c:v>
                </c:pt>
                <c:pt idx="97">
                  <c:v>0.41370000000000001</c:v>
                </c:pt>
                <c:pt idx="98">
                  <c:v>0.379</c:v>
                </c:pt>
                <c:pt idx="99">
                  <c:v>0.36870000000000003</c:v>
                </c:pt>
                <c:pt idx="100">
                  <c:v>0.35449999999999998</c:v>
                </c:pt>
                <c:pt idx="101">
                  <c:v>0.37319999999999998</c:v>
                </c:pt>
                <c:pt idx="102">
                  <c:v>0.35849999999999999</c:v>
                </c:pt>
                <c:pt idx="103">
                  <c:v>0.38069999999999998</c:v>
                </c:pt>
                <c:pt idx="104">
                  <c:v>0.35439999999999999</c:v>
                </c:pt>
                <c:pt idx="105">
                  <c:v>0.37</c:v>
                </c:pt>
                <c:pt idx="106">
                  <c:v>0.37009999999999998</c:v>
                </c:pt>
                <c:pt idx="107">
                  <c:v>0.40920000000000001</c:v>
                </c:pt>
                <c:pt idx="108">
                  <c:v>0.42070000000000002</c:v>
                </c:pt>
                <c:pt idx="109">
                  <c:v>0.3836</c:v>
                </c:pt>
                <c:pt idx="110">
                  <c:v>0.40839999999999999</c:v>
                </c:pt>
                <c:pt idx="111">
                  <c:v>0.36549999999999999</c:v>
                </c:pt>
                <c:pt idx="112">
                  <c:v>0.3659</c:v>
                </c:pt>
                <c:pt idx="113">
                  <c:v>0.36530000000000001</c:v>
                </c:pt>
                <c:pt idx="114">
                  <c:v>0.3826</c:v>
                </c:pt>
                <c:pt idx="115">
                  <c:v>0.39240000000000003</c:v>
                </c:pt>
                <c:pt idx="116">
                  <c:v>0.40410000000000001</c:v>
                </c:pt>
                <c:pt idx="117">
                  <c:v>0.40350000000000003</c:v>
                </c:pt>
                <c:pt idx="118">
                  <c:v>0.42459999999999998</c:v>
                </c:pt>
                <c:pt idx="119">
                  <c:v>0.49669999999999997</c:v>
                </c:pt>
                <c:pt idx="120">
                  <c:v>0.49590000000000001</c:v>
                </c:pt>
                <c:pt idx="121">
                  <c:v>0.53480000000000005</c:v>
                </c:pt>
                <c:pt idx="122">
                  <c:v>0.55279999999999996</c:v>
                </c:pt>
                <c:pt idx="123">
                  <c:v>0.62729999999999997</c:v>
                </c:pt>
                <c:pt idx="124">
                  <c:v>0.51659999999999995</c:v>
                </c:pt>
                <c:pt idx="125">
                  <c:v>0.48330000000000001</c:v>
                </c:pt>
                <c:pt idx="126">
                  <c:v>0.46789999999999998</c:v>
                </c:pt>
                <c:pt idx="127">
                  <c:v>0.4975</c:v>
                </c:pt>
                <c:pt idx="128">
                  <c:v>0.47110000000000002</c:v>
                </c:pt>
                <c:pt idx="129">
                  <c:v>0.44350000000000001</c:v>
                </c:pt>
                <c:pt idx="130">
                  <c:v>0.40239999999999998</c:v>
                </c:pt>
                <c:pt idx="131">
                  <c:v>0.38700000000000001</c:v>
                </c:pt>
                <c:pt idx="132">
                  <c:v>0.40060000000000001</c:v>
                </c:pt>
                <c:pt idx="133">
                  <c:v>0.44890000000000002</c:v>
                </c:pt>
                <c:pt idx="134">
                  <c:v>0.40129999999999999</c:v>
                </c:pt>
                <c:pt idx="135">
                  <c:v>0.37690000000000001</c:v>
                </c:pt>
                <c:pt idx="136">
                  <c:v>0.39119999999999999</c:v>
                </c:pt>
                <c:pt idx="137">
                  <c:v>0.4073</c:v>
                </c:pt>
                <c:pt idx="138">
                  <c:v>0.43630000000000002</c:v>
                </c:pt>
                <c:pt idx="139">
                  <c:v>0.43559999999999999</c:v>
                </c:pt>
                <c:pt idx="140">
                  <c:v>0.53369999999999995</c:v>
                </c:pt>
                <c:pt idx="141">
                  <c:v>0.52110000000000001</c:v>
                </c:pt>
                <c:pt idx="142">
                  <c:v>0.52200000000000002</c:v>
                </c:pt>
                <c:pt idx="143">
                  <c:v>0.505</c:v>
                </c:pt>
                <c:pt idx="144">
                  <c:v>0.438</c:v>
                </c:pt>
                <c:pt idx="145">
                  <c:v>0.51400000000000001</c:v>
                </c:pt>
                <c:pt idx="146">
                  <c:v>0.59509999999999996</c:v>
                </c:pt>
                <c:pt idx="147">
                  <c:v>0.626</c:v>
                </c:pt>
                <c:pt idx="148">
                  <c:v>0.56910000000000005</c:v>
                </c:pt>
                <c:pt idx="149">
                  <c:v>0.62709999999999999</c:v>
                </c:pt>
                <c:pt idx="150">
                  <c:v>0.63770000000000004</c:v>
                </c:pt>
                <c:pt idx="151">
                  <c:v>0.69069999999999998</c:v>
                </c:pt>
                <c:pt idx="152">
                  <c:v>0.62419999999999998</c:v>
                </c:pt>
                <c:pt idx="153">
                  <c:v>0.52170000000000005</c:v>
                </c:pt>
                <c:pt idx="154">
                  <c:v>0.53129999999999999</c:v>
                </c:pt>
                <c:pt idx="155">
                  <c:v>0.56799999999999995</c:v>
                </c:pt>
                <c:pt idx="156">
                  <c:v>0.54469999999999996</c:v>
                </c:pt>
                <c:pt idx="157">
                  <c:v>0.54510000000000003</c:v>
                </c:pt>
                <c:pt idx="158">
                  <c:v>0.59060000000000001</c:v>
                </c:pt>
                <c:pt idx="159">
                  <c:v>0.61960000000000004</c:v>
                </c:pt>
                <c:pt idx="160">
                  <c:v>0.61939999999999995</c:v>
                </c:pt>
                <c:pt idx="161">
                  <c:v>0.58989999999999998</c:v>
                </c:pt>
                <c:pt idx="162">
                  <c:v>0.59030000000000005</c:v>
                </c:pt>
                <c:pt idx="163">
                  <c:v>0.62629999999999997</c:v>
                </c:pt>
                <c:pt idx="164">
                  <c:v>0.6613</c:v>
                </c:pt>
                <c:pt idx="165">
                  <c:v>0.64639999999999997</c:v>
                </c:pt>
                <c:pt idx="166">
                  <c:v>0.64570000000000005</c:v>
                </c:pt>
                <c:pt idx="167">
                  <c:v>0.71199999999999997</c:v>
                </c:pt>
                <c:pt idx="168">
                  <c:v>0.7117</c:v>
                </c:pt>
                <c:pt idx="169">
                  <c:v>0.74280000000000002</c:v>
                </c:pt>
                <c:pt idx="170">
                  <c:v>0.74250000000000005</c:v>
                </c:pt>
                <c:pt idx="171">
                  <c:v>0.77780000000000005</c:v>
                </c:pt>
                <c:pt idx="172">
                  <c:v>0.71709999999999996</c:v>
                </c:pt>
                <c:pt idx="173">
                  <c:v>0.7752</c:v>
                </c:pt>
                <c:pt idx="174">
                  <c:v>0.81520000000000004</c:v>
                </c:pt>
                <c:pt idx="175">
                  <c:v>0.80349999999999999</c:v>
                </c:pt>
                <c:pt idx="176">
                  <c:v>0.74909999999999999</c:v>
                </c:pt>
                <c:pt idx="177">
                  <c:v>0.74919999999999998</c:v>
                </c:pt>
                <c:pt idx="178">
                  <c:v>0.73829999999999996</c:v>
                </c:pt>
                <c:pt idx="179">
                  <c:v>0.78839999999999999</c:v>
                </c:pt>
                <c:pt idx="180">
                  <c:v>0.83040000000000003</c:v>
                </c:pt>
                <c:pt idx="181">
                  <c:v>0.80100000000000005</c:v>
                </c:pt>
                <c:pt idx="182">
                  <c:v>0.8488</c:v>
                </c:pt>
                <c:pt idx="183">
                  <c:v>0.84919999999999995</c:v>
                </c:pt>
                <c:pt idx="184">
                  <c:v>0.77449999999999997</c:v>
                </c:pt>
                <c:pt idx="185">
                  <c:v>0.8054</c:v>
                </c:pt>
                <c:pt idx="186">
                  <c:v>0.80530000000000002</c:v>
                </c:pt>
                <c:pt idx="187">
                  <c:v>0.8054</c:v>
                </c:pt>
                <c:pt idx="188">
                  <c:v>0.86470000000000002</c:v>
                </c:pt>
                <c:pt idx="189">
                  <c:v>0.87660000000000005</c:v>
                </c:pt>
                <c:pt idx="190">
                  <c:v>0.86060000000000003</c:v>
                </c:pt>
                <c:pt idx="191">
                  <c:v>0.8609</c:v>
                </c:pt>
                <c:pt idx="192">
                  <c:v>0.8921</c:v>
                </c:pt>
                <c:pt idx="193">
                  <c:v>0.81399999999999995</c:v>
                </c:pt>
                <c:pt idx="194">
                  <c:v>0.85060000000000002</c:v>
                </c:pt>
                <c:pt idx="195">
                  <c:v>0.79610000000000003</c:v>
                </c:pt>
                <c:pt idx="196">
                  <c:v>0.77270000000000005</c:v>
                </c:pt>
                <c:pt idx="197">
                  <c:v>0.8216</c:v>
                </c:pt>
                <c:pt idx="198">
                  <c:v>0.79179999999999995</c:v>
                </c:pt>
                <c:pt idx="199">
                  <c:v>0.79200000000000004</c:v>
                </c:pt>
                <c:pt idx="200">
                  <c:v>0.8841</c:v>
                </c:pt>
                <c:pt idx="201">
                  <c:v>0.89539999999999997</c:v>
                </c:pt>
                <c:pt idx="202">
                  <c:v>0.95509999999999995</c:v>
                </c:pt>
                <c:pt idx="203">
                  <c:v>0.9123</c:v>
                </c:pt>
                <c:pt idx="204">
                  <c:v>0.88500000000000001</c:v>
                </c:pt>
                <c:pt idx="205">
                  <c:v>0.88519999999999999</c:v>
                </c:pt>
                <c:pt idx="206">
                  <c:v>0.92469999999999997</c:v>
                </c:pt>
                <c:pt idx="207">
                  <c:v>0.92469999999999997</c:v>
                </c:pt>
                <c:pt idx="208">
                  <c:v>0.98380000000000001</c:v>
                </c:pt>
                <c:pt idx="209">
                  <c:v>0.97370000000000001</c:v>
                </c:pt>
                <c:pt idx="210">
                  <c:v>0.97360000000000002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0.48220000000000002</c:v>
                </c:pt>
                <c:pt idx="254">
                  <c:v>0.52329999999999999</c:v>
                </c:pt>
                <c:pt idx="255">
                  <c:v>0.49919999999999998</c:v>
                </c:pt>
                <c:pt idx="256">
                  <c:v>0.49980000000000002</c:v>
                </c:pt>
                <c:pt idx="257">
                  <c:v>0.4541</c:v>
                </c:pt>
                <c:pt idx="258">
                  <c:v>0.45340000000000003</c:v>
                </c:pt>
                <c:pt idx="259">
                  <c:v>0.45390000000000003</c:v>
                </c:pt>
                <c:pt idx="260">
                  <c:v>0.45350000000000001</c:v>
                </c:pt>
                <c:pt idx="261">
                  <c:v>0.48209999999999997</c:v>
                </c:pt>
                <c:pt idx="262">
                  <c:v>0.51090000000000002</c:v>
                </c:pt>
                <c:pt idx="263">
                  <c:v>0.5101</c:v>
                </c:pt>
                <c:pt idx="264">
                  <c:v>0.499</c:v>
                </c:pt>
                <c:pt idx="265">
                  <c:v>0.48520000000000002</c:v>
                </c:pt>
                <c:pt idx="266">
                  <c:v>0.52949999999999997</c:v>
                </c:pt>
                <c:pt idx="267">
                  <c:v>0.52</c:v>
                </c:pt>
                <c:pt idx="268">
                  <c:v>0.48830000000000001</c:v>
                </c:pt>
                <c:pt idx="269">
                  <c:v>0.53269999999999995</c:v>
                </c:pt>
                <c:pt idx="270">
                  <c:v>0.55289999999999995</c:v>
                </c:pt>
                <c:pt idx="271">
                  <c:v>0.56640000000000001</c:v>
                </c:pt>
                <c:pt idx="272">
                  <c:v>0.56730000000000003</c:v>
                </c:pt>
                <c:pt idx="273">
                  <c:v>0.59560000000000002</c:v>
                </c:pt>
                <c:pt idx="274">
                  <c:v>0.59470000000000001</c:v>
                </c:pt>
                <c:pt idx="275">
                  <c:v>0.51349999999999996</c:v>
                </c:pt>
                <c:pt idx="276">
                  <c:v>0.54879999999999995</c:v>
                </c:pt>
                <c:pt idx="277">
                  <c:v>0.57130000000000003</c:v>
                </c:pt>
                <c:pt idx="278">
                  <c:v>0.5706</c:v>
                </c:pt>
                <c:pt idx="279">
                  <c:v>0.58720000000000006</c:v>
                </c:pt>
                <c:pt idx="280">
                  <c:v>0.61580000000000001</c:v>
                </c:pt>
                <c:pt idx="281">
                  <c:v>0.62560000000000004</c:v>
                </c:pt>
                <c:pt idx="282">
                  <c:v>0.6613</c:v>
                </c:pt>
                <c:pt idx="283">
                  <c:v>0.68459999999999999</c:v>
                </c:pt>
                <c:pt idx="284">
                  <c:v>0.70609999999999995</c:v>
                </c:pt>
                <c:pt idx="285">
                  <c:v>0.70599999999999996</c:v>
                </c:pt>
                <c:pt idx="286">
                  <c:v>0.74439999999999995</c:v>
                </c:pt>
                <c:pt idx="287">
                  <c:v>0.75700000000000001</c:v>
                </c:pt>
                <c:pt idx="288">
                  <c:v>0.72650000000000003</c:v>
                </c:pt>
                <c:pt idx="289">
                  <c:v>0.64949999999999997</c:v>
                </c:pt>
                <c:pt idx="290">
                  <c:v>0.60009999999999997</c:v>
                </c:pt>
                <c:pt idx="291">
                  <c:v>0.6008</c:v>
                </c:pt>
                <c:pt idx="292">
                  <c:v>0.58399999999999996</c:v>
                </c:pt>
                <c:pt idx="293">
                  <c:v>0.60680000000000001</c:v>
                </c:pt>
                <c:pt idx="294">
                  <c:v>0.56059999999999999</c:v>
                </c:pt>
                <c:pt idx="295">
                  <c:v>0.5605</c:v>
                </c:pt>
                <c:pt idx="296">
                  <c:v>0.54600000000000004</c:v>
                </c:pt>
                <c:pt idx="297">
                  <c:v>0.54620000000000002</c:v>
                </c:pt>
                <c:pt idx="298">
                  <c:v>0.54679999999999995</c:v>
                </c:pt>
                <c:pt idx="299">
                  <c:v>0.58509999999999995</c:v>
                </c:pt>
                <c:pt idx="300">
                  <c:v>0.61939999999999995</c:v>
                </c:pt>
                <c:pt idx="301">
                  <c:v>0.61060000000000003</c:v>
                </c:pt>
                <c:pt idx="302">
                  <c:v>0.56640000000000001</c:v>
                </c:pt>
                <c:pt idx="303">
                  <c:v>0.54490000000000005</c:v>
                </c:pt>
                <c:pt idx="304">
                  <c:v>0.51149999999999995</c:v>
                </c:pt>
                <c:pt idx="305">
                  <c:v>0.54969999999999997</c:v>
                </c:pt>
                <c:pt idx="306">
                  <c:v>0.64059999999999995</c:v>
                </c:pt>
                <c:pt idx="307">
                  <c:v>0.61550000000000005</c:v>
                </c:pt>
                <c:pt idx="308">
                  <c:v>0.59379999999999999</c:v>
                </c:pt>
                <c:pt idx="309">
                  <c:v>0.59379999999999999</c:v>
                </c:pt>
                <c:pt idx="310">
                  <c:v>0.61829999999999996</c:v>
                </c:pt>
                <c:pt idx="311">
                  <c:v>0.59630000000000005</c:v>
                </c:pt>
                <c:pt idx="312">
                  <c:v>0.56389999999999996</c:v>
                </c:pt>
                <c:pt idx="313">
                  <c:v>0.5282</c:v>
                </c:pt>
                <c:pt idx="314">
                  <c:v>0.51180000000000003</c:v>
                </c:pt>
                <c:pt idx="315">
                  <c:v>0.53639999999999999</c:v>
                </c:pt>
                <c:pt idx="316">
                  <c:v>0.45639999999999997</c:v>
                </c:pt>
                <c:pt idx="317">
                  <c:v>0.49390000000000001</c:v>
                </c:pt>
                <c:pt idx="318">
                  <c:v>0.48070000000000002</c:v>
                </c:pt>
                <c:pt idx="319">
                  <c:v>0.48110000000000003</c:v>
                </c:pt>
                <c:pt idx="320">
                  <c:v>0.52980000000000005</c:v>
                </c:pt>
                <c:pt idx="321">
                  <c:v>0.51819999999999999</c:v>
                </c:pt>
                <c:pt idx="322">
                  <c:v>0.5444</c:v>
                </c:pt>
                <c:pt idx="323">
                  <c:v>0.56630000000000003</c:v>
                </c:pt>
                <c:pt idx="324">
                  <c:v>0.56710000000000005</c:v>
                </c:pt>
                <c:pt idx="325">
                  <c:v>0.53910000000000002</c:v>
                </c:pt>
                <c:pt idx="326">
                  <c:v>0.56430000000000002</c:v>
                </c:pt>
                <c:pt idx="327">
                  <c:v>0.5968</c:v>
                </c:pt>
                <c:pt idx="328">
                  <c:v>0.58509999999999995</c:v>
                </c:pt>
                <c:pt idx="329">
                  <c:v>0.55000000000000004</c:v>
                </c:pt>
                <c:pt idx="330">
                  <c:v>0.5504</c:v>
                </c:pt>
                <c:pt idx="331">
                  <c:v>0.60499999999999998</c:v>
                </c:pt>
                <c:pt idx="332">
                  <c:v>0.61629999999999996</c:v>
                </c:pt>
                <c:pt idx="333">
                  <c:v>0.63339999999999996</c:v>
                </c:pt>
                <c:pt idx="334">
                  <c:v>0.6593</c:v>
                </c:pt>
                <c:pt idx="335">
                  <c:v>0.65969999999999995</c:v>
                </c:pt>
                <c:pt idx="336">
                  <c:v>0.61980000000000002</c:v>
                </c:pt>
                <c:pt idx="337">
                  <c:v>0.63849999999999996</c:v>
                </c:pt>
                <c:pt idx="338">
                  <c:v>0.62250000000000005</c:v>
                </c:pt>
                <c:pt idx="339">
                  <c:v>0.62339999999999995</c:v>
                </c:pt>
                <c:pt idx="340">
                  <c:v>0.65239999999999998</c:v>
                </c:pt>
                <c:pt idx="341">
                  <c:v>0.66969999999999996</c:v>
                </c:pt>
                <c:pt idx="342">
                  <c:v>0.67059999999999997</c:v>
                </c:pt>
                <c:pt idx="343">
                  <c:v>0.68820000000000003</c:v>
                </c:pt>
                <c:pt idx="344">
                  <c:v>0.70199999999999996</c:v>
                </c:pt>
                <c:pt idx="345">
                  <c:v>0.67090000000000005</c:v>
                </c:pt>
                <c:pt idx="346">
                  <c:v>0.7026</c:v>
                </c:pt>
                <c:pt idx="347">
                  <c:v>0.71530000000000005</c:v>
                </c:pt>
                <c:pt idx="348">
                  <c:v>0.71560000000000001</c:v>
                </c:pt>
                <c:pt idx="349">
                  <c:v>0.75849999999999995</c:v>
                </c:pt>
                <c:pt idx="350">
                  <c:v>0.79500000000000004</c:v>
                </c:pt>
                <c:pt idx="351">
                  <c:v>0.78490000000000004</c:v>
                </c:pt>
                <c:pt idx="352">
                  <c:v>0.78459999999999996</c:v>
                </c:pt>
                <c:pt idx="353">
                  <c:v>0.66969999999999996</c:v>
                </c:pt>
                <c:pt idx="354">
                  <c:v>0.67100000000000004</c:v>
                </c:pt>
                <c:pt idx="355">
                  <c:v>0.63049999999999995</c:v>
                </c:pt>
                <c:pt idx="356">
                  <c:v>0.56950000000000001</c:v>
                </c:pt>
                <c:pt idx="357">
                  <c:v>0.56950000000000001</c:v>
                </c:pt>
                <c:pt idx="358">
                  <c:v>0.55940000000000001</c:v>
                </c:pt>
                <c:pt idx="359">
                  <c:v>0.55859999999999999</c:v>
                </c:pt>
                <c:pt idx="360">
                  <c:v>0.57530000000000003</c:v>
                </c:pt>
                <c:pt idx="361">
                  <c:v>0.57599999999999996</c:v>
                </c:pt>
                <c:pt idx="362">
                  <c:v>0.57609999999999995</c:v>
                </c:pt>
                <c:pt idx="363">
                  <c:v>0.5917</c:v>
                </c:pt>
                <c:pt idx="364">
                  <c:v>0.57030000000000003</c:v>
                </c:pt>
                <c:pt idx="365">
                  <c:v>0.54220000000000002</c:v>
                </c:pt>
                <c:pt idx="366">
                  <c:v>0.4758</c:v>
                </c:pt>
                <c:pt idx="367">
                  <c:v>0.45739999999999997</c:v>
                </c:pt>
                <c:pt idx="368">
                  <c:v>0.4577</c:v>
                </c:pt>
                <c:pt idx="369">
                  <c:v>0.48580000000000001</c:v>
                </c:pt>
                <c:pt idx="370">
                  <c:v>0.54990000000000006</c:v>
                </c:pt>
                <c:pt idx="371">
                  <c:v>0.502</c:v>
                </c:pt>
                <c:pt idx="372">
                  <c:v>0.4516</c:v>
                </c:pt>
                <c:pt idx="373">
                  <c:v>0.4506</c:v>
                </c:pt>
                <c:pt idx="374">
                  <c:v>0.53090000000000004</c:v>
                </c:pt>
                <c:pt idx="375">
                  <c:v>0.50670000000000004</c:v>
                </c:pt>
                <c:pt idx="376">
                  <c:v>0.44140000000000001</c:v>
                </c:pt>
                <c:pt idx="377">
                  <c:v>0.4405</c:v>
                </c:pt>
                <c:pt idx="378">
                  <c:v>0.46210000000000001</c:v>
                </c:pt>
                <c:pt idx="379">
                  <c:v>0.49409999999999998</c:v>
                </c:pt>
                <c:pt idx="380">
                  <c:v>0.45600000000000002</c:v>
                </c:pt>
                <c:pt idx="381">
                  <c:v>0.49370000000000003</c:v>
                </c:pt>
                <c:pt idx="382">
                  <c:v>0.45329999999999998</c:v>
                </c:pt>
                <c:pt idx="383">
                  <c:v>0.48320000000000002</c:v>
                </c:pt>
                <c:pt idx="384">
                  <c:v>0.48409999999999997</c:v>
                </c:pt>
                <c:pt idx="385">
                  <c:v>0.50229999999999997</c:v>
                </c:pt>
                <c:pt idx="386">
                  <c:v>0.54669999999999996</c:v>
                </c:pt>
                <c:pt idx="387">
                  <c:v>0.48559999999999998</c:v>
                </c:pt>
                <c:pt idx="388">
                  <c:v>0.51890000000000003</c:v>
                </c:pt>
                <c:pt idx="389">
                  <c:v>0.54690000000000005</c:v>
                </c:pt>
                <c:pt idx="390">
                  <c:v>0.54630000000000001</c:v>
                </c:pt>
                <c:pt idx="391">
                  <c:v>0.56979999999999997</c:v>
                </c:pt>
                <c:pt idx="392">
                  <c:v>0.58689999999999998</c:v>
                </c:pt>
                <c:pt idx="393">
                  <c:v>0.53510000000000002</c:v>
                </c:pt>
                <c:pt idx="394">
                  <c:v>0.56189999999999996</c:v>
                </c:pt>
                <c:pt idx="395">
                  <c:v>0.59760000000000002</c:v>
                </c:pt>
                <c:pt idx="396">
                  <c:v>0.62119999999999997</c:v>
                </c:pt>
                <c:pt idx="397">
                  <c:v>0.66459999999999997</c:v>
                </c:pt>
                <c:pt idx="398">
                  <c:v>0.64159999999999995</c:v>
                </c:pt>
                <c:pt idx="399">
                  <c:v>0.70230000000000004</c:v>
                </c:pt>
                <c:pt idx="400">
                  <c:v>0.71809999999999996</c:v>
                </c:pt>
                <c:pt idx="401">
                  <c:v>0.71809999999999996</c:v>
                </c:pt>
                <c:pt idx="402">
                  <c:v>0.61399999999999999</c:v>
                </c:pt>
                <c:pt idx="403">
                  <c:v>0.63990000000000002</c:v>
                </c:pt>
                <c:pt idx="404">
                  <c:v>0.63990000000000002</c:v>
                </c:pt>
                <c:pt idx="405">
                  <c:v>0.57920000000000005</c:v>
                </c:pt>
                <c:pt idx="406">
                  <c:v>0.5353</c:v>
                </c:pt>
                <c:pt idx="407">
                  <c:v>0.53500000000000003</c:v>
                </c:pt>
                <c:pt idx="408">
                  <c:v>0.58020000000000005</c:v>
                </c:pt>
                <c:pt idx="409">
                  <c:v>0.52549999999999997</c:v>
                </c:pt>
                <c:pt idx="410">
                  <c:v>0.55079999999999996</c:v>
                </c:pt>
                <c:pt idx="411">
                  <c:v>0.5151</c:v>
                </c:pt>
                <c:pt idx="412">
                  <c:v>0.50280000000000002</c:v>
                </c:pt>
                <c:pt idx="413">
                  <c:v>0.54520000000000002</c:v>
                </c:pt>
                <c:pt idx="414">
                  <c:v>0.57599999999999996</c:v>
                </c:pt>
                <c:pt idx="415">
                  <c:v>0.57669999999999999</c:v>
                </c:pt>
                <c:pt idx="416">
                  <c:v>0.61939999999999995</c:v>
                </c:pt>
                <c:pt idx="417">
                  <c:v>0.47720000000000001</c:v>
                </c:pt>
                <c:pt idx="418">
                  <c:v>0.44140000000000001</c:v>
                </c:pt>
                <c:pt idx="419">
                  <c:v>0.42249999999999999</c:v>
                </c:pt>
                <c:pt idx="420">
                  <c:v>0.44090000000000001</c:v>
                </c:pt>
                <c:pt idx="421">
                  <c:v>0.46139999999999998</c:v>
                </c:pt>
                <c:pt idx="422">
                  <c:v>0.47220000000000001</c:v>
                </c:pt>
                <c:pt idx="423">
                  <c:v>0.47139999999999999</c:v>
                </c:pt>
                <c:pt idx="424">
                  <c:v>0.48730000000000001</c:v>
                </c:pt>
                <c:pt idx="425">
                  <c:v>0.48799999999999999</c:v>
                </c:pt>
                <c:pt idx="426">
                  <c:v>0.4869</c:v>
                </c:pt>
                <c:pt idx="427">
                  <c:v>0.46239999999999998</c:v>
                </c:pt>
                <c:pt idx="428">
                  <c:v>0.50290000000000001</c:v>
                </c:pt>
                <c:pt idx="429">
                  <c:v>0.56540000000000001</c:v>
                </c:pt>
                <c:pt idx="430">
                  <c:v>0.52470000000000006</c:v>
                </c:pt>
                <c:pt idx="431">
                  <c:v>0.49099999999999999</c:v>
                </c:pt>
                <c:pt idx="432">
                  <c:v>0.4592</c:v>
                </c:pt>
                <c:pt idx="433">
                  <c:v>0.44309999999999999</c:v>
                </c:pt>
                <c:pt idx="434">
                  <c:v>0.45519999999999999</c:v>
                </c:pt>
                <c:pt idx="435">
                  <c:v>0.48130000000000001</c:v>
                </c:pt>
                <c:pt idx="436">
                  <c:v>0.4612</c:v>
                </c:pt>
                <c:pt idx="437">
                  <c:v>0.50219999999999998</c:v>
                </c:pt>
                <c:pt idx="438">
                  <c:v>0.52780000000000005</c:v>
                </c:pt>
                <c:pt idx="439">
                  <c:v>0.55049999999999999</c:v>
                </c:pt>
                <c:pt idx="440">
                  <c:v>0.53639999999999999</c:v>
                </c:pt>
                <c:pt idx="441">
                  <c:v>0.53610000000000002</c:v>
                </c:pt>
                <c:pt idx="442">
                  <c:v>0.44040000000000001</c:v>
                </c:pt>
                <c:pt idx="443">
                  <c:v>0.42209999999999998</c:v>
                </c:pt>
                <c:pt idx="444">
                  <c:v>0.36230000000000001</c:v>
                </c:pt>
                <c:pt idx="445">
                  <c:v>0.26219999999999999</c:v>
                </c:pt>
                <c:pt idx="446">
                  <c:v>0.2437</c:v>
                </c:pt>
                <c:pt idx="447">
                  <c:v>0.2432</c:v>
                </c:pt>
                <c:pt idx="448">
                  <c:v>0.24310000000000001</c:v>
                </c:pt>
                <c:pt idx="449">
                  <c:v>0.16769999999999999</c:v>
                </c:pt>
                <c:pt idx="450">
                  <c:v>0.1062</c:v>
                </c:pt>
                <c:pt idx="451">
                  <c:v>0.108</c:v>
                </c:pt>
                <c:pt idx="452">
                  <c:v>0.1067</c:v>
                </c:pt>
                <c:pt idx="453">
                  <c:v>0.1071</c:v>
                </c:pt>
                <c:pt idx="454">
                  <c:v>0.108</c:v>
                </c:pt>
                <c:pt idx="455">
                  <c:v>0.1069</c:v>
                </c:pt>
                <c:pt idx="456">
                  <c:v>0.1061</c:v>
                </c:pt>
                <c:pt idx="457">
                  <c:v>0.10680000000000001</c:v>
                </c:pt>
                <c:pt idx="458">
                  <c:v>0.11</c:v>
                </c:pt>
                <c:pt idx="459">
                  <c:v>0.1091</c:v>
                </c:pt>
                <c:pt idx="460">
                  <c:v>0.1</c:v>
                </c:pt>
                <c:pt idx="461">
                  <c:v>9.9699999999999997E-2</c:v>
                </c:pt>
                <c:pt idx="462">
                  <c:v>9.9500000000000005E-2</c:v>
                </c:pt>
                <c:pt idx="463">
                  <c:v>9.9599999999999994E-2</c:v>
                </c:pt>
                <c:pt idx="464">
                  <c:v>9.7699999999999995E-2</c:v>
                </c:pt>
                <c:pt idx="465">
                  <c:v>9.8299999999999998E-2</c:v>
                </c:pt>
                <c:pt idx="466">
                  <c:v>9.74E-2</c:v>
                </c:pt>
                <c:pt idx="467">
                  <c:v>9.74E-2</c:v>
                </c:pt>
                <c:pt idx="468">
                  <c:v>9.74E-2</c:v>
                </c:pt>
                <c:pt idx="469">
                  <c:v>9.7900000000000001E-2</c:v>
                </c:pt>
                <c:pt idx="470">
                  <c:v>9.7799999999999998E-2</c:v>
                </c:pt>
                <c:pt idx="471">
                  <c:v>9.8400000000000001E-2</c:v>
                </c:pt>
                <c:pt idx="472">
                  <c:v>9.8900000000000002E-2</c:v>
                </c:pt>
                <c:pt idx="473">
                  <c:v>9.8400000000000001E-2</c:v>
                </c:pt>
                <c:pt idx="474">
                  <c:v>9.98E-2</c:v>
                </c:pt>
                <c:pt idx="475">
                  <c:v>9.9900000000000003E-2</c:v>
                </c:pt>
                <c:pt idx="476">
                  <c:v>9.8799999999999999E-2</c:v>
                </c:pt>
                <c:pt idx="477">
                  <c:v>9.7500000000000003E-2</c:v>
                </c:pt>
                <c:pt idx="478">
                  <c:v>9.5600000000000004E-2</c:v>
                </c:pt>
                <c:pt idx="479">
                  <c:v>9.4799999999999995E-2</c:v>
                </c:pt>
                <c:pt idx="480">
                  <c:v>9.7199999999999995E-2</c:v>
                </c:pt>
                <c:pt idx="481">
                  <c:v>9.8199999999999996E-2</c:v>
                </c:pt>
                <c:pt idx="482">
                  <c:v>9.7699999999999995E-2</c:v>
                </c:pt>
                <c:pt idx="483">
                  <c:v>0.10009999999999999</c:v>
                </c:pt>
                <c:pt idx="484">
                  <c:v>9.98E-2</c:v>
                </c:pt>
                <c:pt idx="485">
                  <c:v>9.9199999999999997E-2</c:v>
                </c:pt>
                <c:pt idx="486">
                  <c:v>9.8900000000000002E-2</c:v>
                </c:pt>
                <c:pt idx="487">
                  <c:v>9.8199999999999996E-2</c:v>
                </c:pt>
                <c:pt idx="488">
                  <c:v>9.7100000000000006E-2</c:v>
                </c:pt>
                <c:pt idx="489">
                  <c:v>9.6699999999999994E-2</c:v>
                </c:pt>
                <c:pt idx="490">
                  <c:v>9.6199999999999994E-2</c:v>
                </c:pt>
                <c:pt idx="491">
                  <c:v>9.5899999999999999E-2</c:v>
                </c:pt>
                <c:pt idx="492">
                  <c:v>0.1013</c:v>
                </c:pt>
                <c:pt idx="493">
                  <c:v>0.1021</c:v>
                </c:pt>
                <c:pt idx="494">
                  <c:v>9.9900000000000003E-2</c:v>
                </c:pt>
                <c:pt idx="495">
                  <c:v>0.1013</c:v>
                </c:pt>
                <c:pt idx="496">
                  <c:v>9.8500000000000004E-2</c:v>
                </c:pt>
                <c:pt idx="497">
                  <c:v>9.8000000000000004E-2</c:v>
                </c:pt>
                <c:pt idx="498">
                  <c:v>9.7699999999999995E-2</c:v>
                </c:pt>
                <c:pt idx="499">
                  <c:v>9.8500000000000004E-2</c:v>
                </c:pt>
                <c:pt idx="500">
                  <c:v>9.6699999999999994E-2</c:v>
                </c:pt>
                <c:pt idx="501">
                  <c:v>9.7500000000000003E-2</c:v>
                </c:pt>
                <c:pt idx="502">
                  <c:v>9.69E-2</c:v>
                </c:pt>
                <c:pt idx="503">
                  <c:v>9.5399999999999999E-2</c:v>
                </c:pt>
                <c:pt idx="504">
                  <c:v>9.5100000000000004E-2</c:v>
                </c:pt>
                <c:pt idx="505">
                  <c:v>9.5200000000000007E-2</c:v>
                </c:pt>
                <c:pt idx="506">
                  <c:v>0.48060000000000003</c:v>
                </c:pt>
                <c:pt idx="507">
                  <c:v>0.46870000000000001</c:v>
                </c:pt>
                <c:pt idx="508">
                  <c:v>0.46839999999999998</c:v>
                </c:pt>
                <c:pt idx="509">
                  <c:v>0.46839999999999998</c:v>
                </c:pt>
                <c:pt idx="510">
                  <c:v>0.46879999999999999</c:v>
                </c:pt>
                <c:pt idx="511">
                  <c:v>0.42059999999999997</c:v>
                </c:pt>
                <c:pt idx="512">
                  <c:v>0.46579999999999999</c:v>
                </c:pt>
                <c:pt idx="513">
                  <c:v>0.46460000000000001</c:v>
                </c:pt>
                <c:pt idx="514">
                  <c:v>0.45440000000000003</c:v>
                </c:pt>
                <c:pt idx="515">
                  <c:v>0.44500000000000001</c:v>
                </c:pt>
                <c:pt idx="516">
                  <c:v>0.43049999999999999</c:v>
                </c:pt>
                <c:pt idx="517">
                  <c:v>0.3926</c:v>
                </c:pt>
                <c:pt idx="518">
                  <c:v>0.39219999999999999</c:v>
                </c:pt>
                <c:pt idx="519">
                  <c:v>0.39150000000000001</c:v>
                </c:pt>
                <c:pt idx="520">
                  <c:v>0.41549999999999998</c:v>
                </c:pt>
                <c:pt idx="521">
                  <c:v>0.41639999999999999</c:v>
                </c:pt>
                <c:pt idx="522">
                  <c:v>0.4461</c:v>
                </c:pt>
                <c:pt idx="523">
                  <c:v>0.42280000000000001</c:v>
                </c:pt>
                <c:pt idx="524">
                  <c:v>0.42309999999999998</c:v>
                </c:pt>
                <c:pt idx="525">
                  <c:v>0.40160000000000001</c:v>
                </c:pt>
                <c:pt idx="526">
                  <c:v>0.36570000000000003</c:v>
                </c:pt>
                <c:pt idx="527">
                  <c:v>0.3664</c:v>
                </c:pt>
                <c:pt idx="528">
                  <c:v>0.40760000000000002</c:v>
                </c:pt>
                <c:pt idx="529">
                  <c:v>0.40710000000000002</c:v>
                </c:pt>
                <c:pt idx="530">
                  <c:v>0.42230000000000001</c:v>
                </c:pt>
                <c:pt idx="531">
                  <c:v>0.4425</c:v>
                </c:pt>
                <c:pt idx="532">
                  <c:v>0.44309999999999999</c:v>
                </c:pt>
                <c:pt idx="533">
                  <c:v>0.43240000000000001</c:v>
                </c:pt>
                <c:pt idx="534">
                  <c:v>0.45810000000000001</c:v>
                </c:pt>
                <c:pt idx="535">
                  <c:v>0.45739999999999997</c:v>
                </c:pt>
                <c:pt idx="536">
                  <c:v>0.4698</c:v>
                </c:pt>
                <c:pt idx="537">
                  <c:v>0.44309999999999999</c:v>
                </c:pt>
                <c:pt idx="538">
                  <c:v>0.442</c:v>
                </c:pt>
                <c:pt idx="539">
                  <c:v>0.45279999999999998</c:v>
                </c:pt>
                <c:pt idx="540">
                  <c:v>0.43</c:v>
                </c:pt>
                <c:pt idx="541">
                  <c:v>0.38340000000000002</c:v>
                </c:pt>
                <c:pt idx="542">
                  <c:v>0.38229999999999997</c:v>
                </c:pt>
                <c:pt idx="543">
                  <c:v>0.40410000000000001</c:v>
                </c:pt>
                <c:pt idx="544">
                  <c:v>0.33950000000000002</c:v>
                </c:pt>
                <c:pt idx="545">
                  <c:v>0.32619999999999999</c:v>
                </c:pt>
                <c:pt idx="546">
                  <c:v>0.36770000000000003</c:v>
                </c:pt>
                <c:pt idx="547">
                  <c:v>0.3669</c:v>
                </c:pt>
                <c:pt idx="548">
                  <c:v>0.39269999999999999</c:v>
                </c:pt>
                <c:pt idx="549">
                  <c:v>0.37209999999999999</c:v>
                </c:pt>
                <c:pt idx="550">
                  <c:v>0.37190000000000001</c:v>
                </c:pt>
                <c:pt idx="551">
                  <c:v>0.44369999999999998</c:v>
                </c:pt>
                <c:pt idx="552">
                  <c:v>0.44379999999999997</c:v>
                </c:pt>
                <c:pt idx="553">
                  <c:v>0.44379999999999997</c:v>
                </c:pt>
                <c:pt idx="554">
                  <c:v>0.47260000000000002</c:v>
                </c:pt>
                <c:pt idx="555">
                  <c:v>0.41389999999999999</c:v>
                </c:pt>
                <c:pt idx="556">
                  <c:v>0.35930000000000001</c:v>
                </c:pt>
                <c:pt idx="557">
                  <c:v>0.35959999999999998</c:v>
                </c:pt>
                <c:pt idx="558">
                  <c:v>0.29670000000000002</c:v>
                </c:pt>
                <c:pt idx="559">
                  <c:v>0.313</c:v>
                </c:pt>
                <c:pt idx="560">
                  <c:v>0.34329999999999999</c:v>
                </c:pt>
                <c:pt idx="561">
                  <c:v>0.34429999999999999</c:v>
                </c:pt>
                <c:pt idx="562">
                  <c:v>0.31580000000000003</c:v>
                </c:pt>
                <c:pt idx="563">
                  <c:v>0.30669999999999997</c:v>
                </c:pt>
                <c:pt idx="564">
                  <c:v>0.30580000000000002</c:v>
                </c:pt>
                <c:pt idx="565">
                  <c:v>0.2737</c:v>
                </c:pt>
                <c:pt idx="566">
                  <c:v>0.27310000000000001</c:v>
                </c:pt>
                <c:pt idx="567">
                  <c:v>0.29580000000000001</c:v>
                </c:pt>
                <c:pt idx="568">
                  <c:v>0.2838</c:v>
                </c:pt>
                <c:pt idx="569">
                  <c:v>0.28439999999999999</c:v>
                </c:pt>
                <c:pt idx="570">
                  <c:v>0.2838</c:v>
                </c:pt>
                <c:pt idx="571">
                  <c:v>0.2823</c:v>
                </c:pt>
                <c:pt idx="572">
                  <c:v>0.3105</c:v>
                </c:pt>
                <c:pt idx="573">
                  <c:v>0.2964</c:v>
                </c:pt>
                <c:pt idx="574">
                  <c:v>0.27460000000000001</c:v>
                </c:pt>
                <c:pt idx="575">
                  <c:v>0.27379999999999999</c:v>
                </c:pt>
                <c:pt idx="576">
                  <c:v>0.25750000000000001</c:v>
                </c:pt>
                <c:pt idx="577">
                  <c:v>0.27239999999999998</c:v>
                </c:pt>
                <c:pt idx="578">
                  <c:v>0.27210000000000001</c:v>
                </c:pt>
                <c:pt idx="579">
                  <c:v>0.33250000000000002</c:v>
                </c:pt>
                <c:pt idx="580">
                  <c:v>0.33300000000000002</c:v>
                </c:pt>
                <c:pt idx="581">
                  <c:v>0.33260000000000001</c:v>
                </c:pt>
                <c:pt idx="582">
                  <c:v>0.30030000000000001</c:v>
                </c:pt>
                <c:pt idx="583">
                  <c:v>0.2848</c:v>
                </c:pt>
                <c:pt idx="584">
                  <c:v>0.26500000000000001</c:v>
                </c:pt>
                <c:pt idx="585">
                  <c:v>0.26419999999999999</c:v>
                </c:pt>
                <c:pt idx="586">
                  <c:v>0.23330000000000001</c:v>
                </c:pt>
                <c:pt idx="587">
                  <c:v>0.2132</c:v>
                </c:pt>
                <c:pt idx="588">
                  <c:v>0.2127</c:v>
                </c:pt>
                <c:pt idx="589">
                  <c:v>0.2122</c:v>
                </c:pt>
                <c:pt idx="590">
                  <c:v>0.1895</c:v>
                </c:pt>
                <c:pt idx="591">
                  <c:v>0.18970000000000001</c:v>
                </c:pt>
                <c:pt idx="592">
                  <c:v>0.17599999999999999</c:v>
                </c:pt>
                <c:pt idx="593">
                  <c:v>0.17680000000000001</c:v>
                </c:pt>
                <c:pt idx="594">
                  <c:v>0.15509999999999999</c:v>
                </c:pt>
                <c:pt idx="595">
                  <c:v>0.14530000000000001</c:v>
                </c:pt>
                <c:pt idx="596">
                  <c:v>0.13239999999999999</c:v>
                </c:pt>
                <c:pt idx="597">
                  <c:v>0.19040000000000001</c:v>
                </c:pt>
                <c:pt idx="598">
                  <c:v>0.1898</c:v>
                </c:pt>
                <c:pt idx="599">
                  <c:v>0.19040000000000001</c:v>
                </c:pt>
                <c:pt idx="600">
                  <c:v>0.18940000000000001</c:v>
                </c:pt>
                <c:pt idx="601">
                  <c:v>0.20280000000000001</c:v>
                </c:pt>
                <c:pt idx="602">
                  <c:v>0.2407</c:v>
                </c:pt>
                <c:pt idx="603">
                  <c:v>0.2288</c:v>
                </c:pt>
                <c:pt idx="604">
                  <c:v>0.22739999999999999</c:v>
                </c:pt>
                <c:pt idx="605">
                  <c:v>0.22839999999999999</c:v>
                </c:pt>
                <c:pt idx="606">
                  <c:v>0.247</c:v>
                </c:pt>
                <c:pt idx="607">
                  <c:v>0.2772</c:v>
                </c:pt>
                <c:pt idx="608">
                  <c:v>0.23419999999999999</c:v>
                </c:pt>
                <c:pt idx="609">
                  <c:v>0.1817</c:v>
                </c:pt>
                <c:pt idx="610">
                  <c:v>0.17100000000000001</c:v>
                </c:pt>
                <c:pt idx="611">
                  <c:v>0.17019999999999999</c:v>
                </c:pt>
                <c:pt idx="612">
                  <c:v>0.1694</c:v>
                </c:pt>
                <c:pt idx="613">
                  <c:v>0.19589999999999999</c:v>
                </c:pt>
                <c:pt idx="614">
                  <c:v>0.21029999999999999</c:v>
                </c:pt>
                <c:pt idx="615">
                  <c:v>0.1978</c:v>
                </c:pt>
                <c:pt idx="616">
                  <c:v>0.1799</c:v>
                </c:pt>
                <c:pt idx="617">
                  <c:v>0.21560000000000001</c:v>
                </c:pt>
                <c:pt idx="618">
                  <c:v>0.20399999999999999</c:v>
                </c:pt>
                <c:pt idx="619">
                  <c:v>0.17219999999999999</c:v>
                </c:pt>
                <c:pt idx="620">
                  <c:v>0.19819999999999999</c:v>
                </c:pt>
                <c:pt idx="621">
                  <c:v>0.16420000000000001</c:v>
                </c:pt>
                <c:pt idx="622">
                  <c:v>0.16470000000000001</c:v>
                </c:pt>
                <c:pt idx="623">
                  <c:v>0.13930000000000001</c:v>
                </c:pt>
                <c:pt idx="624">
                  <c:v>0.1062</c:v>
                </c:pt>
                <c:pt idx="625">
                  <c:v>0.1166</c:v>
                </c:pt>
                <c:pt idx="626">
                  <c:v>0.1159</c:v>
                </c:pt>
                <c:pt idx="627">
                  <c:v>0.13389999999999999</c:v>
                </c:pt>
                <c:pt idx="628">
                  <c:v>0.1087</c:v>
                </c:pt>
                <c:pt idx="629">
                  <c:v>0.11990000000000001</c:v>
                </c:pt>
                <c:pt idx="630">
                  <c:v>0.1195</c:v>
                </c:pt>
                <c:pt idx="631">
                  <c:v>0.1</c:v>
                </c:pt>
                <c:pt idx="632">
                  <c:v>0.1013</c:v>
                </c:pt>
                <c:pt idx="633">
                  <c:v>0.1013</c:v>
                </c:pt>
                <c:pt idx="634">
                  <c:v>0.10979999999999999</c:v>
                </c:pt>
                <c:pt idx="635">
                  <c:v>0.1</c:v>
                </c:pt>
                <c:pt idx="636">
                  <c:v>9.9599999999999994E-2</c:v>
                </c:pt>
                <c:pt idx="637">
                  <c:v>0.10340000000000001</c:v>
                </c:pt>
                <c:pt idx="638">
                  <c:v>0.10249999999999999</c:v>
                </c:pt>
                <c:pt idx="639">
                  <c:v>0.1012</c:v>
                </c:pt>
                <c:pt idx="640">
                  <c:v>0.1013</c:v>
                </c:pt>
                <c:pt idx="641">
                  <c:v>0.10390000000000001</c:v>
                </c:pt>
                <c:pt idx="642">
                  <c:v>0.1019</c:v>
                </c:pt>
                <c:pt idx="643">
                  <c:v>0.1022</c:v>
                </c:pt>
                <c:pt idx="644">
                  <c:v>0.1021</c:v>
                </c:pt>
                <c:pt idx="645">
                  <c:v>0.1017</c:v>
                </c:pt>
                <c:pt idx="646">
                  <c:v>0.1003</c:v>
                </c:pt>
                <c:pt idx="647">
                  <c:v>0.10150000000000001</c:v>
                </c:pt>
                <c:pt idx="648">
                  <c:v>0.1003</c:v>
                </c:pt>
                <c:pt idx="649">
                  <c:v>0.1018</c:v>
                </c:pt>
                <c:pt idx="650">
                  <c:v>0.1071</c:v>
                </c:pt>
                <c:pt idx="651">
                  <c:v>0.10680000000000001</c:v>
                </c:pt>
                <c:pt idx="652">
                  <c:v>0.10630000000000001</c:v>
                </c:pt>
                <c:pt idx="653">
                  <c:v>0.10929999999999999</c:v>
                </c:pt>
                <c:pt idx="654">
                  <c:v>0.1</c:v>
                </c:pt>
                <c:pt idx="655">
                  <c:v>9.98E-2</c:v>
                </c:pt>
                <c:pt idx="656">
                  <c:v>0.1019</c:v>
                </c:pt>
                <c:pt idx="657">
                  <c:v>0.1023</c:v>
                </c:pt>
                <c:pt idx="658">
                  <c:v>0.1042</c:v>
                </c:pt>
                <c:pt idx="659">
                  <c:v>0.1019</c:v>
                </c:pt>
                <c:pt idx="660">
                  <c:v>0.1047</c:v>
                </c:pt>
                <c:pt idx="661">
                  <c:v>0.10299999999999999</c:v>
                </c:pt>
                <c:pt idx="662">
                  <c:v>0.1026</c:v>
                </c:pt>
                <c:pt idx="663">
                  <c:v>0.10249999999999999</c:v>
                </c:pt>
                <c:pt idx="664">
                  <c:v>0.1042</c:v>
                </c:pt>
                <c:pt idx="665">
                  <c:v>0.1037</c:v>
                </c:pt>
                <c:pt idx="666">
                  <c:v>0.10299999999999999</c:v>
                </c:pt>
                <c:pt idx="667">
                  <c:v>9.9500000000000005E-2</c:v>
                </c:pt>
                <c:pt idx="668">
                  <c:v>9.8799999999999999E-2</c:v>
                </c:pt>
                <c:pt idx="669">
                  <c:v>0.10009999999999999</c:v>
                </c:pt>
                <c:pt idx="670">
                  <c:v>9.6699999999999994E-2</c:v>
                </c:pt>
                <c:pt idx="671">
                  <c:v>9.5399999999999999E-2</c:v>
                </c:pt>
                <c:pt idx="672">
                  <c:v>9.4899999999999998E-2</c:v>
                </c:pt>
                <c:pt idx="673">
                  <c:v>9.8900000000000002E-2</c:v>
                </c:pt>
                <c:pt idx="674">
                  <c:v>9.5299999999999996E-2</c:v>
                </c:pt>
                <c:pt idx="675">
                  <c:v>9.7299999999999998E-2</c:v>
                </c:pt>
                <c:pt idx="676">
                  <c:v>9.6799999999999997E-2</c:v>
                </c:pt>
                <c:pt idx="677">
                  <c:v>9.69E-2</c:v>
                </c:pt>
                <c:pt idx="678">
                  <c:v>9.7000000000000003E-2</c:v>
                </c:pt>
                <c:pt idx="679">
                  <c:v>9.6699999999999994E-2</c:v>
                </c:pt>
                <c:pt idx="680">
                  <c:v>0.1003</c:v>
                </c:pt>
                <c:pt idx="681">
                  <c:v>9.9900000000000003E-2</c:v>
                </c:pt>
                <c:pt idx="682">
                  <c:v>9.8400000000000001E-2</c:v>
                </c:pt>
                <c:pt idx="683">
                  <c:v>9.9199999999999997E-2</c:v>
                </c:pt>
                <c:pt idx="684">
                  <c:v>9.9699999999999997E-2</c:v>
                </c:pt>
                <c:pt idx="685">
                  <c:v>0.1</c:v>
                </c:pt>
                <c:pt idx="686">
                  <c:v>0.1018</c:v>
                </c:pt>
                <c:pt idx="687">
                  <c:v>0.10059999999999999</c:v>
                </c:pt>
                <c:pt idx="688">
                  <c:v>0.10150000000000001</c:v>
                </c:pt>
                <c:pt idx="689">
                  <c:v>0.1017</c:v>
                </c:pt>
                <c:pt idx="690">
                  <c:v>0.1026</c:v>
                </c:pt>
                <c:pt idx="691">
                  <c:v>0.10349999999999999</c:v>
                </c:pt>
                <c:pt idx="692">
                  <c:v>0.1017</c:v>
                </c:pt>
                <c:pt idx="693">
                  <c:v>0.1032</c:v>
                </c:pt>
                <c:pt idx="694">
                  <c:v>0.1036</c:v>
                </c:pt>
                <c:pt idx="695">
                  <c:v>0.1022</c:v>
                </c:pt>
                <c:pt idx="696">
                  <c:v>9.9599999999999994E-2</c:v>
                </c:pt>
                <c:pt idx="697">
                  <c:v>9.8100000000000007E-2</c:v>
                </c:pt>
                <c:pt idx="698">
                  <c:v>0.10059999999999999</c:v>
                </c:pt>
                <c:pt idx="699">
                  <c:v>0.10009999999999999</c:v>
                </c:pt>
                <c:pt idx="700">
                  <c:v>0.1014</c:v>
                </c:pt>
                <c:pt idx="701">
                  <c:v>0.1046</c:v>
                </c:pt>
                <c:pt idx="702">
                  <c:v>0.1038</c:v>
                </c:pt>
                <c:pt idx="703">
                  <c:v>0.10440000000000001</c:v>
                </c:pt>
                <c:pt idx="704">
                  <c:v>0.10580000000000001</c:v>
                </c:pt>
                <c:pt idx="705">
                  <c:v>0.1086</c:v>
                </c:pt>
                <c:pt idx="706">
                  <c:v>0.109</c:v>
                </c:pt>
                <c:pt idx="707">
                  <c:v>0.1085</c:v>
                </c:pt>
                <c:pt idx="708">
                  <c:v>0.1</c:v>
                </c:pt>
                <c:pt idx="709">
                  <c:v>0.10059999999999999</c:v>
                </c:pt>
                <c:pt idx="710">
                  <c:v>0.1016</c:v>
                </c:pt>
                <c:pt idx="711">
                  <c:v>0.1</c:v>
                </c:pt>
                <c:pt idx="712">
                  <c:v>9.8199999999999996E-2</c:v>
                </c:pt>
                <c:pt idx="713">
                  <c:v>9.8699999999999996E-2</c:v>
                </c:pt>
                <c:pt idx="714">
                  <c:v>0.1013</c:v>
                </c:pt>
                <c:pt idx="715">
                  <c:v>0.1014</c:v>
                </c:pt>
                <c:pt idx="716">
                  <c:v>0.1013</c:v>
                </c:pt>
                <c:pt idx="717">
                  <c:v>0.1013</c:v>
                </c:pt>
                <c:pt idx="718">
                  <c:v>0.10059999999999999</c:v>
                </c:pt>
                <c:pt idx="719">
                  <c:v>0.1014</c:v>
                </c:pt>
                <c:pt idx="720">
                  <c:v>0.1018</c:v>
                </c:pt>
                <c:pt idx="721">
                  <c:v>0.1043</c:v>
                </c:pt>
                <c:pt idx="722">
                  <c:v>0.104</c:v>
                </c:pt>
                <c:pt idx="723">
                  <c:v>0.1052</c:v>
                </c:pt>
                <c:pt idx="724">
                  <c:v>0.1052</c:v>
                </c:pt>
                <c:pt idx="725">
                  <c:v>0.1055</c:v>
                </c:pt>
                <c:pt idx="726">
                  <c:v>0.1022</c:v>
                </c:pt>
                <c:pt idx="727">
                  <c:v>0.10290000000000001</c:v>
                </c:pt>
                <c:pt idx="728">
                  <c:v>0.104</c:v>
                </c:pt>
                <c:pt idx="729">
                  <c:v>0.1009</c:v>
                </c:pt>
                <c:pt idx="730">
                  <c:v>9.9400000000000002E-2</c:v>
                </c:pt>
                <c:pt idx="731">
                  <c:v>9.7500000000000003E-2</c:v>
                </c:pt>
                <c:pt idx="732">
                  <c:v>9.5799999999999996E-2</c:v>
                </c:pt>
                <c:pt idx="733">
                  <c:v>9.6199999999999994E-2</c:v>
                </c:pt>
                <c:pt idx="734">
                  <c:v>9.6000000000000002E-2</c:v>
                </c:pt>
                <c:pt idx="735">
                  <c:v>9.1200000000000003E-2</c:v>
                </c:pt>
                <c:pt idx="736">
                  <c:v>9.1899999999999996E-2</c:v>
                </c:pt>
                <c:pt idx="737">
                  <c:v>9.2899999999999996E-2</c:v>
                </c:pt>
                <c:pt idx="738">
                  <c:v>9.1300000000000006E-2</c:v>
                </c:pt>
                <c:pt idx="739">
                  <c:v>9.4E-2</c:v>
                </c:pt>
                <c:pt idx="740">
                  <c:v>9.3299999999999994E-2</c:v>
                </c:pt>
                <c:pt idx="741">
                  <c:v>0.1</c:v>
                </c:pt>
                <c:pt idx="742">
                  <c:v>9.0800000000000006E-2</c:v>
                </c:pt>
                <c:pt idx="743">
                  <c:v>9.35E-2</c:v>
                </c:pt>
                <c:pt idx="744">
                  <c:v>9.6199999999999994E-2</c:v>
                </c:pt>
                <c:pt idx="745">
                  <c:v>9.3899999999999997E-2</c:v>
                </c:pt>
                <c:pt idx="746">
                  <c:v>9.6699999999999994E-2</c:v>
                </c:pt>
                <c:pt idx="747">
                  <c:v>9.8599999999999993E-2</c:v>
                </c:pt>
                <c:pt idx="748">
                  <c:v>0.1002</c:v>
                </c:pt>
                <c:pt idx="749">
                  <c:v>0.10199999999999999</c:v>
                </c:pt>
                <c:pt idx="750">
                  <c:v>0.1069</c:v>
                </c:pt>
                <c:pt idx="751">
                  <c:v>0.10440000000000001</c:v>
                </c:pt>
                <c:pt idx="752">
                  <c:v>0.1061</c:v>
                </c:pt>
                <c:pt idx="753">
                  <c:v>0.1041</c:v>
                </c:pt>
                <c:pt idx="754">
                  <c:v>0.1037</c:v>
                </c:pt>
                <c:pt idx="755">
                  <c:v>0.10199999999999999</c:v>
                </c:pt>
                <c:pt idx="756">
                  <c:v>9.9500000000000005E-2</c:v>
                </c:pt>
                <c:pt idx="757">
                  <c:v>9.8199999999999996E-2</c:v>
                </c:pt>
                <c:pt idx="758">
                  <c:v>9.9599999999999994E-2</c:v>
                </c:pt>
                <c:pt idx="759">
                  <c:v>0.44479999999999997</c:v>
                </c:pt>
                <c:pt idx="760">
                  <c:v>0.43180000000000002</c:v>
                </c:pt>
                <c:pt idx="761">
                  <c:v>0.43219999999999997</c:v>
                </c:pt>
                <c:pt idx="762">
                  <c:v>0.46029999999999999</c:v>
                </c:pt>
                <c:pt idx="763">
                  <c:v>0.51419999999999999</c:v>
                </c:pt>
                <c:pt idx="764">
                  <c:v>0.5161</c:v>
                </c:pt>
                <c:pt idx="765">
                  <c:v>0.51349999999999996</c:v>
                </c:pt>
                <c:pt idx="766">
                  <c:v>0.52839999999999998</c:v>
                </c:pt>
                <c:pt idx="767">
                  <c:v>0.54310000000000003</c:v>
                </c:pt>
                <c:pt idx="768">
                  <c:v>0.54200000000000004</c:v>
                </c:pt>
                <c:pt idx="769">
                  <c:v>0.50029999999999997</c:v>
                </c:pt>
                <c:pt idx="770">
                  <c:v>0.53190000000000004</c:v>
                </c:pt>
                <c:pt idx="771">
                  <c:v>0.57079999999999997</c:v>
                </c:pt>
                <c:pt idx="772">
                  <c:v>0.55820000000000003</c:v>
                </c:pt>
                <c:pt idx="773">
                  <c:v>0.54620000000000002</c:v>
                </c:pt>
                <c:pt idx="774">
                  <c:v>0.54849999999999999</c:v>
                </c:pt>
                <c:pt idx="775">
                  <c:v>0.54790000000000005</c:v>
                </c:pt>
                <c:pt idx="776">
                  <c:v>0.47170000000000001</c:v>
                </c:pt>
                <c:pt idx="777">
                  <c:v>0.47270000000000001</c:v>
                </c:pt>
                <c:pt idx="778">
                  <c:v>0.51</c:v>
                </c:pt>
                <c:pt idx="779">
                  <c:v>0.52680000000000005</c:v>
                </c:pt>
                <c:pt idx="780">
                  <c:v>0.51859999999999995</c:v>
                </c:pt>
                <c:pt idx="781">
                  <c:v>0.48680000000000001</c:v>
                </c:pt>
                <c:pt idx="782">
                  <c:v>0.50960000000000005</c:v>
                </c:pt>
                <c:pt idx="783">
                  <c:v>0.49819999999999998</c:v>
                </c:pt>
                <c:pt idx="784">
                  <c:v>0.4985</c:v>
                </c:pt>
                <c:pt idx="785">
                  <c:v>0.48159999999999997</c:v>
                </c:pt>
                <c:pt idx="786">
                  <c:v>0.46779999999999999</c:v>
                </c:pt>
                <c:pt idx="787">
                  <c:v>0.48970000000000002</c:v>
                </c:pt>
                <c:pt idx="788">
                  <c:v>0.47020000000000001</c:v>
                </c:pt>
                <c:pt idx="789">
                  <c:v>0.496</c:v>
                </c:pt>
                <c:pt idx="790">
                  <c:v>0.49790000000000001</c:v>
                </c:pt>
                <c:pt idx="791">
                  <c:v>0.50780000000000003</c:v>
                </c:pt>
                <c:pt idx="792">
                  <c:v>0.47520000000000001</c:v>
                </c:pt>
                <c:pt idx="793">
                  <c:v>0.49009999999999998</c:v>
                </c:pt>
                <c:pt idx="794">
                  <c:v>0.49030000000000001</c:v>
                </c:pt>
                <c:pt idx="795">
                  <c:v>0.49209999999999998</c:v>
                </c:pt>
                <c:pt idx="796">
                  <c:v>0.49170000000000003</c:v>
                </c:pt>
                <c:pt idx="797">
                  <c:v>0.48110000000000003</c:v>
                </c:pt>
                <c:pt idx="798">
                  <c:v>0.50249999999999995</c:v>
                </c:pt>
                <c:pt idx="799">
                  <c:v>0.52300000000000002</c:v>
                </c:pt>
                <c:pt idx="800">
                  <c:v>0.48670000000000002</c:v>
                </c:pt>
                <c:pt idx="801">
                  <c:v>0.50539999999999996</c:v>
                </c:pt>
                <c:pt idx="802">
                  <c:v>0.51770000000000005</c:v>
                </c:pt>
                <c:pt idx="803">
                  <c:v>0.51919999999999999</c:v>
                </c:pt>
                <c:pt idx="804">
                  <c:v>0.52</c:v>
                </c:pt>
                <c:pt idx="805">
                  <c:v>0.55549999999999999</c:v>
                </c:pt>
                <c:pt idx="806">
                  <c:v>0.59950000000000003</c:v>
                </c:pt>
                <c:pt idx="807">
                  <c:v>0.63580000000000003</c:v>
                </c:pt>
                <c:pt idx="808">
                  <c:v>0.67449999999999999</c:v>
                </c:pt>
                <c:pt idx="809">
                  <c:v>0.61060000000000003</c:v>
                </c:pt>
                <c:pt idx="810">
                  <c:v>0.61329999999999996</c:v>
                </c:pt>
                <c:pt idx="811">
                  <c:v>0.61170000000000002</c:v>
                </c:pt>
                <c:pt idx="812">
                  <c:v>0.62960000000000005</c:v>
                </c:pt>
                <c:pt idx="813">
                  <c:v>0.63070000000000004</c:v>
                </c:pt>
                <c:pt idx="814">
                  <c:v>0.60050000000000003</c:v>
                </c:pt>
                <c:pt idx="815">
                  <c:v>0.57899999999999996</c:v>
                </c:pt>
                <c:pt idx="816">
                  <c:v>0.57989999999999997</c:v>
                </c:pt>
                <c:pt idx="817">
                  <c:v>0.62529999999999997</c:v>
                </c:pt>
                <c:pt idx="818">
                  <c:v>0.65939999999999999</c:v>
                </c:pt>
                <c:pt idx="819">
                  <c:v>0.68369999999999997</c:v>
                </c:pt>
                <c:pt idx="820">
                  <c:v>0.69599999999999995</c:v>
                </c:pt>
                <c:pt idx="821">
                  <c:v>0.67249999999999999</c:v>
                </c:pt>
                <c:pt idx="822">
                  <c:v>0.67349999999999999</c:v>
                </c:pt>
                <c:pt idx="823">
                  <c:v>0.65529999999999999</c:v>
                </c:pt>
                <c:pt idx="824">
                  <c:v>0.67279999999999995</c:v>
                </c:pt>
                <c:pt idx="825">
                  <c:v>0.67249999999999999</c:v>
                </c:pt>
                <c:pt idx="826">
                  <c:v>0.66300000000000003</c:v>
                </c:pt>
                <c:pt idx="827">
                  <c:v>0.66390000000000005</c:v>
                </c:pt>
                <c:pt idx="828">
                  <c:v>0.61829999999999996</c:v>
                </c:pt>
                <c:pt idx="829">
                  <c:v>0.61829999999999996</c:v>
                </c:pt>
                <c:pt idx="830">
                  <c:v>0.61980000000000002</c:v>
                </c:pt>
                <c:pt idx="831">
                  <c:v>0.61990000000000001</c:v>
                </c:pt>
                <c:pt idx="832">
                  <c:v>0.621</c:v>
                </c:pt>
                <c:pt idx="833">
                  <c:v>0.67290000000000005</c:v>
                </c:pt>
                <c:pt idx="834">
                  <c:v>0.69899999999999995</c:v>
                </c:pt>
                <c:pt idx="835">
                  <c:v>0.68889999999999996</c:v>
                </c:pt>
                <c:pt idx="836">
                  <c:v>0.70440000000000003</c:v>
                </c:pt>
                <c:pt idx="837">
                  <c:v>0.70379999999999998</c:v>
                </c:pt>
                <c:pt idx="838">
                  <c:v>0.70660000000000001</c:v>
                </c:pt>
                <c:pt idx="839">
                  <c:v>0.70530000000000004</c:v>
                </c:pt>
                <c:pt idx="840">
                  <c:v>0.72089999999999999</c:v>
                </c:pt>
                <c:pt idx="841">
                  <c:v>0.6583</c:v>
                </c:pt>
                <c:pt idx="842">
                  <c:v>0.55230000000000001</c:v>
                </c:pt>
                <c:pt idx="843">
                  <c:v>0.57779999999999998</c:v>
                </c:pt>
                <c:pt idx="844">
                  <c:v>0.55289999999999995</c:v>
                </c:pt>
                <c:pt idx="845">
                  <c:v>0.52910000000000001</c:v>
                </c:pt>
                <c:pt idx="846">
                  <c:v>0.5464</c:v>
                </c:pt>
                <c:pt idx="847">
                  <c:v>0.59740000000000004</c:v>
                </c:pt>
                <c:pt idx="848">
                  <c:v>0.59740000000000004</c:v>
                </c:pt>
                <c:pt idx="849">
                  <c:v>0.59889999999999999</c:v>
                </c:pt>
                <c:pt idx="850">
                  <c:v>0.53590000000000004</c:v>
                </c:pt>
                <c:pt idx="851">
                  <c:v>0.53720000000000001</c:v>
                </c:pt>
                <c:pt idx="852">
                  <c:v>0.54520000000000002</c:v>
                </c:pt>
                <c:pt idx="853">
                  <c:v>0.52180000000000004</c:v>
                </c:pt>
                <c:pt idx="854">
                  <c:v>0.48270000000000002</c:v>
                </c:pt>
                <c:pt idx="855">
                  <c:v>0.51249999999999996</c:v>
                </c:pt>
                <c:pt idx="856">
                  <c:v>0.51329999999999998</c:v>
                </c:pt>
                <c:pt idx="857">
                  <c:v>0.59719999999999995</c:v>
                </c:pt>
                <c:pt idx="858">
                  <c:v>0.64659999999999995</c:v>
                </c:pt>
                <c:pt idx="859">
                  <c:v>0.62270000000000003</c:v>
                </c:pt>
                <c:pt idx="860">
                  <c:v>0.59340000000000004</c:v>
                </c:pt>
                <c:pt idx="861">
                  <c:v>0.55989999999999995</c:v>
                </c:pt>
                <c:pt idx="862">
                  <c:v>0.55889999999999995</c:v>
                </c:pt>
                <c:pt idx="863">
                  <c:v>0.56030000000000002</c:v>
                </c:pt>
                <c:pt idx="864">
                  <c:v>0.56140000000000001</c:v>
                </c:pt>
                <c:pt idx="865">
                  <c:v>0.56120000000000003</c:v>
                </c:pt>
                <c:pt idx="866">
                  <c:v>0.52110000000000001</c:v>
                </c:pt>
                <c:pt idx="867">
                  <c:v>0.52249999999999996</c:v>
                </c:pt>
                <c:pt idx="868">
                  <c:v>0.50900000000000001</c:v>
                </c:pt>
                <c:pt idx="869">
                  <c:v>0.50980000000000003</c:v>
                </c:pt>
                <c:pt idx="870">
                  <c:v>0.44529999999999997</c:v>
                </c:pt>
                <c:pt idx="871">
                  <c:v>0.47510000000000002</c:v>
                </c:pt>
                <c:pt idx="872">
                  <c:v>0.4884</c:v>
                </c:pt>
                <c:pt idx="873">
                  <c:v>0.52029999999999998</c:v>
                </c:pt>
                <c:pt idx="874">
                  <c:v>0.54149999999999998</c:v>
                </c:pt>
                <c:pt idx="875">
                  <c:v>0.54179999999999995</c:v>
                </c:pt>
                <c:pt idx="876">
                  <c:v>0.56210000000000004</c:v>
                </c:pt>
                <c:pt idx="877">
                  <c:v>0.63219999999999998</c:v>
                </c:pt>
                <c:pt idx="878">
                  <c:v>0.65469999999999995</c:v>
                </c:pt>
                <c:pt idx="879">
                  <c:v>0.63119999999999998</c:v>
                </c:pt>
                <c:pt idx="880">
                  <c:v>0.63139999999999996</c:v>
                </c:pt>
                <c:pt idx="881">
                  <c:v>0.64229999999999998</c:v>
                </c:pt>
                <c:pt idx="882">
                  <c:v>0.66349999999999998</c:v>
                </c:pt>
                <c:pt idx="883">
                  <c:v>0.66320000000000001</c:v>
                </c:pt>
                <c:pt idx="884">
                  <c:v>0.59030000000000005</c:v>
                </c:pt>
                <c:pt idx="885">
                  <c:v>0.59030000000000005</c:v>
                </c:pt>
                <c:pt idx="886">
                  <c:v>0.56930000000000003</c:v>
                </c:pt>
                <c:pt idx="887">
                  <c:v>0.51419999999999999</c:v>
                </c:pt>
                <c:pt idx="888">
                  <c:v>0.52890000000000004</c:v>
                </c:pt>
                <c:pt idx="889">
                  <c:v>0.50349999999999995</c:v>
                </c:pt>
                <c:pt idx="890">
                  <c:v>0.45750000000000002</c:v>
                </c:pt>
                <c:pt idx="891">
                  <c:v>0.4128</c:v>
                </c:pt>
                <c:pt idx="892">
                  <c:v>0.44669999999999999</c:v>
                </c:pt>
                <c:pt idx="893">
                  <c:v>0.47299999999999998</c:v>
                </c:pt>
                <c:pt idx="894">
                  <c:v>0.42270000000000002</c:v>
                </c:pt>
                <c:pt idx="895">
                  <c:v>0.44679999999999997</c:v>
                </c:pt>
                <c:pt idx="896">
                  <c:v>0.50539999999999996</c:v>
                </c:pt>
                <c:pt idx="897">
                  <c:v>0.57989999999999997</c:v>
                </c:pt>
                <c:pt idx="898">
                  <c:v>0.53500000000000003</c:v>
                </c:pt>
                <c:pt idx="899">
                  <c:v>0.53559999999999997</c:v>
                </c:pt>
                <c:pt idx="900">
                  <c:v>0.56520000000000004</c:v>
                </c:pt>
                <c:pt idx="901">
                  <c:v>0.64610000000000001</c:v>
                </c:pt>
                <c:pt idx="902">
                  <c:v>0.76800000000000002</c:v>
                </c:pt>
                <c:pt idx="903">
                  <c:v>0.74260000000000004</c:v>
                </c:pt>
                <c:pt idx="904">
                  <c:v>0.77239999999999998</c:v>
                </c:pt>
                <c:pt idx="905">
                  <c:v>0.61570000000000003</c:v>
                </c:pt>
                <c:pt idx="906">
                  <c:v>0.64380000000000004</c:v>
                </c:pt>
                <c:pt idx="907">
                  <c:v>0.64549999999999996</c:v>
                </c:pt>
                <c:pt idx="908">
                  <c:v>0.62919999999999998</c:v>
                </c:pt>
                <c:pt idx="909">
                  <c:v>0.68400000000000005</c:v>
                </c:pt>
                <c:pt idx="910">
                  <c:v>0.68540000000000001</c:v>
                </c:pt>
                <c:pt idx="911">
                  <c:v>0.68569999999999998</c:v>
                </c:pt>
                <c:pt idx="912">
                  <c:v>0.66959999999999997</c:v>
                </c:pt>
                <c:pt idx="913">
                  <c:v>0.69010000000000005</c:v>
                </c:pt>
                <c:pt idx="914">
                  <c:v>0.6472</c:v>
                </c:pt>
                <c:pt idx="915">
                  <c:v>0.66159999999999997</c:v>
                </c:pt>
                <c:pt idx="916">
                  <c:v>0.63349999999999995</c:v>
                </c:pt>
                <c:pt idx="917">
                  <c:v>0.65429999999999999</c:v>
                </c:pt>
                <c:pt idx="918">
                  <c:v>0.66490000000000005</c:v>
                </c:pt>
                <c:pt idx="919">
                  <c:v>0.68789999999999996</c:v>
                </c:pt>
                <c:pt idx="920">
                  <c:v>0.66669999999999996</c:v>
                </c:pt>
                <c:pt idx="921">
                  <c:v>0.63980000000000004</c:v>
                </c:pt>
                <c:pt idx="922">
                  <c:v>0.63949999999999996</c:v>
                </c:pt>
                <c:pt idx="923">
                  <c:v>0.63980000000000004</c:v>
                </c:pt>
                <c:pt idx="924">
                  <c:v>0.56799999999999995</c:v>
                </c:pt>
                <c:pt idx="925">
                  <c:v>0.56859999999999999</c:v>
                </c:pt>
                <c:pt idx="926">
                  <c:v>0.51939999999999997</c:v>
                </c:pt>
                <c:pt idx="927">
                  <c:v>0.54749999999999999</c:v>
                </c:pt>
                <c:pt idx="928">
                  <c:v>0.53720000000000001</c:v>
                </c:pt>
                <c:pt idx="929">
                  <c:v>0.57920000000000005</c:v>
                </c:pt>
                <c:pt idx="930">
                  <c:v>0.56769999999999998</c:v>
                </c:pt>
                <c:pt idx="931">
                  <c:v>0.58009999999999995</c:v>
                </c:pt>
                <c:pt idx="932">
                  <c:v>0.6169</c:v>
                </c:pt>
                <c:pt idx="933">
                  <c:v>0.61770000000000003</c:v>
                </c:pt>
                <c:pt idx="934">
                  <c:v>0.58850000000000002</c:v>
                </c:pt>
                <c:pt idx="935">
                  <c:v>0.60699999999999998</c:v>
                </c:pt>
                <c:pt idx="936">
                  <c:v>0.54100000000000004</c:v>
                </c:pt>
                <c:pt idx="937">
                  <c:v>0.51949999999999996</c:v>
                </c:pt>
                <c:pt idx="938">
                  <c:v>0.55589999999999995</c:v>
                </c:pt>
                <c:pt idx="939">
                  <c:v>0.52959999999999996</c:v>
                </c:pt>
                <c:pt idx="940">
                  <c:v>0.4607</c:v>
                </c:pt>
                <c:pt idx="941">
                  <c:v>0.4052</c:v>
                </c:pt>
                <c:pt idx="942">
                  <c:v>0.37319999999999998</c:v>
                </c:pt>
                <c:pt idx="943">
                  <c:v>0.37269999999999998</c:v>
                </c:pt>
                <c:pt idx="944">
                  <c:v>0.32269999999999999</c:v>
                </c:pt>
                <c:pt idx="945">
                  <c:v>0.34710000000000002</c:v>
                </c:pt>
                <c:pt idx="946">
                  <c:v>0.3669</c:v>
                </c:pt>
                <c:pt idx="947">
                  <c:v>0.33100000000000002</c:v>
                </c:pt>
                <c:pt idx="948">
                  <c:v>0.31059999999999999</c:v>
                </c:pt>
                <c:pt idx="949">
                  <c:v>0.29089999999999999</c:v>
                </c:pt>
                <c:pt idx="950">
                  <c:v>0.30020000000000002</c:v>
                </c:pt>
                <c:pt idx="951">
                  <c:v>0.25240000000000001</c:v>
                </c:pt>
                <c:pt idx="952">
                  <c:v>0.26429999999999998</c:v>
                </c:pt>
                <c:pt idx="953">
                  <c:v>0.1774</c:v>
                </c:pt>
                <c:pt idx="954">
                  <c:v>0.14760000000000001</c:v>
                </c:pt>
                <c:pt idx="955">
                  <c:v>0.14799999999999999</c:v>
                </c:pt>
                <c:pt idx="956">
                  <c:v>0.1467</c:v>
                </c:pt>
                <c:pt idx="957">
                  <c:v>0.13270000000000001</c:v>
                </c:pt>
                <c:pt idx="958">
                  <c:v>0.1318</c:v>
                </c:pt>
                <c:pt idx="959">
                  <c:v>0.1469</c:v>
                </c:pt>
                <c:pt idx="960">
                  <c:v>0.1139</c:v>
                </c:pt>
                <c:pt idx="961">
                  <c:v>0.12839999999999999</c:v>
                </c:pt>
                <c:pt idx="962">
                  <c:v>0.12709999999999999</c:v>
                </c:pt>
                <c:pt idx="963">
                  <c:v>0.1</c:v>
                </c:pt>
                <c:pt idx="964">
                  <c:v>9.9099999999999994E-2</c:v>
                </c:pt>
                <c:pt idx="965">
                  <c:v>0.1021</c:v>
                </c:pt>
                <c:pt idx="966">
                  <c:v>0.4783</c:v>
                </c:pt>
                <c:pt idx="967">
                  <c:v>0.4652</c:v>
                </c:pt>
                <c:pt idx="968">
                  <c:v>0.45440000000000003</c:v>
                </c:pt>
                <c:pt idx="969">
                  <c:v>0.45529999999999998</c:v>
                </c:pt>
                <c:pt idx="970">
                  <c:v>0.49640000000000001</c:v>
                </c:pt>
                <c:pt idx="971">
                  <c:v>0.49690000000000001</c:v>
                </c:pt>
                <c:pt idx="972">
                  <c:v>0.4748</c:v>
                </c:pt>
                <c:pt idx="973">
                  <c:v>0.50739999999999996</c:v>
                </c:pt>
                <c:pt idx="974">
                  <c:v>0.50829999999999997</c:v>
                </c:pt>
                <c:pt idx="975">
                  <c:v>0.50780000000000003</c:v>
                </c:pt>
                <c:pt idx="976">
                  <c:v>0.51829999999999998</c:v>
                </c:pt>
                <c:pt idx="977">
                  <c:v>0.4753</c:v>
                </c:pt>
                <c:pt idx="978">
                  <c:v>0.4758</c:v>
                </c:pt>
                <c:pt idx="979">
                  <c:v>0.44640000000000002</c:v>
                </c:pt>
                <c:pt idx="980">
                  <c:v>0.42949999999999999</c:v>
                </c:pt>
                <c:pt idx="981">
                  <c:v>0.50009999999999999</c:v>
                </c:pt>
                <c:pt idx="982">
                  <c:v>0.49149999999999999</c:v>
                </c:pt>
                <c:pt idx="983">
                  <c:v>0.47320000000000001</c:v>
                </c:pt>
                <c:pt idx="984">
                  <c:v>0.50170000000000003</c:v>
                </c:pt>
                <c:pt idx="985">
                  <c:v>0.47199999999999998</c:v>
                </c:pt>
                <c:pt idx="986">
                  <c:v>0.47160000000000002</c:v>
                </c:pt>
                <c:pt idx="987">
                  <c:v>0.45179999999999998</c:v>
                </c:pt>
                <c:pt idx="988">
                  <c:v>0.45279999999999998</c:v>
                </c:pt>
                <c:pt idx="989">
                  <c:v>0.41049999999999998</c:v>
                </c:pt>
                <c:pt idx="990">
                  <c:v>0.4093</c:v>
                </c:pt>
                <c:pt idx="991">
                  <c:v>0.4612</c:v>
                </c:pt>
                <c:pt idx="992">
                  <c:v>0.47499999999999998</c:v>
                </c:pt>
                <c:pt idx="993">
                  <c:v>0.4919</c:v>
                </c:pt>
                <c:pt idx="994">
                  <c:v>0.52270000000000005</c:v>
                </c:pt>
                <c:pt idx="995">
                  <c:v>0.49490000000000001</c:v>
                </c:pt>
                <c:pt idx="996">
                  <c:v>0.46829999999999999</c:v>
                </c:pt>
                <c:pt idx="997">
                  <c:v>0.4672</c:v>
                </c:pt>
                <c:pt idx="998">
                  <c:v>0.47760000000000002</c:v>
                </c:pt>
                <c:pt idx="999">
                  <c:v>0.46289999999999998</c:v>
                </c:pt>
                <c:pt idx="1000">
                  <c:v>0.46329999999999999</c:v>
                </c:pt>
                <c:pt idx="1001">
                  <c:v>0.52510000000000001</c:v>
                </c:pt>
                <c:pt idx="1002">
                  <c:v>0.49299999999999999</c:v>
                </c:pt>
                <c:pt idx="1003">
                  <c:v>0.4788</c:v>
                </c:pt>
                <c:pt idx="1004">
                  <c:v>0.46679999999999999</c:v>
                </c:pt>
                <c:pt idx="1005">
                  <c:v>0.44950000000000001</c:v>
                </c:pt>
                <c:pt idx="1006">
                  <c:v>0.43209999999999998</c:v>
                </c:pt>
                <c:pt idx="1007">
                  <c:v>0.38540000000000002</c:v>
                </c:pt>
                <c:pt idx="1008">
                  <c:v>0.3347</c:v>
                </c:pt>
                <c:pt idx="1009">
                  <c:v>0.31969999999999998</c:v>
                </c:pt>
                <c:pt idx="1010">
                  <c:v>0.26229999999999998</c:v>
                </c:pt>
                <c:pt idx="1011">
                  <c:v>0.2472</c:v>
                </c:pt>
                <c:pt idx="1012">
                  <c:v>0.20330000000000001</c:v>
                </c:pt>
                <c:pt idx="1013">
                  <c:v>0.2276</c:v>
                </c:pt>
                <c:pt idx="1014">
                  <c:v>0.18629999999999999</c:v>
                </c:pt>
                <c:pt idx="1015">
                  <c:v>0.1855</c:v>
                </c:pt>
                <c:pt idx="1016">
                  <c:v>0.1706</c:v>
                </c:pt>
                <c:pt idx="1017">
                  <c:v>0.15210000000000001</c:v>
                </c:pt>
                <c:pt idx="1018">
                  <c:v>0.152</c:v>
                </c:pt>
                <c:pt idx="1019">
                  <c:v>0.15229999999999999</c:v>
                </c:pt>
                <c:pt idx="1020">
                  <c:v>0.1986</c:v>
                </c:pt>
                <c:pt idx="1021">
                  <c:v>0.17460000000000001</c:v>
                </c:pt>
                <c:pt idx="1022">
                  <c:v>0.1741</c:v>
                </c:pt>
                <c:pt idx="1023">
                  <c:v>0.15160000000000001</c:v>
                </c:pt>
                <c:pt idx="1024">
                  <c:v>0.1154</c:v>
                </c:pt>
                <c:pt idx="1025">
                  <c:v>0.1</c:v>
                </c:pt>
                <c:pt idx="1026">
                  <c:v>9.8100000000000007E-2</c:v>
                </c:pt>
                <c:pt idx="1027">
                  <c:v>0.1069</c:v>
                </c:pt>
                <c:pt idx="1028">
                  <c:v>0.1099</c:v>
                </c:pt>
                <c:pt idx="1029">
                  <c:v>0.1</c:v>
                </c:pt>
                <c:pt idx="1030">
                  <c:v>0.1014</c:v>
                </c:pt>
                <c:pt idx="1031">
                  <c:v>0.10340000000000001</c:v>
                </c:pt>
                <c:pt idx="1032">
                  <c:v>0.10249999999999999</c:v>
                </c:pt>
                <c:pt idx="1033">
                  <c:v>0.1032</c:v>
                </c:pt>
                <c:pt idx="1034">
                  <c:v>0.10199999999999999</c:v>
                </c:pt>
                <c:pt idx="1035">
                  <c:v>0.106</c:v>
                </c:pt>
                <c:pt idx="1036">
                  <c:v>0.1099</c:v>
                </c:pt>
                <c:pt idx="1037">
                  <c:v>0.1074</c:v>
                </c:pt>
                <c:pt idx="1038">
                  <c:v>0.1</c:v>
                </c:pt>
                <c:pt idx="1039">
                  <c:v>0.1024</c:v>
                </c:pt>
                <c:pt idx="1040">
                  <c:v>0.1032</c:v>
                </c:pt>
                <c:pt idx="1041">
                  <c:v>0.10970000000000001</c:v>
                </c:pt>
                <c:pt idx="1042">
                  <c:v>0.44579999999999997</c:v>
                </c:pt>
                <c:pt idx="1043">
                  <c:v>0.4708</c:v>
                </c:pt>
                <c:pt idx="1044">
                  <c:v>0.47199999999999998</c:v>
                </c:pt>
                <c:pt idx="1045">
                  <c:v>0.48380000000000001</c:v>
                </c:pt>
                <c:pt idx="1046">
                  <c:v>0.44850000000000001</c:v>
                </c:pt>
                <c:pt idx="1047">
                  <c:v>0.42459999999999998</c:v>
                </c:pt>
                <c:pt idx="1048">
                  <c:v>0.42370000000000002</c:v>
                </c:pt>
                <c:pt idx="1049">
                  <c:v>0.4335</c:v>
                </c:pt>
                <c:pt idx="1050">
                  <c:v>0.49490000000000001</c:v>
                </c:pt>
                <c:pt idx="1051">
                  <c:v>0.44180000000000003</c:v>
                </c:pt>
                <c:pt idx="1052">
                  <c:v>0.4793</c:v>
                </c:pt>
                <c:pt idx="1053">
                  <c:v>0.4919</c:v>
                </c:pt>
                <c:pt idx="1054">
                  <c:v>0.46689999999999998</c:v>
                </c:pt>
                <c:pt idx="1055">
                  <c:v>0.5242</c:v>
                </c:pt>
                <c:pt idx="1056">
                  <c:v>0.52649999999999997</c:v>
                </c:pt>
                <c:pt idx="1057">
                  <c:v>0.50700000000000001</c:v>
                </c:pt>
                <c:pt idx="1058">
                  <c:v>0.48809999999999998</c:v>
                </c:pt>
                <c:pt idx="1059">
                  <c:v>0.46910000000000002</c:v>
                </c:pt>
                <c:pt idx="1060">
                  <c:v>0.49170000000000003</c:v>
                </c:pt>
                <c:pt idx="1061">
                  <c:v>0.49390000000000001</c:v>
                </c:pt>
                <c:pt idx="1062">
                  <c:v>0.46029999999999999</c:v>
                </c:pt>
                <c:pt idx="1063">
                  <c:v>0.46029999999999999</c:v>
                </c:pt>
                <c:pt idx="1064">
                  <c:v>0.4587</c:v>
                </c:pt>
                <c:pt idx="1065">
                  <c:v>0.45119999999999999</c:v>
                </c:pt>
                <c:pt idx="1066">
                  <c:v>0.42099999999999999</c:v>
                </c:pt>
                <c:pt idx="1067">
                  <c:v>0.43359999999999999</c:v>
                </c:pt>
                <c:pt idx="1068">
                  <c:v>0.42020000000000002</c:v>
                </c:pt>
                <c:pt idx="1069">
                  <c:v>0.43869999999999998</c:v>
                </c:pt>
                <c:pt idx="1070">
                  <c:v>0.42930000000000001</c:v>
                </c:pt>
                <c:pt idx="1071">
                  <c:v>0.45800000000000002</c:v>
                </c:pt>
                <c:pt idx="1072">
                  <c:v>0.48609999999999998</c:v>
                </c:pt>
                <c:pt idx="1073">
                  <c:v>0.44800000000000001</c:v>
                </c:pt>
                <c:pt idx="1074">
                  <c:v>0.44779999999999998</c:v>
                </c:pt>
                <c:pt idx="1075">
                  <c:v>0.45939999999999998</c:v>
                </c:pt>
                <c:pt idx="1076">
                  <c:v>0.41589999999999999</c:v>
                </c:pt>
                <c:pt idx="1077">
                  <c:v>0.4178</c:v>
                </c:pt>
                <c:pt idx="1078">
                  <c:v>0.41810000000000003</c:v>
                </c:pt>
                <c:pt idx="1079">
                  <c:v>0.37819999999999998</c:v>
                </c:pt>
                <c:pt idx="1080">
                  <c:v>0.34239999999999998</c:v>
                </c:pt>
                <c:pt idx="1081">
                  <c:v>0.33410000000000001</c:v>
                </c:pt>
                <c:pt idx="1082">
                  <c:v>0.2923</c:v>
                </c:pt>
                <c:pt idx="1083">
                  <c:v>0.25669999999999998</c:v>
                </c:pt>
                <c:pt idx="1084">
                  <c:v>0.23780000000000001</c:v>
                </c:pt>
                <c:pt idx="1085">
                  <c:v>0.2218</c:v>
                </c:pt>
                <c:pt idx="1086">
                  <c:v>0.222</c:v>
                </c:pt>
                <c:pt idx="1087">
                  <c:v>0.2208</c:v>
                </c:pt>
                <c:pt idx="1088">
                  <c:v>0.22120000000000001</c:v>
                </c:pt>
                <c:pt idx="1089">
                  <c:v>0.21920000000000001</c:v>
                </c:pt>
                <c:pt idx="1090">
                  <c:v>0.2213</c:v>
                </c:pt>
                <c:pt idx="1091">
                  <c:v>0.20660000000000001</c:v>
                </c:pt>
                <c:pt idx="1092">
                  <c:v>0.19170000000000001</c:v>
                </c:pt>
                <c:pt idx="1093">
                  <c:v>0.19270000000000001</c:v>
                </c:pt>
                <c:pt idx="1094">
                  <c:v>0.20610000000000001</c:v>
                </c:pt>
                <c:pt idx="1095">
                  <c:v>0.1956</c:v>
                </c:pt>
                <c:pt idx="1096">
                  <c:v>0.18129999999999999</c:v>
                </c:pt>
                <c:pt idx="1097">
                  <c:v>0.18240000000000001</c:v>
                </c:pt>
                <c:pt idx="1098">
                  <c:v>0.17929999999999999</c:v>
                </c:pt>
                <c:pt idx="1099">
                  <c:v>0.15129999999999999</c:v>
                </c:pt>
                <c:pt idx="1100">
                  <c:v>0.1336</c:v>
                </c:pt>
                <c:pt idx="1101">
                  <c:v>0.1234</c:v>
                </c:pt>
                <c:pt idx="1102">
                  <c:v>0.1041</c:v>
                </c:pt>
                <c:pt idx="1103">
                  <c:v>0.1537</c:v>
                </c:pt>
                <c:pt idx="1104">
                  <c:v>0.1157</c:v>
                </c:pt>
                <c:pt idx="1105">
                  <c:v>0.42720000000000002</c:v>
                </c:pt>
                <c:pt idx="1106">
                  <c:v>0.47389999999999999</c:v>
                </c:pt>
                <c:pt idx="1107">
                  <c:v>0.47289999999999999</c:v>
                </c:pt>
                <c:pt idx="1108">
                  <c:v>0.435</c:v>
                </c:pt>
                <c:pt idx="1109">
                  <c:v>0.433</c:v>
                </c:pt>
                <c:pt idx="1110">
                  <c:v>0.45019999999999999</c:v>
                </c:pt>
                <c:pt idx="1111">
                  <c:v>0.41260000000000002</c:v>
                </c:pt>
                <c:pt idx="1112">
                  <c:v>0.41320000000000001</c:v>
                </c:pt>
                <c:pt idx="1113">
                  <c:v>0.38650000000000001</c:v>
                </c:pt>
                <c:pt idx="1114">
                  <c:v>0.3619</c:v>
                </c:pt>
                <c:pt idx="1115">
                  <c:v>0.3639</c:v>
                </c:pt>
                <c:pt idx="1116">
                  <c:v>0.31869999999999998</c:v>
                </c:pt>
                <c:pt idx="1117">
                  <c:v>0.30669999999999997</c:v>
                </c:pt>
                <c:pt idx="1118">
                  <c:v>0.25490000000000002</c:v>
                </c:pt>
                <c:pt idx="1119">
                  <c:v>0.27010000000000001</c:v>
                </c:pt>
                <c:pt idx="1120">
                  <c:v>0.35370000000000001</c:v>
                </c:pt>
                <c:pt idx="1121">
                  <c:v>0.42830000000000001</c:v>
                </c:pt>
                <c:pt idx="1122">
                  <c:v>0.35539999999999999</c:v>
                </c:pt>
                <c:pt idx="1123">
                  <c:v>0.36780000000000002</c:v>
                </c:pt>
                <c:pt idx="1124">
                  <c:v>0.43180000000000002</c:v>
                </c:pt>
                <c:pt idx="1125">
                  <c:v>0.3634</c:v>
                </c:pt>
                <c:pt idx="1126">
                  <c:v>0.35370000000000001</c:v>
                </c:pt>
                <c:pt idx="1127">
                  <c:v>0.36670000000000003</c:v>
                </c:pt>
                <c:pt idx="1128">
                  <c:v>0.3826</c:v>
                </c:pt>
                <c:pt idx="1129">
                  <c:v>0.34960000000000002</c:v>
                </c:pt>
                <c:pt idx="1130">
                  <c:v>0.34189999999999998</c:v>
                </c:pt>
                <c:pt idx="1131">
                  <c:v>0.29060000000000002</c:v>
                </c:pt>
                <c:pt idx="1132">
                  <c:v>0.3165</c:v>
                </c:pt>
                <c:pt idx="1133">
                  <c:v>0.31519999999999998</c:v>
                </c:pt>
                <c:pt idx="1134">
                  <c:v>0.3695</c:v>
                </c:pt>
                <c:pt idx="1135">
                  <c:v>0.34420000000000001</c:v>
                </c:pt>
                <c:pt idx="1136">
                  <c:v>0.3448</c:v>
                </c:pt>
                <c:pt idx="1137">
                  <c:v>0.38190000000000002</c:v>
                </c:pt>
                <c:pt idx="1138">
                  <c:v>0.38030000000000003</c:v>
                </c:pt>
                <c:pt idx="1139">
                  <c:v>0.41420000000000001</c:v>
                </c:pt>
                <c:pt idx="1140">
                  <c:v>0.46379999999999999</c:v>
                </c:pt>
                <c:pt idx="1141">
                  <c:v>0.37980000000000003</c:v>
                </c:pt>
                <c:pt idx="1142">
                  <c:v>0.4294</c:v>
                </c:pt>
                <c:pt idx="1143">
                  <c:v>0.39379999999999998</c:v>
                </c:pt>
                <c:pt idx="1144">
                  <c:v>0.37659999999999999</c:v>
                </c:pt>
                <c:pt idx="1145">
                  <c:v>0.35849999999999999</c:v>
                </c:pt>
                <c:pt idx="1146">
                  <c:v>0.29380000000000001</c:v>
                </c:pt>
                <c:pt idx="1147">
                  <c:v>0.31569999999999998</c:v>
                </c:pt>
                <c:pt idx="1148">
                  <c:v>0.30280000000000001</c:v>
                </c:pt>
                <c:pt idx="1149">
                  <c:v>0.30149999999999999</c:v>
                </c:pt>
                <c:pt idx="1150">
                  <c:v>0.27839999999999998</c:v>
                </c:pt>
                <c:pt idx="1151">
                  <c:v>0.26219999999999999</c:v>
                </c:pt>
                <c:pt idx="1152">
                  <c:v>0.2477</c:v>
                </c:pt>
                <c:pt idx="1153">
                  <c:v>0.40989999999999999</c:v>
                </c:pt>
                <c:pt idx="1154">
                  <c:v>0.4012</c:v>
                </c:pt>
                <c:pt idx="1155">
                  <c:v>0.378</c:v>
                </c:pt>
                <c:pt idx="1156">
                  <c:v>0.37709999999999999</c:v>
                </c:pt>
                <c:pt idx="1157">
                  <c:v>0.36980000000000002</c:v>
                </c:pt>
                <c:pt idx="1158">
                  <c:v>0.37830000000000003</c:v>
                </c:pt>
                <c:pt idx="1159">
                  <c:v>0.35249999999999998</c:v>
                </c:pt>
                <c:pt idx="1160">
                  <c:v>0.35189999999999999</c:v>
                </c:pt>
                <c:pt idx="1161">
                  <c:v>0.3533</c:v>
                </c:pt>
                <c:pt idx="1162">
                  <c:v>0.36030000000000001</c:v>
                </c:pt>
                <c:pt idx="1163">
                  <c:v>0.30520000000000003</c:v>
                </c:pt>
                <c:pt idx="1164">
                  <c:v>0.23649999999999999</c:v>
                </c:pt>
                <c:pt idx="1165">
                  <c:v>0.22220000000000001</c:v>
                </c:pt>
                <c:pt idx="1166">
                  <c:v>0.22289999999999999</c:v>
                </c:pt>
                <c:pt idx="1167">
                  <c:v>0.17780000000000001</c:v>
                </c:pt>
                <c:pt idx="1168">
                  <c:v>0.18870000000000001</c:v>
                </c:pt>
                <c:pt idx="1169">
                  <c:v>0.16719999999999999</c:v>
                </c:pt>
                <c:pt idx="1170">
                  <c:v>0.15859999999999999</c:v>
                </c:pt>
                <c:pt idx="1171">
                  <c:v>0.19750000000000001</c:v>
                </c:pt>
                <c:pt idx="1172">
                  <c:v>0.1852</c:v>
                </c:pt>
                <c:pt idx="1173">
                  <c:v>0.20280000000000001</c:v>
                </c:pt>
                <c:pt idx="1174">
                  <c:v>0.2029</c:v>
                </c:pt>
                <c:pt idx="1175">
                  <c:v>0.158</c:v>
                </c:pt>
                <c:pt idx="1176">
                  <c:v>0.1565</c:v>
                </c:pt>
                <c:pt idx="1177">
                  <c:v>0.14599999999999999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100-487F-BF96-93767FA2A7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00000001"/>
        <c:axId val="500000002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원금기준 누계 · 좌축</c:v>
                </c:pt>
              </c:strCache>
            </c:strRef>
          </c:tx>
          <c:spPr>
            <a:ln w="2540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Sheet1!$A$2:$A$1179</c:f>
              <c:strCache>
                <c:ptCount val="1178"/>
                <c:pt idx="0">
                  <c:v>2021-07</c:v>
                </c:pt>
                <c:pt idx="105">
                  <c:v>2022-01</c:v>
                </c:pt>
                <c:pt idx="226">
                  <c:v>2022-07</c:v>
                </c:pt>
                <c:pt idx="351">
                  <c:v>2023-01</c:v>
                </c:pt>
                <c:pt idx="474">
                  <c:v>2023-07</c:v>
                </c:pt>
                <c:pt idx="596">
                  <c:v>2024-01</c:v>
                </c:pt>
                <c:pt idx="717">
                  <c:v>2024-07</c:v>
                </c:pt>
                <c:pt idx="840">
                  <c:v>2025-01</c:v>
                </c:pt>
                <c:pt idx="958">
                  <c:v>2025-07</c:v>
                </c:pt>
                <c:pt idx="1082">
                  <c:v>2026-01</c:v>
                </c:pt>
              </c:strCache>
            </c:strRef>
          </c:cat>
          <c:val>
            <c:numRef>
              <c:f>Sheet1!$B$2:$B$1179</c:f>
              <c:numCache>
                <c:formatCode>General</c:formatCode>
                <c:ptCount val="1178"/>
                <c:pt idx="0">
                  <c:v>-2.0000000000000001E-4</c:v>
                </c:pt>
                <c:pt idx="1">
                  <c:v>-5.1000000000000004E-3</c:v>
                </c:pt>
                <c:pt idx="2">
                  <c:v>5.3E-3</c:v>
                </c:pt>
                <c:pt idx="3">
                  <c:v>1.95E-2</c:v>
                </c:pt>
                <c:pt idx="4">
                  <c:v>2.5000000000000001E-2</c:v>
                </c:pt>
                <c:pt idx="5">
                  <c:v>2.1499999999999998E-2</c:v>
                </c:pt>
                <c:pt idx="6">
                  <c:v>1.6500000000000001E-2</c:v>
                </c:pt>
                <c:pt idx="7">
                  <c:v>1.2800000000000001E-2</c:v>
                </c:pt>
                <c:pt idx="8">
                  <c:v>2.5000000000000001E-3</c:v>
                </c:pt>
                <c:pt idx="9">
                  <c:v>-1.8200000000000001E-2</c:v>
                </c:pt>
                <c:pt idx="10">
                  <c:v>-3.7199999999999997E-2</c:v>
                </c:pt>
                <c:pt idx="11">
                  <c:v>-4.4600000000000001E-2</c:v>
                </c:pt>
                <c:pt idx="12">
                  <c:v>-4.5499999999999999E-2</c:v>
                </c:pt>
                <c:pt idx="13">
                  <c:v>-3.9100000000000003E-2</c:v>
                </c:pt>
                <c:pt idx="14">
                  <c:v>-4.7E-2</c:v>
                </c:pt>
                <c:pt idx="15">
                  <c:v>-4.8800000000000003E-2</c:v>
                </c:pt>
                <c:pt idx="16">
                  <c:v>-4.4699999999999997E-2</c:v>
                </c:pt>
                <c:pt idx="17">
                  <c:v>-2.8500000000000001E-2</c:v>
                </c:pt>
                <c:pt idx="18">
                  <c:v>-3.2399999999999998E-2</c:v>
                </c:pt>
                <c:pt idx="19">
                  <c:v>-3.5400000000000001E-2</c:v>
                </c:pt>
                <c:pt idx="20">
                  <c:v>-3.8199999999999998E-2</c:v>
                </c:pt>
                <c:pt idx="21">
                  <c:v>-3.6999999999999998E-2</c:v>
                </c:pt>
                <c:pt idx="22">
                  <c:v>-1.9199999999999998E-2</c:v>
                </c:pt>
                <c:pt idx="23">
                  <c:v>-1.49E-2</c:v>
                </c:pt>
                <c:pt idx="24">
                  <c:v>-2.18E-2</c:v>
                </c:pt>
                <c:pt idx="25">
                  <c:v>-1.8200000000000001E-2</c:v>
                </c:pt>
                <c:pt idx="26">
                  <c:v>-1.83E-2</c:v>
                </c:pt>
                <c:pt idx="27">
                  <c:v>-2.69E-2</c:v>
                </c:pt>
                <c:pt idx="28">
                  <c:v>-2.18E-2</c:v>
                </c:pt>
                <c:pt idx="29">
                  <c:v>-3.4099999999999998E-2</c:v>
                </c:pt>
                <c:pt idx="30">
                  <c:v>-2.8199999999999999E-2</c:v>
                </c:pt>
                <c:pt idx="31">
                  <c:v>-1.9900000000000001E-2</c:v>
                </c:pt>
                <c:pt idx="32">
                  <c:v>-1.61E-2</c:v>
                </c:pt>
                <c:pt idx="33">
                  <c:v>-1.46E-2</c:v>
                </c:pt>
                <c:pt idx="34">
                  <c:v>-2.7400000000000001E-2</c:v>
                </c:pt>
                <c:pt idx="35">
                  <c:v>-1.4500000000000001E-2</c:v>
                </c:pt>
                <c:pt idx="36">
                  <c:v>-1.78E-2</c:v>
                </c:pt>
                <c:pt idx="37">
                  <c:v>-2.24E-2</c:v>
                </c:pt>
                <c:pt idx="38">
                  <c:v>-1.95E-2</c:v>
                </c:pt>
                <c:pt idx="39">
                  <c:v>-2.76E-2</c:v>
                </c:pt>
                <c:pt idx="40">
                  <c:v>-4.6800000000000001E-2</c:v>
                </c:pt>
                <c:pt idx="41">
                  <c:v>-3.7100000000000001E-2</c:v>
                </c:pt>
                <c:pt idx="42">
                  <c:v>-5.0200000000000002E-2</c:v>
                </c:pt>
                <c:pt idx="43">
                  <c:v>-6.1699999999999998E-2</c:v>
                </c:pt>
                <c:pt idx="44">
                  <c:v>-7.0900000000000005E-2</c:v>
                </c:pt>
                <c:pt idx="45">
                  <c:v>-7.2400000000000006E-2</c:v>
                </c:pt>
                <c:pt idx="46">
                  <c:v>-7.9100000000000004E-2</c:v>
                </c:pt>
                <c:pt idx="47">
                  <c:v>-0.1011</c:v>
                </c:pt>
                <c:pt idx="48">
                  <c:v>-0.1002</c:v>
                </c:pt>
                <c:pt idx="49">
                  <c:v>-8.9899999999999994E-2</c:v>
                </c:pt>
                <c:pt idx="50">
                  <c:v>-6.88E-2</c:v>
                </c:pt>
                <c:pt idx="51">
                  <c:v>-7.2900000000000006E-2</c:v>
                </c:pt>
                <c:pt idx="52">
                  <c:v>-6.88E-2</c:v>
                </c:pt>
                <c:pt idx="53">
                  <c:v>-6.9599999999999995E-2</c:v>
                </c:pt>
                <c:pt idx="54">
                  <c:v>-7.5899999999999995E-2</c:v>
                </c:pt>
                <c:pt idx="55">
                  <c:v>-6.7000000000000004E-2</c:v>
                </c:pt>
                <c:pt idx="56">
                  <c:v>-6.2799999999999995E-2</c:v>
                </c:pt>
                <c:pt idx="57">
                  <c:v>-5.1700000000000003E-2</c:v>
                </c:pt>
                <c:pt idx="58">
                  <c:v>-5.8099999999999999E-2</c:v>
                </c:pt>
                <c:pt idx="59">
                  <c:v>-3.8800000000000001E-2</c:v>
                </c:pt>
                <c:pt idx="60">
                  <c:v>-5.33E-2</c:v>
                </c:pt>
                <c:pt idx="61">
                  <c:v>-4.1799999999999997E-2</c:v>
                </c:pt>
                <c:pt idx="62">
                  <c:v>-3.1699999999999999E-2</c:v>
                </c:pt>
                <c:pt idx="63">
                  <c:v>-4.2200000000000001E-2</c:v>
                </c:pt>
                <c:pt idx="64">
                  <c:v>-3.9800000000000002E-2</c:v>
                </c:pt>
                <c:pt idx="65">
                  <c:v>-3.8600000000000002E-2</c:v>
                </c:pt>
                <c:pt idx="66">
                  <c:v>-3.5400000000000001E-2</c:v>
                </c:pt>
                <c:pt idx="67">
                  <c:v>-3.15E-2</c:v>
                </c:pt>
                <c:pt idx="68">
                  <c:v>-3.4299999999999997E-2</c:v>
                </c:pt>
                <c:pt idx="69">
                  <c:v>-3.8600000000000002E-2</c:v>
                </c:pt>
                <c:pt idx="70">
                  <c:v>-3.8399999999999997E-2</c:v>
                </c:pt>
                <c:pt idx="71">
                  <c:v>-2.1000000000000001E-2</c:v>
                </c:pt>
                <c:pt idx="72">
                  <c:v>-1.8700000000000001E-2</c:v>
                </c:pt>
                <c:pt idx="73">
                  <c:v>-2.5499999999999998E-2</c:v>
                </c:pt>
                <c:pt idx="74">
                  <c:v>-2.93E-2</c:v>
                </c:pt>
                <c:pt idx="75">
                  <c:v>-2.0400000000000001E-2</c:v>
                </c:pt>
                <c:pt idx="76">
                  <c:v>1.7399999999999999E-2</c:v>
                </c:pt>
                <c:pt idx="77">
                  <c:v>1.77E-2</c:v>
                </c:pt>
                <c:pt idx="78">
                  <c:v>1.7000000000000001E-2</c:v>
                </c:pt>
                <c:pt idx="79">
                  <c:v>9.1000000000000004E-3</c:v>
                </c:pt>
                <c:pt idx="80">
                  <c:v>-5.9999999999999995E-4</c:v>
                </c:pt>
                <c:pt idx="81">
                  <c:v>5.9999999999999995E-4</c:v>
                </c:pt>
                <c:pt idx="82">
                  <c:v>-8.2000000000000007E-3</c:v>
                </c:pt>
                <c:pt idx="83">
                  <c:v>1.0800000000000001E-2</c:v>
                </c:pt>
                <c:pt idx="84">
                  <c:v>2.3599999999999999E-2</c:v>
                </c:pt>
                <c:pt idx="85">
                  <c:v>1.8800000000000001E-2</c:v>
                </c:pt>
                <c:pt idx="86">
                  <c:v>2.2200000000000001E-2</c:v>
                </c:pt>
                <c:pt idx="87">
                  <c:v>3.1800000000000002E-2</c:v>
                </c:pt>
                <c:pt idx="88">
                  <c:v>2.9000000000000001E-2</c:v>
                </c:pt>
                <c:pt idx="89">
                  <c:v>3.8100000000000002E-2</c:v>
                </c:pt>
                <c:pt idx="90">
                  <c:v>2.9100000000000001E-2</c:v>
                </c:pt>
                <c:pt idx="91">
                  <c:v>3.0800000000000001E-2</c:v>
                </c:pt>
                <c:pt idx="92">
                  <c:v>3.04E-2</c:v>
                </c:pt>
                <c:pt idx="93">
                  <c:v>3.6999999999999998E-2</c:v>
                </c:pt>
                <c:pt idx="94">
                  <c:v>3.85E-2</c:v>
                </c:pt>
                <c:pt idx="95">
                  <c:v>3.5400000000000001E-2</c:v>
                </c:pt>
                <c:pt idx="96">
                  <c:v>3.0099999999999998E-2</c:v>
                </c:pt>
                <c:pt idx="97">
                  <c:v>4.0800000000000003E-2</c:v>
                </c:pt>
                <c:pt idx="98">
                  <c:v>4.8599999999999997E-2</c:v>
                </c:pt>
                <c:pt idx="99">
                  <c:v>5.0599999999999999E-2</c:v>
                </c:pt>
                <c:pt idx="100">
                  <c:v>5.2699999999999997E-2</c:v>
                </c:pt>
                <c:pt idx="101">
                  <c:v>4.9099999999999998E-2</c:v>
                </c:pt>
                <c:pt idx="102">
                  <c:v>5.16E-2</c:v>
                </c:pt>
                <c:pt idx="103">
                  <c:v>4.7300000000000002E-2</c:v>
                </c:pt>
                <c:pt idx="104">
                  <c:v>5.2200000000000003E-2</c:v>
                </c:pt>
                <c:pt idx="105">
                  <c:v>4.9299999999999997E-2</c:v>
                </c:pt>
                <c:pt idx="106">
                  <c:v>4.9500000000000002E-2</c:v>
                </c:pt>
                <c:pt idx="107">
                  <c:v>4.1799999999999997E-2</c:v>
                </c:pt>
                <c:pt idx="108">
                  <c:v>3.95E-2</c:v>
                </c:pt>
                <c:pt idx="109">
                  <c:v>4.6800000000000001E-2</c:v>
                </c:pt>
                <c:pt idx="110">
                  <c:v>4.2099999999999999E-2</c:v>
                </c:pt>
                <c:pt idx="111">
                  <c:v>5.0299999999999997E-2</c:v>
                </c:pt>
                <c:pt idx="112">
                  <c:v>5.11E-2</c:v>
                </c:pt>
                <c:pt idx="113">
                  <c:v>5.0099999999999999E-2</c:v>
                </c:pt>
                <c:pt idx="114">
                  <c:v>4.7100000000000003E-2</c:v>
                </c:pt>
                <c:pt idx="115">
                  <c:v>4.53E-2</c:v>
                </c:pt>
                <c:pt idx="116">
                  <c:v>4.3099999999999999E-2</c:v>
                </c:pt>
                <c:pt idx="117">
                  <c:v>4.2000000000000003E-2</c:v>
                </c:pt>
                <c:pt idx="118">
                  <c:v>3.9199999999999999E-2</c:v>
                </c:pt>
                <c:pt idx="119">
                  <c:v>2.5999999999999999E-2</c:v>
                </c:pt>
                <c:pt idx="120">
                  <c:v>2.4299999999999999E-2</c:v>
                </c:pt>
                <c:pt idx="121">
                  <c:v>1.84E-2</c:v>
                </c:pt>
                <c:pt idx="122">
                  <c:v>1.46E-2</c:v>
                </c:pt>
                <c:pt idx="123">
                  <c:v>-2.7000000000000001E-3</c:v>
                </c:pt>
                <c:pt idx="124">
                  <c:v>2.5000000000000001E-2</c:v>
                </c:pt>
                <c:pt idx="125">
                  <c:v>3.2500000000000001E-2</c:v>
                </c:pt>
                <c:pt idx="126">
                  <c:v>3.5799999999999998E-2</c:v>
                </c:pt>
                <c:pt idx="127">
                  <c:v>2.9600000000000001E-2</c:v>
                </c:pt>
                <c:pt idx="128">
                  <c:v>3.5400000000000001E-2</c:v>
                </c:pt>
                <c:pt idx="129">
                  <c:v>4.1200000000000001E-2</c:v>
                </c:pt>
                <c:pt idx="130">
                  <c:v>4.9599999999999998E-2</c:v>
                </c:pt>
                <c:pt idx="131">
                  <c:v>5.2200000000000003E-2</c:v>
                </c:pt>
                <c:pt idx="132">
                  <c:v>4.9700000000000001E-2</c:v>
                </c:pt>
                <c:pt idx="133">
                  <c:v>4.0899999999999999E-2</c:v>
                </c:pt>
                <c:pt idx="134">
                  <c:v>5.0599999999999999E-2</c:v>
                </c:pt>
                <c:pt idx="135">
                  <c:v>5.5100000000000003E-2</c:v>
                </c:pt>
                <c:pt idx="136">
                  <c:v>5.0999999999999997E-2</c:v>
                </c:pt>
                <c:pt idx="137">
                  <c:v>4.8399999999999999E-2</c:v>
                </c:pt>
                <c:pt idx="138">
                  <c:v>4.36E-2</c:v>
                </c:pt>
                <c:pt idx="139">
                  <c:v>4.2299999999999997E-2</c:v>
                </c:pt>
                <c:pt idx="140">
                  <c:v>2.69E-2</c:v>
                </c:pt>
                <c:pt idx="141">
                  <c:v>2.9499999999999998E-2</c:v>
                </c:pt>
                <c:pt idx="142">
                  <c:v>3.1300000000000001E-2</c:v>
                </c:pt>
                <c:pt idx="143">
                  <c:v>3.3000000000000002E-2</c:v>
                </c:pt>
                <c:pt idx="144">
                  <c:v>4.5499999999999999E-2</c:v>
                </c:pt>
                <c:pt idx="145">
                  <c:v>3.3000000000000002E-2</c:v>
                </c:pt>
                <c:pt idx="146">
                  <c:v>1.7100000000000001E-2</c:v>
                </c:pt>
                <c:pt idx="147">
                  <c:v>1.06E-2</c:v>
                </c:pt>
                <c:pt idx="148">
                  <c:v>2.35E-2</c:v>
                </c:pt>
                <c:pt idx="149">
                  <c:v>1.12E-2</c:v>
                </c:pt>
                <c:pt idx="150">
                  <c:v>9.4000000000000004E-3</c:v>
                </c:pt>
                <c:pt idx="151">
                  <c:v>-3.5999999999999999E-3</c:v>
                </c:pt>
                <c:pt idx="152">
                  <c:v>1.2800000000000001E-2</c:v>
                </c:pt>
                <c:pt idx="153">
                  <c:v>3.6400000000000002E-2</c:v>
                </c:pt>
                <c:pt idx="154">
                  <c:v>3.44E-2</c:v>
                </c:pt>
                <c:pt idx="155">
                  <c:v>2.6800000000000001E-2</c:v>
                </c:pt>
                <c:pt idx="156">
                  <c:v>3.2000000000000001E-2</c:v>
                </c:pt>
                <c:pt idx="157">
                  <c:v>3.27E-2</c:v>
                </c:pt>
                <c:pt idx="158">
                  <c:v>2.3099999999999999E-2</c:v>
                </c:pt>
                <c:pt idx="159">
                  <c:v>1.67E-2</c:v>
                </c:pt>
                <c:pt idx="160">
                  <c:v>1.6199999999999999E-2</c:v>
                </c:pt>
                <c:pt idx="161">
                  <c:v>2.3699999999999999E-2</c:v>
                </c:pt>
                <c:pt idx="162">
                  <c:v>2.4899999999999999E-2</c:v>
                </c:pt>
                <c:pt idx="163">
                  <c:v>1.6E-2</c:v>
                </c:pt>
                <c:pt idx="164">
                  <c:v>8.3000000000000001E-3</c:v>
                </c:pt>
                <c:pt idx="165">
                  <c:v>1.2E-2</c:v>
                </c:pt>
                <c:pt idx="166">
                  <c:v>1.01E-2</c:v>
                </c:pt>
                <c:pt idx="167">
                  <c:v>-3.0999999999999999E-3</c:v>
                </c:pt>
                <c:pt idx="168">
                  <c:v>-4.1000000000000003E-3</c:v>
                </c:pt>
                <c:pt idx="169">
                  <c:v>-9.9000000000000008E-3</c:v>
                </c:pt>
                <c:pt idx="170">
                  <c:v>-1.11E-2</c:v>
                </c:pt>
                <c:pt idx="171">
                  <c:v>-1.77E-2</c:v>
                </c:pt>
                <c:pt idx="172">
                  <c:v>-1.2999999999999999E-3</c:v>
                </c:pt>
                <c:pt idx="173">
                  <c:v>-1.72E-2</c:v>
                </c:pt>
                <c:pt idx="174">
                  <c:v>-2.93E-2</c:v>
                </c:pt>
                <c:pt idx="175">
                  <c:v>-2.5100000000000001E-2</c:v>
                </c:pt>
                <c:pt idx="176">
                  <c:v>-9.1999999999999998E-3</c:v>
                </c:pt>
                <c:pt idx="177">
                  <c:v>-8.6999999999999994E-3</c:v>
                </c:pt>
                <c:pt idx="178">
                  <c:v>-5.4999999999999997E-3</c:v>
                </c:pt>
                <c:pt idx="179">
                  <c:v>-1.7500000000000002E-2</c:v>
                </c:pt>
                <c:pt idx="180">
                  <c:v>-3.04E-2</c:v>
                </c:pt>
                <c:pt idx="181">
                  <c:v>-2.06E-2</c:v>
                </c:pt>
                <c:pt idx="182">
                  <c:v>-3.5999999999999997E-2</c:v>
                </c:pt>
                <c:pt idx="183">
                  <c:v>-3.3599999999999998E-2</c:v>
                </c:pt>
                <c:pt idx="184">
                  <c:v>-6.1999999999999998E-3</c:v>
                </c:pt>
                <c:pt idx="185">
                  <c:v>-1.37E-2</c:v>
                </c:pt>
                <c:pt idx="186">
                  <c:v>-1.43E-2</c:v>
                </c:pt>
                <c:pt idx="187">
                  <c:v>-1.38E-2</c:v>
                </c:pt>
                <c:pt idx="188">
                  <c:v>-2.9399999999999999E-2</c:v>
                </c:pt>
                <c:pt idx="189">
                  <c:v>-3.2000000000000001E-2</c:v>
                </c:pt>
                <c:pt idx="190">
                  <c:v>-2.4799999999999999E-2</c:v>
                </c:pt>
                <c:pt idx="191">
                  <c:v>-2.29E-2</c:v>
                </c:pt>
                <c:pt idx="192">
                  <c:v>-3.39E-2</c:v>
                </c:pt>
                <c:pt idx="193">
                  <c:v>-9.7000000000000003E-3</c:v>
                </c:pt>
                <c:pt idx="194">
                  <c:v>-1.8200000000000001E-2</c:v>
                </c:pt>
                <c:pt idx="195">
                  <c:v>-2.5999999999999999E-3</c:v>
                </c:pt>
                <c:pt idx="196">
                  <c:v>3.7000000000000002E-3</c:v>
                </c:pt>
                <c:pt idx="197">
                  <c:v>-8.3999999999999995E-3</c:v>
                </c:pt>
                <c:pt idx="198">
                  <c:v>0</c:v>
                </c:pt>
                <c:pt idx="199">
                  <c:v>1.1000000000000001E-3</c:v>
                </c:pt>
                <c:pt idx="200">
                  <c:v>-2.29E-2</c:v>
                </c:pt>
                <c:pt idx="201">
                  <c:v>-2.5600000000000001E-2</c:v>
                </c:pt>
                <c:pt idx="202">
                  <c:v>-4.9200000000000001E-2</c:v>
                </c:pt>
                <c:pt idx="203">
                  <c:v>-3.2099999999999997E-2</c:v>
                </c:pt>
                <c:pt idx="204">
                  <c:v>-2.01E-2</c:v>
                </c:pt>
                <c:pt idx="205">
                  <c:v>-1.7999999999999999E-2</c:v>
                </c:pt>
                <c:pt idx="206">
                  <c:v>-2.6599999999999999E-2</c:v>
                </c:pt>
                <c:pt idx="207">
                  <c:v>-2.5999999999999999E-2</c:v>
                </c:pt>
                <c:pt idx="208">
                  <c:v>-4.7500000000000001E-2</c:v>
                </c:pt>
                <c:pt idx="209">
                  <c:v>-0.04</c:v>
                </c:pt>
                <c:pt idx="210">
                  <c:v>-4.2999999999999997E-2</c:v>
                </c:pt>
                <c:pt idx="211">
                  <c:v>-6.2E-2</c:v>
                </c:pt>
                <c:pt idx="212">
                  <c:v>-9.4899999999999998E-2</c:v>
                </c:pt>
                <c:pt idx="213">
                  <c:v>-9.6000000000000002E-2</c:v>
                </c:pt>
                <c:pt idx="214">
                  <c:v>-0.1103</c:v>
                </c:pt>
                <c:pt idx="215">
                  <c:v>-0.11119999999999999</c:v>
                </c:pt>
                <c:pt idx="216">
                  <c:v>-0.12379999999999999</c:v>
                </c:pt>
                <c:pt idx="217">
                  <c:v>-0.1406</c:v>
                </c:pt>
                <c:pt idx="218">
                  <c:v>-0.1389</c:v>
                </c:pt>
                <c:pt idx="219">
                  <c:v>-0.15920000000000001</c:v>
                </c:pt>
                <c:pt idx="220">
                  <c:v>-0.16980000000000001</c:v>
                </c:pt>
                <c:pt idx="221">
                  <c:v>-0.15620000000000001</c:v>
                </c:pt>
                <c:pt idx="222">
                  <c:v>-0.13780000000000001</c:v>
                </c:pt>
                <c:pt idx="223">
                  <c:v>-0.1321</c:v>
                </c:pt>
                <c:pt idx="224">
                  <c:v>-0.14829999999999999</c:v>
                </c:pt>
                <c:pt idx="225">
                  <c:v>-0.16930000000000001</c:v>
                </c:pt>
                <c:pt idx="226">
                  <c:v>-0.19120000000000001</c:v>
                </c:pt>
                <c:pt idx="227">
                  <c:v>-0.17730000000000001</c:v>
                </c:pt>
                <c:pt idx="228">
                  <c:v>-0.161</c:v>
                </c:pt>
                <c:pt idx="229">
                  <c:v>-0.16869999999999999</c:v>
                </c:pt>
                <c:pt idx="230">
                  <c:v>-0.1474</c:v>
                </c:pt>
                <c:pt idx="231">
                  <c:v>-0.13969999999999999</c:v>
                </c:pt>
                <c:pt idx="232">
                  <c:v>-0.14410000000000001</c:v>
                </c:pt>
                <c:pt idx="233">
                  <c:v>-0.15110000000000001</c:v>
                </c:pt>
                <c:pt idx="234">
                  <c:v>-0.1487</c:v>
                </c:pt>
                <c:pt idx="235">
                  <c:v>-0.15240000000000001</c:v>
                </c:pt>
                <c:pt idx="236">
                  <c:v>-0.1129</c:v>
                </c:pt>
                <c:pt idx="237">
                  <c:v>-8.8599999999999998E-2</c:v>
                </c:pt>
                <c:pt idx="238">
                  <c:v>-0.10050000000000001</c:v>
                </c:pt>
                <c:pt idx="239">
                  <c:v>-9.4500000000000001E-2</c:v>
                </c:pt>
                <c:pt idx="240">
                  <c:v>-8.2699999999999996E-2</c:v>
                </c:pt>
                <c:pt idx="241">
                  <c:v>-9.7600000000000006E-2</c:v>
                </c:pt>
                <c:pt idx="242">
                  <c:v>-9.9199999999999997E-2</c:v>
                </c:pt>
                <c:pt idx="243">
                  <c:v>-9.2600000000000002E-2</c:v>
                </c:pt>
                <c:pt idx="244">
                  <c:v>-9.4200000000000006E-2</c:v>
                </c:pt>
                <c:pt idx="245">
                  <c:v>-9.6199999999999994E-2</c:v>
                </c:pt>
                <c:pt idx="246">
                  <c:v>-0.10680000000000001</c:v>
                </c:pt>
                <c:pt idx="247">
                  <c:v>-0.11119999999999999</c:v>
                </c:pt>
                <c:pt idx="248">
                  <c:v>-0.1111</c:v>
                </c:pt>
                <c:pt idx="249">
                  <c:v>-0.1095</c:v>
                </c:pt>
                <c:pt idx="250">
                  <c:v>-0.1081</c:v>
                </c:pt>
                <c:pt idx="251">
                  <c:v>-0.1036</c:v>
                </c:pt>
                <c:pt idx="252">
                  <c:v>-0.1188</c:v>
                </c:pt>
                <c:pt idx="253">
                  <c:v>-0.11899999999999999</c:v>
                </c:pt>
                <c:pt idx="254">
                  <c:v>-0.13100000000000001</c:v>
                </c:pt>
                <c:pt idx="255">
                  <c:v>-0.1234</c:v>
                </c:pt>
                <c:pt idx="256">
                  <c:v>-0.1222</c:v>
                </c:pt>
                <c:pt idx="257">
                  <c:v>-0.11</c:v>
                </c:pt>
                <c:pt idx="258">
                  <c:v>-0.1113</c:v>
                </c:pt>
                <c:pt idx="259">
                  <c:v>-0.1105</c:v>
                </c:pt>
                <c:pt idx="260">
                  <c:v>-0.1111</c:v>
                </c:pt>
                <c:pt idx="261">
                  <c:v>-0.1174</c:v>
                </c:pt>
                <c:pt idx="262">
                  <c:v>-0.12509999999999999</c:v>
                </c:pt>
                <c:pt idx="263">
                  <c:v>-0.12659999999999999</c:v>
                </c:pt>
                <c:pt idx="264">
                  <c:v>-0.1212</c:v>
                </c:pt>
                <c:pt idx="265">
                  <c:v>-0.1174</c:v>
                </c:pt>
                <c:pt idx="266">
                  <c:v>-0.1298</c:v>
                </c:pt>
                <c:pt idx="267">
                  <c:v>-0.127</c:v>
                </c:pt>
                <c:pt idx="268">
                  <c:v>-0.1176</c:v>
                </c:pt>
                <c:pt idx="269">
                  <c:v>-0.13020000000000001</c:v>
                </c:pt>
                <c:pt idx="270">
                  <c:v>-0.1363</c:v>
                </c:pt>
                <c:pt idx="271">
                  <c:v>-0.14000000000000001</c:v>
                </c:pt>
                <c:pt idx="272">
                  <c:v>-0.13789999999999999</c:v>
                </c:pt>
                <c:pt idx="273">
                  <c:v>-0.14760000000000001</c:v>
                </c:pt>
                <c:pt idx="274">
                  <c:v>-0.1497</c:v>
                </c:pt>
                <c:pt idx="275">
                  <c:v>-0.123</c:v>
                </c:pt>
                <c:pt idx="276">
                  <c:v>-0.1336</c:v>
                </c:pt>
                <c:pt idx="277">
                  <c:v>-0.1404</c:v>
                </c:pt>
                <c:pt idx="278">
                  <c:v>-0.1419</c:v>
                </c:pt>
                <c:pt idx="279">
                  <c:v>-0.14460000000000001</c:v>
                </c:pt>
                <c:pt idx="280">
                  <c:v>-0.154</c:v>
                </c:pt>
                <c:pt idx="281">
                  <c:v>-0.15670000000000001</c:v>
                </c:pt>
                <c:pt idx="282">
                  <c:v>-0.16850000000000001</c:v>
                </c:pt>
                <c:pt idx="283">
                  <c:v>-0.17710000000000001</c:v>
                </c:pt>
                <c:pt idx="284">
                  <c:v>-0.18459999999999999</c:v>
                </c:pt>
                <c:pt idx="285">
                  <c:v>-0.18479999999999999</c:v>
                </c:pt>
                <c:pt idx="286">
                  <c:v>-0.19600000000000001</c:v>
                </c:pt>
                <c:pt idx="287">
                  <c:v>-0.19969999999999999</c:v>
                </c:pt>
                <c:pt idx="288">
                  <c:v>-0.18659999999999999</c:v>
                </c:pt>
                <c:pt idx="289">
                  <c:v>-0.16089999999999999</c:v>
                </c:pt>
                <c:pt idx="290">
                  <c:v>-0.14360000000000001</c:v>
                </c:pt>
                <c:pt idx="291">
                  <c:v>-0.14180000000000001</c:v>
                </c:pt>
                <c:pt idx="292">
                  <c:v>-0.1381</c:v>
                </c:pt>
                <c:pt idx="293">
                  <c:v>-0.1454</c:v>
                </c:pt>
                <c:pt idx="294">
                  <c:v>-0.13100000000000001</c:v>
                </c:pt>
                <c:pt idx="295">
                  <c:v>-0.13139999999999999</c:v>
                </c:pt>
                <c:pt idx="296">
                  <c:v>-0.1242</c:v>
                </c:pt>
                <c:pt idx="297">
                  <c:v>-0.1236</c:v>
                </c:pt>
                <c:pt idx="298">
                  <c:v>-0.12239999999999999</c:v>
                </c:pt>
                <c:pt idx="299">
                  <c:v>-0.1341</c:v>
                </c:pt>
                <c:pt idx="300">
                  <c:v>-0.14410000000000001</c:v>
                </c:pt>
                <c:pt idx="301">
                  <c:v>-0.14099999999999999</c:v>
                </c:pt>
                <c:pt idx="302">
                  <c:v>-0.1283</c:v>
                </c:pt>
                <c:pt idx="303">
                  <c:v>-0.12230000000000001</c:v>
                </c:pt>
                <c:pt idx="304">
                  <c:v>-0.1133</c:v>
                </c:pt>
                <c:pt idx="305">
                  <c:v>-0.1236</c:v>
                </c:pt>
                <c:pt idx="306">
                  <c:v>-0.15379999999999999</c:v>
                </c:pt>
                <c:pt idx="307">
                  <c:v>-0.1452</c:v>
                </c:pt>
                <c:pt idx="308">
                  <c:v>-0.13800000000000001</c:v>
                </c:pt>
                <c:pt idx="309">
                  <c:v>-0.13789999999999999</c:v>
                </c:pt>
                <c:pt idx="310">
                  <c:v>-0.14610000000000001</c:v>
                </c:pt>
                <c:pt idx="311">
                  <c:v>-0.1386</c:v>
                </c:pt>
                <c:pt idx="312">
                  <c:v>-0.12790000000000001</c:v>
                </c:pt>
                <c:pt idx="313">
                  <c:v>-0.1168</c:v>
                </c:pt>
                <c:pt idx="314">
                  <c:v>-0.1115</c:v>
                </c:pt>
                <c:pt idx="315">
                  <c:v>-0.11849999999999999</c:v>
                </c:pt>
                <c:pt idx="316">
                  <c:v>-9.4399999999999998E-2</c:v>
                </c:pt>
                <c:pt idx="317">
                  <c:v>-0.1047</c:v>
                </c:pt>
                <c:pt idx="318">
                  <c:v>-0.1008</c:v>
                </c:pt>
                <c:pt idx="319">
                  <c:v>-9.9900000000000003E-2</c:v>
                </c:pt>
                <c:pt idx="320">
                  <c:v>-0.1153</c:v>
                </c:pt>
                <c:pt idx="321">
                  <c:v>-0.1115</c:v>
                </c:pt>
                <c:pt idx="322">
                  <c:v>-0.11940000000000001</c:v>
                </c:pt>
                <c:pt idx="323">
                  <c:v>-0.1265</c:v>
                </c:pt>
                <c:pt idx="324">
                  <c:v>-0.1246</c:v>
                </c:pt>
                <c:pt idx="325">
                  <c:v>-0.1173</c:v>
                </c:pt>
                <c:pt idx="326">
                  <c:v>-0.12470000000000001</c:v>
                </c:pt>
                <c:pt idx="327">
                  <c:v>-0.13550000000000001</c:v>
                </c:pt>
                <c:pt idx="328">
                  <c:v>-0.13100000000000001</c:v>
                </c:pt>
                <c:pt idx="329">
                  <c:v>-0.11899999999999999</c:v>
                </c:pt>
                <c:pt idx="330">
                  <c:v>-0.1183</c:v>
                </c:pt>
                <c:pt idx="331">
                  <c:v>-0.1371</c:v>
                </c:pt>
                <c:pt idx="332">
                  <c:v>-0.1409</c:v>
                </c:pt>
                <c:pt idx="333">
                  <c:v>-0.14649999999999999</c:v>
                </c:pt>
                <c:pt idx="334">
                  <c:v>-0.15609999999999999</c:v>
                </c:pt>
                <c:pt idx="335">
                  <c:v>-0.15490000000000001</c:v>
                </c:pt>
                <c:pt idx="336">
                  <c:v>-0.13769999999999999</c:v>
                </c:pt>
                <c:pt idx="337">
                  <c:v>-0.14380000000000001</c:v>
                </c:pt>
                <c:pt idx="338">
                  <c:v>-0.13830000000000001</c:v>
                </c:pt>
                <c:pt idx="339">
                  <c:v>-0.1361</c:v>
                </c:pt>
                <c:pt idx="340">
                  <c:v>-0.1482</c:v>
                </c:pt>
                <c:pt idx="341">
                  <c:v>-0.15429999999999999</c:v>
                </c:pt>
                <c:pt idx="342">
                  <c:v>-0.15190000000000001</c:v>
                </c:pt>
                <c:pt idx="343">
                  <c:v>-0.15970000000000001</c:v>
                </c:pt>
                <c:pt idx="344">
                  <c:v>-0.16439999999999999</c:v>
                </c:pt>
                <c:pt idx="345">
                  <c:v>-0.153</c:v>
                </c:pt>
                <c:pt idx="346">
                  <c:v>-0.1643</c:v>
                </c:pt>
                <c:pt idx="347">
                  <c:v>-0.16889999999999999</c:v>
                </c:pt>
                <c:pt idx="348">
                  <c:v>-0.1678</c:v>
                </c:pt>
                <c:pt idx="349">
                  <c:v>-0.18110000000000001</c:v>
                </c:pt>
                <c:pt idx="350">
                  <c:v>-0.19400000000000001</c:v>
                </c:pt>
                <c:pt idx="351">
                  <c:v>-0.1893</c:v>
                </c:pt>
                <c:pt idx="352">
                  <c:v>-0.1905</c:v>
                </c:pt>
                <c:pt idx="353">
                  <c:v>-0.1492</c:v>
                </c:pt>
                <c:pt idx="354">
                  <c:v>-0.1454</c:v>
                </c:pt>
                <c:pt idx="355">
                  <c:v>-0.13420000000000001</c:v>
                </c:pt>
                <c:pt idx="356">
                  <c:v>-0.1147</c:v>
                </c:pt>
                <c:pt idx="357">
                  <c:v>-0.1145</c:v>
                </c:pt>
                <c:pt idx="358">
                  <c:v>-0.1114</c:v>
                </c:pt>
                <c:pt idx="359">
                  <c:v>-0.11310000000000001</c:v>
                </c:pt>
                <c:pt idx="360">
                  <c:v>-0.1153</c:v>
                </c:pt>
                <c:pt idx="361">
                  <c:v>-0.11360000000000001</c:v>
                </c:pt>
                <c:pt idx="362">
                  <c:v>-0.1134</c:v>
                </c:pt>
                <c:pt idx="363">
                  <c:v>-0.1193</c:v>
                </c:pt>
                <c:pt idx="364">
                  <c:v>-0.11269999999999999</c:v>
                </c:pt>
                <c:pt idx="365">
                  <c:v>-0.10440000000000001</c:v>
                </c:pt>
                <c:pt idx="366">
                  <c:v>-8.5599999999999996E-2</c:v>
                </c:pt>
                <c:pt idx="367">
                  <c:v>-8.1299999999999997E-2</c:v>
                </c:pt>
                <c:pt idx="368">
                  <c:v>-8.0799999999999997E-2</c:v>
                </c:pt>
                <c:pt idx="369">
                  <c:v>-8.77E-2</c:v>
                </c:pt>
                <c:pt idx="370">
                  <c:v>-0.10290000000000001</c:v>
                </c:pt>
                <c:pt idx="371">
                  <c:v>-9.0300000000000005E-2</c:v>
                </c:pt>
                <c:pt idx="372">
                  <c:v>-7.7799999999999994E-2</c:v>
                </c:pt>
                <c:pt idx="373">
                  <c:v>-7.9699999999999993E-2</c:v>
                </c:pt>
                <c:pt idx="374">
                  <c:v>-9.5699999999999993E-2</c:v>
                </c:pt>
                <c:pt idx="375">
                  <c:v>-8.9300000000000004E-2</c:v>
                </c:pt>
                <c:pt idx="376">
                  <c:v>-7.2800000000000004E-2</c:v>
                </c:pt>
                <c:pt idx="377">
                  <c:v>-7.4399999999999994E-2</c:v>
                </c:pt>
                <c:pt idx="378">
                  <c:v>-7.7299999999999994E-2</c:v>
                </c:pt>
                <c:pt idx="379">
                  <c:v>-8.4500000000000006E-2</c:v>
                </c:pt>
                <c:pt idx="380">
                  <c:v>-7.5499999999999998E-2</c:v>
                </c:pt>
                <c:pt idx="381">
                  <c:v>-8.3699999999999997E-2</c:v>
                </c:pt>
                <c:pt idx="382">
                  <c:v>-7.4300000000000005E-2</c:v>
                </c:pt>
                <c:pt idx="383">
                  <c:v>-8.0799999999999997E-2</c:v>
                </c:pt>
                <c:pt idx="384">
                  <c:v>-7.9000000000000001E-2</c:v>
                </c:pt>
                <c:pt idx="385">
                  <c:v>-8.5000000000000006E-2</c:v>
                </c:pt>
                <c:pt idx="386">
                  <c:v>-9.5200000000000007E-2</c:v>
                </c:pt>
                <c:pt idx="387">
                  <c:v>-0.08</c:v>
                </c:pt>
                <c:pt idx="388">
                  <c:v>-8.7599999999999997E-2</c:v>
                </c:pt>
                <c:pt idx="389">
                  <c:v>-9.4E-2</c:v>
                </c:pt>
                <c:pt idx="390">
                  <c:v>-9.5500000000000002E-2</c:v>
                </c:pt>
                <c:pt idx="391">
                  <c:v>-9.8699999999999996E-2</c:v>
                </c:pt>
                <c:pt idx="392">
                  <c:v>-0.1028</c:v>
                </c:pt>
                <c:pt idx="393">
                  <c:v>-8.9899999999999994E-2</c:v>
                </c:pt>
                <c:pt idx="394">
                  <c:v>-9.6000000000000002E-2</c:v>
                </c:pt>
                <c:pt idx="395">
                  <c:v>-0.1047</c:v>
                </c:pt>
                <c:pt idx="396">
                  <c:v>-0.1099</c:v>
                </c:pt>
                <c:pt idx="397">
                  <c:v>-0.1216</c:v>
                </c:pt>
                <c:pt idx="398">
                  <c:v>-0.1149</c:v>
                </c:pt>
                <c:pt idx="399">
                  <c:v>-0.1326</c:v>
                </c:pt>
                <c:pt idx="400">
                  <c:v>-0.13650000000000001</c:v>
                </c:pt>
                <c:pt idx="401">
                  <c:v>-0.13639999999999999</c:v>
                </c:pt>
                <c:pt idx="402">
                  <c:v>-0.1062</c:v>
                </c:pt>
                <c:pt idx="403">
                  <c:v>-0.113</c:v>
                </c:pt>
                <c:pt idx="404">
                  <c:v>-0.1129</c:v>
                </c:pt>
                <c:pt idx="405">
                  <c:v>-9.6100000000000005E-2</c:v>
                </c:pt>
                <c:pt idx="406">
                  <c:v>-8.5099999999999995E-2</c:v>
                </c:pt>
                <c:pt idx="407">
                  <c:v>-8.5699999999999998E-2</c:v>
                </c:pt>
                <c:pt idx="408">
                  <c:v>-9.5399999999999999E-2</c:v>
                </c:pt>
                <c:pt idx="409">
                  <c:v>-8.1799999999999998E-2</c:v>
                </c:pt>
                <c:pt idx="410">
                  <c:v>-8.7300000000000003E-2</c:v>
                </c:pt>
                <c:pt idx="411">
                  <c:v>-7.9000000000000001E-2</c:v>
                </c:pt>
                <c:pt idx="412">
                  <c:v>-7.6300000000000007E-2</c:v>
                </c:pt>
                <c:pt idx="413">
                  <c:v>-8.4199999999999997E-2</c:v>
                </c:pt>
                <c:pt idx="414">
                  <c:v>-9.0700000000000003E-2</c:v>
                </c:pt>
                <c:pt idx="415">
                  <c:v>-8.8999999999999996E-2</c:v>
                </c:pt>
                <c:pt idx="416">
                  <c:v>-9.9299999999999999E-2</c:v>
                </c:pt>
                <c:pt idx="417">
                  <c:v>-6.6199999999999995E-2</c:v>
                </c:pt>
                <c:pt idx="418">
                  <c:v>-5.91E-2</c:v>
                </c:pt>
                <c:pt idx="419">
                  <c:v>-5.57E-2</c:v>
                </c:pt>
                <c:pt idx="420">
                  <c:v>-5.8999999999999997E-2</c:v>
                </c:pt>
                <c:pt idx="421">
                  <c:v>-6.2899999999999998E-2</c:v>
                </c:pt>
                <c:pt idx="422">
                  <c:v>-6.4899999999999999E-2</c:v>
                </c:pt>
                <c:pt idx="423">
                  <c:v>-6.6400000000000001E-2</c:v>
                </c:pt>
                <c:pt idx="424">
                  <c:v>-6.7799999999999999E-2</c:v>
                </c:pt>
                <c:pt idx="425">
                  <c:v>-6.6500000000000004E-2</c:v>
                </c:pt>
                <c:pt idx="426">
                  <c:v>-6.88E-2</c:v>
                </c:pt>
                <c:pt idx="427">
                  <c:v>-6.3200000000000006E-2</c:v>
                </c:pt>
                <c:pt idx="428">
                  <c:v>-7.0400000000000004E-2</c:v>
                </c:pt>
                <c:pt idx="429">
                  <c:v>-8.2000000000000003E-2</c:v>
                </c:pt>
                <c:pt idx="430">
                  <c:v>-7.3400000000000007E-2</c:v>
                </c:pt>
                <c:pt idx="431">
                  <c:v>-6.7000000000000004E-2</c:v>
                </c:pt>
                <c:pt idx="432">
                  <c:v>-6.1499999999999999E-2</c:v>
                </c:pt>
                <c:pt idx="433">
                  <c:v>-5.8999999999999997E-2</c:v>
                </c:pt>
                <c:pt idx="434">
                  <c:v>-6.1100000000000002E-2</c:v>
                </c:pt>
                <c:pt idx="435">
                  <c:v>-6.5199999999999994E-2</c:v>
                </c:pt>
                <c:pt idx="436">
                  <c:v>-6.2199999999999998E-2</c:v>
                </c:pt>
                <c:pt idx="437">
                  <c:v>-6.83E-2</c:v>
                </c:pt>
                <c:pt idx="438">
                  <c:v>-7.2400000000000006E-2</c:v>
                </c:pt>
                <c:pt idx="439">
                  <c:v>-7.5999999999999998E-2</c:v>
                </c:pt>
                <c:pt idx="440">
                  <c:v>-7.3599999999999999E-2</c:v>
                </c:pt>
                <c:pt idx="441">
                  <c:v>-7.4399999999999994E-2</c:v>
                </c:pt>
                <c:pt idx="442">
                  <c:v>-5.79E-2</c:v>
                </c:pt>
                <c:pt idx="443">
                  <c:v>-5.5599999999999997E-2</c:v>
                </c:pt>
                <c:pt idx="444">
                  <c:v>-4.7500000000000001E-2</c:v>
                </c:pt>
                <c:pt idx="445">
                  <c:v>-3.3799999999999997E-2</c:v>
                </c:pt>
                <c:pt idx="446">
                  <c:v>-3.2300000000000002E-2</c:v>
                </c:pt>
                <c:pt idx="447">
                  <c:v>-3.2899999999999999E-2</c:v>
                </c:pt>
                <c:pt idx="448">
                  <c:v>-3.3000000000000002E-2</c:v>
                </c:pt>
                <c:pt idx="449">
                  <c:v>-2.4899999999999999E-2</c:v>
                </c:pt>
                <c:pt idx="450">
                  <c:v>-1.7999999999999999E-2</c:v>
                </c:pt>
                <c:pt idx="451">
                  <c:v>-1.5800000000000002E-2</c:v>
                </c:pt>
                <c:pt idx="452">
                  <c:v>-1.7399999999999999E-2</c:v>
                </c:pt>
                <c:pt idx="453">
                  <c:v>-1.6899999999999998E-2</c:v>
                </c:pt>
                <c:pt idx="454">
                  <c:v>-1.5800000000000002E-2</c:v>
                </c:pt>
                <c:pt idx="455">
                  <c:v>-1.7100000000000001E-2</c:v>
                </c:pt>
                <c:pt idx="456">
                  <c:v>-1.7999999999999999E-2</c:v>
                </c:pt>
                <c:pt idx="457">
                  <c:v>-1.72E-2</c:v>
                </c:pt>
                <c:pt idx="458">
                  <c:v>-1.32E-2</c:v>
                </c:pt>
                <c:pt idx="459">
                  <c:v>-1.43E-2</c:v>
                </c:pt>
                <c:pt idx="460">
                  <c:v>-1.11E-2</c:v>
                </c:pt>
                <c:pt idx="461">
                  <c:v>-1.14E-2</c:v>
                </c:pt>
                <c:pt idx="462">
                  <c:v>-1.1599999999999999E-2</c:v>
                </c:pt>
                <c:pt idx="463">
                  <c:v>-1.14E-2</c:v>
                </c:pt>
                <c:pt idx="464">
                  <c:v>-1.38E-2</c:v>
                </c:pt>
                <c:pt idx="465">
                  <c:v>-1.2999999999999999E-2</c:v>
                </c:pt>
                <c:pt idx="466">
                  <c:v>-1.4200000000000001E-2</c:v>
                </c:pt>
                <c:pt idx="467">
                  <c:v>-1.41E-2</c:v>
                </c:pt>
                <c:pt idx="468">
                  <c:v>-1.4E-2</c:v>
                </c:pt>
                <c:pt idx="469">
                  <c:v>-1.34E-2</c:v>
                </c:pt>
                <c:pt idx="470">
                  <c:v>-1.35E-2</c:v>
                </c:pt>
                <c:pt idx="471">
                  <c:v>-1.2800000000000001E-2</c:v>
                </c:pt>
                <c:pt idx="472">
                  <c:v>-1.21E-2</c:v>
                </c:pt>
                <c:pt idx="473">
                  <c:v>-1.2699999999999999E-2</c:v>
                </c:pt>
                <c:pt idx="474">
                  <c:v>-1.0999999999999999E-2</c:v>
                </c:pt>
                <c:pt idx="475">
                  <c:v>-1.0800000000000001E-2</c:v>
                </c:pt>
                <c:pt idx="476">
                  <c:v>-1.21E-2</c:v>
                </c:pt>
                <c:pt idx="477">
                  <c:v>-1.38E-2</c:v>
                </c:pt>
                <c:pt idx="478">
                  <c:v>-1.6E-2</c:v>
                </c:pt>
                <c:pt idx="479">
                  <c:v>-1.7000000000000001E-2</c:v>
                </c:pt>
                <c:pt idx="480">
                  <c:v>-1.4E-2</c:v>
                </c:pt>
                <c:pt idx="481">
                  <c:v>-1.2800000000000001E-2</c:v>
                </c:pt>
                <c:pt idx="482">
                  <c:v>-1.34E-2</c:v>
                </c:pt>
                <c:pt idx="483">
                  <c:v>-1.04E-2</c:v>
                </c:pt>
                <c:pt idx="484">
                  <c:v>-1.0800000000000001E-2</c:v>
                </c:pt>
                <c:pt idx="485">
                  <c:v>-1.15E-2</c:v>
                </c:pt>
                <c:pt idx="486">
                  <c:v>-1.1900000000000001E-2</c:v>
                </c:pt>
                <c:pt idx="487">
                  <c:v>-1.2699999999999999E-2</c:v>
                </c:pt>
                <c:pt idx="488">
                  <c:v>-1.4E-2</c:v>
                </c:pt>
                <c:pt idx="489">
                  <c:v>-1.4500000000000001E-2</c:v>
                </c:pt>
                <c:pt idx="490">
                  <c:v>-1.4999999999999999E-2</c:v>
                </c:pt>
                <c:pt idx="491">
                  <c:v>-1.54E-2</c:v>
                </c:pt>
                <c:pt idx="492">
                  <c:v>-8.8000000000000005E-3</c:v>
                </c:pt>
                <c:pt idx="493">
                  <c:v>-7.7999999999999996E-3</c:v>
                </c:pt>
                <c:pt idx="494">
                  <c:v>-1.0500000000000001E-2</c:v>
                </c:pt>
                <c:pt idx="495">
                  <c:v>-8.6999999999999994E-3</c:v>
                </c:pt>
                <c:pt idx="496">
                  <c:v>-1.21E-2</c:v>
                </c:pt>
                <c:pt idx="497">
                  <c:v>-1.2699999999999999E-2</c:v>
                </c:pt>
                <c:pt idx="498">
                  <c:v>-1.3100000000000001E-2</c:v>
                </c:pt>
                <c:pt idx="499">
                  <c:v>-1.21E-2</c:v>
                </c:pt>
                <c:pt idx="500">
                  <c:v>-1.43E-2</c:v>
                </c:pt>
                <c:pt idx="501">
                  <c:v>-1.3299999999999999E-2</c:v>
                </c:pt>
                <c:pt idx="502">
                  <c:v>-1.4E-2</c:v>
                </c:pt>
                <c:pt idx="503">
                  <c:v>-1.5800000000000002E-2</c:v>
                </c:pt>
                <c:pt idx="504">
                  <c:v>-1.61E-2</c:v>
                </c:pt>
                <c:pt idx="505">
                  <c:v>-1.5900000000000001E-2</c:v>
                </c:pt>
                <c:pt idx="506">
                  <c:v>-1.6199999999999999E-2</c:v>
                </c:pt>
                <c:pt idx="507">
                  <c:v>-1.2699999999999999E-2</c:v>
                </c:pt>
                <c:pt idx="508">
                  <c:v>-1.32E-2</c:v>
                </c:pt>
                <c:pt idx="509">
                  <c:v>-1.3100000000000001E-2</c:v>
                </c:pt>
                <c:pt idx="510">
                  <c:v>-1.23E-2</c:v>
                </c:pt>
                <c:pt idx="511">
                  <c:v>1.2999999999999999E-3</c:v>
                </c:pt>
                <c:pt idx="512">
                  <c:v>-0.01</c:v>
                </c:pt>
                <c:pt idx="513">
                  <c:v>-1.23E-2</c:v>
                </c:pt>
                <c:pt idx="514">
                  <c:v>-6.8999999999999999E-3</c:v>
                </c:pt>
                <c:pt idx="515">
                  <c:v>-4.4000000000000003E-3</c:v>
                </c:pt>
                <c:pt idx="516">
                  <c:v>-5.9999999999999995E-4</c:v>
                </c:pt>
                <c:pt idx="517">
                  <c:v>9.4000000000000004E-3</c:v>
                </c:pt>
                <c:pt idx="518">
                  <c:v>8.6E-3</c:v>
                </c:pt>
                <c:pt idx="519">
                  <c:v>7.4999999999999997E-3</c:v>
                </c:pt>
                <c:pt idx="520">
                  <c:v>3.5000000000000001E-3</c:v>
                </c:pt>
                <c:pt idx="521">
                  <c:v>5.1999999999999998E-3</c:v>
                </c:pt>
                <c:pt idx="522">
                  <c:v>-3.8E-3</c:v>
                </c:pt>
                <c:pt idx="523">
                  <c:v>2.0999999999999999E-3</c:v>
                </c:pt>
                <c:pt idx="524">
                  <c:v>2.5999999999999999E-3</c:v>
                </c:pt>
                <c:pt idx="525">
                  <c:v>7.1000000000000004E-3</c:v>
                </c:pt>
                <c:pt idx="526">
                  <c:v>1.5699999999999999E-2</c:v>
                </c:pt>
                <c:pt idx="527">
                  <c:v>1.6799999999999999E-2</c:v>
                </c:pt>
                <c:pt idx="528">
                  <c:v>6.7000000000000002E-3</c:v>
                </c:pt>
                <c:pt idx="529">
                  <c:v>5.8999999999999999E-3</c:v>
                </c:pt>
                <c:pt idx="530">
                  <c:v>3.2000000000000002E-3</c:v>
                </c:pt>
                <c:pt idx="531">
                  <c:v>-1.8E-3</c:v>
                </c:pt>
                <c:pt idx="532">
                  <c:v>-5.9999999999999995E-4</c:v>
                </c:pt>
                <c:pt idx="533">
                  <c:v>6.9999999999999999E-4</c:v>
                </c:pt>
                <c:pt idx="534">
                  <c:v>-5.5999999999999999E-3</c:v>
                </c:pt>
                <c:pt idx="535">
                  <c:v>-6.8999999999999999E-3</c:v>
                </c:pt>
                <c:pt idx="536">
                  <c:v>-8.5000000000000006E-3</c:v>
                </c:pt>
                <c:pt idx="537">
                  <c:v>-1.6000000000000001E-3</c:v>
                </c:pt>
                <c:pt idx="538">
                  <c:v>-3.5999999999999999E-3</c:v>
                </c:pt>
                <c:pt idx="539">
                  <c:v>-4.0000000000000001E-3</c:v>
                </c:pt>
                <c:pt idx="540">
                  <c:v>1.5E-3</c:v>
                </c:pt>
                <c:pt idx="541">
                  <c:v>1.2800000000000001E-2</c:v>
                </c:pt>
                <c:pt idx="542">
                  <c:v>1.0999999999999999E-2</c:v>
                </c:pt>
                <c:pt idx="543">
                  <c:v>8.0000000000000002E-3</c:v>
                </c:pt>
                <c:pt idx="544">
                  <c:v>2.4E-2</c:v>
                </c:pt>
                <c:pt idx="545">
                  <c:v>2.6800000000000001E-2</c:v>
                </c:pt>
                <c:pt idx="546">
                  <c:v>1.8700000000000001E-2</c:v>
                </c:pt>
                <c:pt idx="547">
                  <c:v>1.7500000000000002E-2</c:v>
                </c:pt>
                <c:pt idx="548">
                  <c:v>1.3100000000000001E-2</c:v>
                </c:pt>
                <c:pt idx="549">
                  <c:v>1.78E-2</c:v>
                </c:pt>
                <c:pt idx="550">
                  <c:v>1.7500000000000002E-2</c:v>
                </c:pt>
                <c:pt idx="551">
                  <c:v>2.3999999999999998E-3</c:v>
                </c:pt>
                <c:pt idx="552">
                  <c:v>2.8E-3</c:v>
                </c:pt>
                <c:pt idx="553">
                  <c:v>2.7000000000000001E-3</c:v>
                </c:pt>
                <c:pt idx="554">
                  <c:v>-4.0000000000000001E-3</c:v>
                </c:pt>
                <c:pt idx="555">
                  <c:v>1.01E-2</c:v>
                </c:pt>
                <c:pt idx="556">
                  <c:v>2.2100000000000002E-2</c:v>
                </c:pt>
                <c:pt idx="557">
                  <c:v>2.2599999999999999E-2</c:v>
                </c:pt>
                <c:pt idx="558">
                  <c:v>3.6499999999999998E-2</c:v>
                </c:pt>
                <c:pt idx="559">
                  <c:v>3.3399999999999999E-2</c:v>
                </c:pt>
                <c:pt idx="560">
                  <c:v>2.76E-2</c:v>
                </c:pt>
                <c:pt idx="561">
                  <c:v>2.9100000000000001E-2</c:v>
                </c:pt>
                <c:pt idx="562">
                  <c:v>3.3000000000000002E-2</c:v>
                </c:pt>
                <c:pt idx="563">
                  <c:v>3.44E-2</c:v>
                </c:pt>
                <c:pt idx="564">
                  <c:v>3.3099999999999997E-2</c:v>
                </c:pt>
                <c:pt idx="565">
                  <c:v>4.1200000000000001E-2</c:v>
                </c:pt>
                <c:pt idx="566">
                  <c:v>4.0500000000000001E-2</c:v>
                </c:pt>
                <c:pt idx="567">
                  <c:v>3.7199999999999997E-2</c:v>
                </c:pt>
                <c:pt idx="568">
                  <c:v>3.9399999999999998E-2</c:v>
                </c:pt>
                <c:pt idx="569">
                  <c:v>4.0300000000000002E-2</c:v>
                </c:pt>
                <c:pt idx="570">
                  <c:v>3.95E-2</c:v>
                </c:pt>
                <c:pt idx="571">
                  <c:v>3.73E-2</c:v>
                </c:pt>
                <c:pt idx="572">
                  <c:v>3.3399999999999999E-2</c:v>
                </c:pt>
                <c:pt idx="573">
                  <c:v>3.5900000000000001E-2</c:v>
                </c:pt>
                <c:pt idx="574">
                  <c:v>3.9699999999999999E-2</c:v>
                </c:pt>
                <c:pt idx="575">
                  <c:v>3.8600000000000002E-2</c:v>
                </c:pt>
                <c:pt idx="576">
                  <c:v>4.2599999999999999E-2</c:v>
                </c:pt>
                <c:pt idx="577">
                  <c:v>3.9800000000000002E-2</c:v>
                </c:pt>
                <c:pt idx="578">
                  <c:v>3.9300000000000002E-2</c:v>
                </c:pt>
                <c:pt idx="579">
                  <c:v>3.0800000000000001E-2</c:v>
                </c:pt>
                <c:pt idx="580">
                  <c:v>3.1600000000000003E-2</c:v>
                </c:pt>
                <c:pt idx="581">
                  <c:v>3.1099999999999999E-2</c:v>
                </c:pt>
                <c:pt idx="582">
                  <c:v>3.6299999999999999E-2</c:v>
                </c:pt>
                <c:pt idx="583">
                  <c:v>3.8800000000000001E-2</c:v>
                </c:pt>
                <c:pt idx="584">
                  <c:v>4.2200000000000001E-2</c:v>
                </c:pt>
                <c:pt idx="585">
                  <c:v>4.1099999999999998E-2</c:v>
                </c:pt>
                <c:pt idx="586">
                  <c:v>4.7399999999999998E-2</c:v>
                </c:pt>
                <c:pt idx="587">
                  <c:v>5.0700000000000002E-2</c:v>
                </c:pt>
                <c:pt idx="588">
                  <c:v>5.0099999999999999E-2</c:v>
                </c:pt>
                <c:pt idx="589">
                  <c:v>4.9399999999999999E-2</c:v>
                </c:pt>
                <c:pt idx="590">
                  <c:v>5.33E-2</c:v>
                </c:pt>
                <c:pt idx="591">
                  <c:v>5.3600000000000002E-2</c:v>
                </c:pt>
                <c:pt idx="592">
                  <c:v>5.4800000000000001E-2</c:v>
                </c:pt>
                <c:pt idx="593">
                  <c:v>5.5899999999999998E-2</c:v>
                </c:pt>
                <c:pt idx="594">
                  <c:v>5.7200000000000001E-2</c:v>
                </c:pt>
                <c:pt idx="595">
                  <c:v>5.8400000000000001E-2</c:v>
                </c:pt>
                <c:pt idx="596">
                  <c:v>5.9900000000000002E-2</c:v>
                </c:pt>
                <c:pt idx="597">
                  <c:v>5.4800000000000001E-2</c:v>
                </c:pt>
                <c:pt idx="598">
                  <c:v>5.3999999999999999E-2</c:v>
                </c:pt>
                <c:pt idx="599">
                  <c:v>5.4800000000000001E-2</c:v>
                </c:pt>
                <c:pt idx="600">
                  <c:v>5.3499999999999999E-2</c:v>
                </c:pt>
                <c:pt idx="601">
                  <c:v>5.2200000000000003E-2</c:v>
                </c:pt>
                <c:pt idx="602">
                  <c:v>4.7500000000000001E-2</c:v>
                </c:pt>
                <c:pt idx="603">
                  <c:v>4.9200000000000001E-2</c:v>
                </c:pt>
                <c:pt idx="604">
                  <c:v>4.7300000000000002E-2</c:v>
                </c:pt>
                <c:pt idx="605">
                  <c:v>4.8599999999999997E-2</c:v>
                </c:pt>
                <c:pt idx="606">
                  <c:v>4.4600000000000001E-2</c:v>
                </c:pt>
                <c:pt idx="607">
                  <c:v>4.0599999999999997E-2</c:v>
                </c:pt>
                <c:pt idx="608">
                  <c:v>4.7699999999999999E-2</c:v>
                </c:pt>
                <c:pt idx="609">
                  <c:v>5.74E-2</c:v>
                </c:pt>
                <c:pt idx="610">
                  <c:v>5.8799999999999998E-2</c:v>
                </c:pt>
                <c:pt idx="611">
                  <c:v>5.7799999999999997E-2</c:v>
                </c:pt>
                <c:pt idx="612">
                  <c:v>5.6800000000000003E-2</c:v>
                </c:pt>
                <c:pt idx="613">
                  <c:v>5.4199999999999998E-2</c:v>
                </c:pt>
                <c:pt idx="614">
                  <c:v>5.2200000000000003E-2</c:v>
                </c:pt>
                <c:pt idx="615">
                  <c:v>5.28E-2</c:v>
                </c:pt>
                <c:pt idx="616">
                  <c:v>5.4100000000000002E-2</c:v>
                </c:pt>
                <c:pt idx="617">
                  <c:v>5.0500000000000003E-2</c:v>
                </c:pt>
                <c:pt idx="618">
                  <c:v>5.0200000000000002E-2</c:v>
                </c:pt>
                <c:pt idx="619">
                  <c:v>5.4199999999999998E-2</c:v>
                </c:pt>
                <c:pt idx="620">
                  <c:v>5.1299999999999998E-2</c:v>
                </c:pt>
                <c:pt idx="621">
                  <c:v>5.5899999999999998E-2</c:v>
                </c:pt>
                <c:pt idx="622">
                  <c:v>5.6599999999999998E-2</c:v>
                </c:pt>
                <c:pt idx="623">
                  <c:v>5.8500000000000003E-2</c:v>
                </c:pt>
                <c:pt idx="624">
                  <c:v>6.3299999999999995E-2</c:v>
                </c:pt>
                <c:pt idx="625">
                  <c:v>6.1899999999999997E-2</c:v>
                </c:pt>
                <c:pt idx="626">
                  <c:v>6.1100000000000002E-2</c:v>
                </c:pt>
                <c:pt idx="627">
                  <c:v>6.0100000000000001E-2</c:v>
                </c:pt>
                <c:pt idx="628">
                  <c:v>6.3200000000000006E-2</c:v>
                </c:pt>
                <c:pt idx="629">
                  <c:v>6.2199999999999998E-2</c:v>
                </c:pt>
                <c:pt idx="630">
                  <c:v>6.1600000000000002E-2</c:v>
                </c:pt>
                <c:pt idx="631">
                  <c:v>6.4899999999999999E-2</c:v>
                </c:pt>
                <c:pt idx="632">
                  <c:v>6.6500000000000004E-2</c:v>
                </c:pt>
                <c:pt idx="633">
                  <c:v>6.6500000000000004E-2</c:v>
                </c:pt>
                <c:pt idx="634">
                  <c:v>6.3899999999999998E-2</c:v>
                </c:pt>
                <c:pt idx="635">
                  <c:v>6.5699999999999995E-2</c:v>
                </c:pt>
                <c:pt idx="636">
                  <c:v>6.5299999999999997E-2</c:v>
                </c:pt>
                <c:pt idx="637">
                  <c:v>6.9900000000000004E-2</c:v>
                </c:pt>
                <c:pt idx="638">
                  <c:v>6.88E-2</c:v>
                </c:pt>
                <c:pt idx="639">
                  <c:v>6.7299999999999999E-2</c:v>
                </c:pt>
                <c:pt idx="640">
                  <c:v>6.7400000000000002E-2</c:v>
                </c:pt>
                <c:pt idx="641">
                  <c:v>7.0599999999999996E-2</c:v>
                </c:pt>
                <c:pt idx="642">
                  <c:v>6.8199999999999997E-2</c:v>
                </c:pt>
                <c:pt idx="643">
                  <c:v>6.8599999999999994E-2</c:v>
                </c:pt>
                <c:pt idx="644">
                  <c:v>6.8500000000000005E-2</c:v>
                </c:pt>
                <c:pt idx="645">
                  <c:v>6.8099999999999994E-2</c:v>
                </c:pt>
                <c:pt idx="646">
                  <c:v>6.6400000000000001E-2</c:v>
                </c:pt>
                <c:pt idx="647">
                  <c:v>6.7799999999999999E-2</c:v>
                </c:pt>
                <c:pt idx="648">
                  <c:v>6.6400000000000001E-2</c:v>
                </c:pt>
                <c:pt idx="649">
                  <c:v>6.8199999999999997E-2</c:v>
                </c:pt>
                <c:pt idx="650">
                  <c:v>7.4700000000000003E-2</c:v>
                </c:pt>
                <c:pt idx="651">
                  <c:v>7.4399999999999994E-2</c:v>
                </c:pt>
                <c:pt idx="652">
                  <c:v>7.3700000000000002E-2</c:v>
                </c:pt>
                <c:pt idx="653">
                  <c:v>7.7499999999999999E-2</c:v>
                </c:pt>
                <c:pt idx="654">
                  <c:v>7.8899999999999998E-2</c:v>
                </c:pt>
                <c:pt idx="655">
                  <c:v>7.8700000000000006E-2</c:v>
                </c:pt>
                <c:pt idx="656">
                  <c:v>8.1299999999999997E-2</c:v>
                </c:pt>
                <c:pt idx="657">
                  <c:v>8.1799999999999998E-2</c:v>
                </c:pt>
                <c:pt idx="658">
                  <c:v>8.4099999999999994E-2</c:v>
                </c:pt>
                <c:pt idx="659">
                  <c:v>8.1299999999999997E-2</c:v>
                </c:pt>
                <c:pt idx="660">
                  <c:v>8.4900000000000003E-2</c:v>
                </c:pt>
                <c:pt idx="661">
                  <c:v>8.2699999999999996E-2</c:v>
                </c:pt>
                <c:pt idx="662">
                  <c:v>8.2199999999999995E-2</c:v>
                </c:pt>
                <c:pt idx="663">
                  <c:v>8.2199999999999995E-2</c:v>
                </c:pt>
                <c:pt idx="664">
                  <c:v>8.4199999999999997E-2</c:v>
                </c:pt>
                <c:pt idx="665">
                  <c:v>8.3699999999999997E-2</c:v>
                </c:pt>
                <c:pt idx="666">
                  <c:v>8.2900000000000001E-2</c:v>
                </c:pt>
                <c:pt idx="667">
                  <c:v>7.8600000000000003E-2</c:v>
                </c:pt>
                <c:pt idx="668">
                  <c:v>7.7799999999999994E-2</c:v>
                </c:pt>
                <c:pt idx="669">
                  <c:v>7.9399999999999998E-2</c:v>
                </c:pt>
                <c:pt idx="670">
                  <c:v>7.5300000000000006E-2</c:v>
                </c:pt>
                <c:pt idx="671">
                  <c:v>7.3800000000000004E-2</c:v>
                </c:pt>
                <c:pt idx="672">
                  <c:v>7.3200000000000001E-2</c:v>
                </c:pt>
                <c:pt idx="673">
                  <c:v>7.8E-2</c:v>
                </c:pt>
                <c:pt idx="674">
                  <c:v>7.3599999999999999E-2</c:v>
                </c:pt>
                <c:pt idx="675">
                  <c:v>7.6100000000000001E-2</c:v>
                </c:pt>
                <c:pt idx="676">
                  <c:v>7.5600000000000001E-2</c:v>
                </c:pt>
                <c:pt idx="677">
                  <c:v>7.5600000000000001E-2</c:v>
                </c:pt>
                <c:pt idx="678">
                  <c:v>7.5800000000000006E-2</c:v>
                </c:pt>
                <c:pt idx="679">
                  <c:v>7.5399999999999995E-2</c:v>
                </c:pt>
                <c:pt idx="680">
                  <c:v>7.9899999999999999E-2</c:v>
                </c:pt>
                <c:pt idx="681">
                  <c:v>7.9399999999999998E-2</c:v>
                </c:pt>
                <c:pt idx="682">
                  <c:v>7.7499999999999999E-2</c:v>
                </c:pt>
                <c:pt idx="683">
                  <c:v>7.8600000000000003E-2</c:v>
                </c:pt>
                <c:pt idx="684">
                  <c:v>7.9200000000000007E-2</c:v>
                </c:pt>
                <c:pt idx="685">
                  <c:v>7.9600000000000004E-2</c:v>
                </c:pt>
                <c:pt idx="686">
                  <c:v>8.1799999999999998E-2</c:v>
                </c:pt>
                <c:pt idx="687">
                  <c:v>8.0399999999999999E-2</c:v>
                </c:pt>
                <c:pt idx="688">
                  <c:v>8.1500000000000003E-2</c:v>
                </c:pt>
                <c:pt idx="689">
                  <c:v>8.1699999999999995E-2</c:v>
                </c:pt>
                <c:pt idx="690">
                  <c:v>8.2900000000000001E-2</c:v>
                </c:pt>
                <c:pt idx="691">
                  <c:v>8.4000000000000005E-2</c:v>
                </c:pt>
                <c:pt idx="692">
                  <c:v>8.1900000000000001E-2</c:v>
                </c:pt>
                <c:pt idx="693">
                  <c:v>8.3599999999999994E-2</c:v>
                </c:pt>
                <c:pt idx="694">
                  <c:v>8.4199999999999997E-2</c:v>
                </c:pt>
                <c:pt idx="695">
                  <c:v>8.2500000000000004E-2</c:v>
                </c:pt>
                <c:pt idx="696">
                  <c:v>7.9299999999999995E-2</c:v>
                </c:pt>
                <c:pt idx="697">
                  <c:v>7.7499999999999999E-2</c:v>
                </c:pt>
                <c:pt idx="698">
                  <c:v>8.0600000000000005E-2</c:v>
                </c:pt>
                <c:pt idx="699">
                  <c:v>0.08</c:v>
                </c:pt>
                <c:pt idx="700">
                  <c:v>8.1699999999999995E-2</c:v>
                </c:pt>
                <c:pt idx="701">
                  <c:v>8.5599999999999996E-2</c:v>
                </c:pt>
                <c:pt idx="702">
                  <c:v>8.4500000000000006E-2</c:v>
                </c:pt>
                <c:pt idx="703">
                  <c:v>8.5400000000000004E-2</c:v>
                </c:pt>
                <c:pt idx="704">
                  <c:v>8.7099999999999997E-2</c:v>
                </c:pt>
                <c:pt idx="705">
                  <c:v>9.06E-2</c:v>
                </c:pt>
                <c:pt idx="706">
                  <c:v>9.11E-2</c:v>
                </c:pt>
                <c:pt idx="707">
                  <c:v>9.0499999999999997E-2</c:v>
                </c:pt>
                <c:pt idx="708">
                  <c:v>9.4899999999999998E-2</c:v>
                </c:pt>
                <c:pt idx="709">
                  <c:v>9.5600000000000004E-2</c:v>
                </c:pt>
                <c:pt idx="710">
                  <c:v>9.69E-2</c:v>
                </c:pt>
                <c:pt idx="711">
                  <c:v>9.5000000000000001E-2</c:v>
                </c:pt>
                <c:pt idx="712">
                  <c:v>9.2799999999999994E-2</c:v>
                </c:pt>
                <c:pt idx="713">
                  <c:v>9.3399999999999997E-2</c:v>
                </c:pt>
                <c:pt idx="714">
                  <c:v>9.6699999999999994E-2</c:v>
                </c:pt>
                <c:pt idx="715">
                  <c:v>9.6799999999999997E-2</c:v>
                </c:pt>
                <c:pt idx="716">
                  <c:v>9.6699999999999994E-2</c:v>
                </c:pt>
                <c:pt idx="717">
                  <c:v>9.6699999999999994E-2</c:v>
                </c:pt>
                <c:pt idx="718">
                  <c:v>9.5899999999999999E-2</c:v>
                </c:pt>
                <c:pt idx="719">
                  <c:v>9.69E-2</c:v>
                </c:pt>
                <c:pt idx="720">
                  <c:v>9.74E-2</c:v>
                </c:pt>
                <c:pt idx="721">
                  <c:v>0.10050000000000001</c:v>
                </c:pt>
                <c:pt idx="722">
                  <c:v>0.10009999999999999</c:v>
                </c:pt>
                <c:pt idx="723">
                  <c:v>0.1016</c:v>
                </c:pt>
                <c:pt idx="724">
                  <c:v>0.1018</c:v>
                </c:pt>
                <c:pt idx="725">
                  <c:v>0.1021</c:v>
                </c:pt>
                <c:pt idx="726">
                  <c:v>9.8000000000000004E-2</c:v>
                </c:pt>
                <c:pt idx="727">
                  <c:v>9.8900000000000002E-2</c:v>
                </c:pt>
                <c:pt idx="728">
                  <c:v>0.1003</c:v>
                </c:pt>
                <c:pt idx="729">
                  <c:v>9.6500000000000002E-2</c:v>
                </c:pt>
                <c:pt idx="730">
                  <c:v>9.4600000000000004E-2</c:v>
                </c:pt>
                <c:pt idx="731">
                  <c:v>9.2299999999999993E-2</c:v>
                </c:pt>
                <c:pt idx="732">
                  <c:v>9.0200000000000002E-2</c:v>
                </c:pt>
                <c:pt idx="733">
                  <c:v>9.0800000000000006E-2</c:v>
                </c:pt>
                <c:pt idx="734">
                  <c:v>9.0499999999999997E-2</c:v>
                </c:pt>
                <c:pt idx="735">
                  <c:v>8.48E-2</c:v>
                </c:pt>
                <c:pt idx="736">
                  <c:v>8.5599999999999996E-2</c:v>
                </c:pt>
                <c:pt idx="737">
                  <c:v>8.6800000000000002E-2</c:v>
                </c:pt>
                <c:pt idx="738">
                  <c:v>8.4900000000000003E-2</c:v>
                </c:pt>
                <c:pt idx="739">
                  <c:v>8.8300000000000003E-2</c:v>
                </c:pt>
                <c:pt idx="740">
                  <c:v>8.7400000000000005E-2</c:v>
                </c:pt>
                <c:pt idx="741">
                  <c:v>7.9899999999999999E-2</c:v>
                </c:pt>
                <c:pt idx="742">
                  <c:v>6.8900000000000003E-2</c:v>
                </c:pt>
                <c:pt idx="743">
                  <c:v>7.1999999999999995E-2</c:v>
                </c:pt>
                <c:pt idx="744">
                  <c:v>7.5300000000000006E-2</c:v>
                </c:pt>
                <c:pt idx="745">
                  <c:v>7.2599999999999998E-2</c:v>
                </c:pt>
                <c:pt idx="746">
                  <c:v>7.5999999999999998E-2</c:v>
                </c:pt>
                <c:pt idx="747">
                  <c:v>7.8299999999999995E-2</c:v>
                </c:pt>
                <c:pt idx="748">
                  <c:v>8.0199999999999994E-2</c:v>
                </c:pt>
                <c:pt idx="749">
                  <c:v>8.2500000000000004E-2</c:v>
                </c:pt>
                <c:pt idx="750">
                  <c:v>8.8599999999999998E-2</c:v>
                </c:pt>
                <c:pt idx="751">
                  <c:v>8.5500000000000007E-2</c:v>
                </c:pt>
                <c:pt idx="752">
                  <c:v>8.77E-2</c:v>
                </c:pt>
                <c:pt idx="753">
                  <c:v>8.5099999999999995E-2</c:v>
                </c:pt>
                <c:pt idx="754">
                  <c:v>8.4699999999999998E-2</c:v>
                </c:pt>
                <c:pt idx="755">
                  <c:v>8.2600000000000007E-2</c:v>
                </c:pt>
                <c:pt idx="756">
                  <c:v>7.9699999999999993E-2</c:v>
                </c:pt>
                <c:pt idx="757">
                  <c:v>7.8100000000000003E-2</c:v>
                </c:pt>
                <c:pt idx="758">
                  <c:v>7.9799999999999996E-2</c:v>
                </c:pt>
                <c:pt idx="759">
                  <c:v>7.9600000000000004E-2</c:v>
                </c:pt>
                <c:pt idx="760">
                  <c:v>8.5699999999999998E-2</c:v>
                </c:pt>
                <c:pt idx="761">
                  <c:v>8.6300000000000002E-2</c:v>
                </c:pt>
                <c:pt idx="762">
                  <c:v>7.3599999999999999E-2</c:v>
                </c:pt>
                <c:pt idx="763">
                  <c:v>4.7300000000000002E-2</c:v>
                </c:pt>
                <c:pt idx="764">
                  <c:v>5.11E-2</c:v>
                </c:pt>
                <c:pt idx="765">
                  <c:v>4.5999999999999999E-2</c:v>
                </c:pt>
                <c:pt idx="766">
                  <c:v>4.19E-2</c:v>
                </c:pt>
                <c:pt idx="767">
                  <c:v>3.4500000000000003E-2</c:v>
                </c:pt>
                <c:pt idx="768">
                  <c:v>3.2199999999999999E-2</c:v>
                </c:pt>
                <c:pt idx="769">
                  <c:v>5.67E-2</c:v>
                </c:pt>
                <c:pt idx="770">
                  <c:v>4.0899999999999999E-2</c:v>
                </c:pt>
                <c:pt idx="771">
                  <c:v>0.02</c:v>
                </c:pt>
                <c:pt idx="772">
                  <c:v>2.7099999999999999E-2</c:v>
                </c:pt>
                <c:pt idx="773">
                  <c:v>3.3500000000000002E-2</c:v>
                </c:pt>
                <c:pt idx="774">
                  <c:v>3.8399999999999997E-2</c:v>
                </c:pt>
                <c:pt idx="775">
                  <c:v>3.7100000000000001E-2</c:v>
                </c:pt>
                <c:pt idx="776">
                  <c:v>7.2099999999999997E-2</c:v>
                </c:pt>
                <c:pt idx="777">
                  <c:v>7.3999999999999996E-2</c:v>
                </c:pt>
                <c:pt idx="778">
                  <c:v>5.2299999999999999E-2</c:v>
                </c:pt>
                <c:pt idx="779">
                  <c:v>4.3700000000000003E-2</c:v>
                </c:pt>
                <c:pt idx="780">
                  <c:v>4.82E-2</c:v>
                </c:pt>
                <c:pt idx="781">
                  <c:v>6.5299999999999997E-2</c:v>
                </c:pt>
                <c:pt idx="782">
                  <c:v>5.3600000000000002E-2</c:v>
                </c:pt>
                <c:pt idx="783">
                  <c:v>5.9799999999999999E-2</c:v>
                </c:pt>
                <c:pt idx="784">
                  <c:v>6.0600000000000001E-2</c:v>
                </c:pt>
                <c:pt idx="785">
                  <c:v>6.8599999999999994E-2</c:v>
                </c:pt>
                <c:pt idx="786">
                  <c:v>7.6200000000000004E-2</c:v>
                </c:pt>
                <c:pt idx="787">
                  <c:v>6.5299999999999997E-2</c:v>
                </c:pt>
                <c:pt idx="788">
                  <c:v>7.5399999999999995E-2</c:v>
                </c:pt>
                <c:pt idx="789">
                  <c:v>6.3E-2</c:v>
                </c:pt>
                <c:pt idx="790">
                  <c:v>6.6799999999999998E-2</c:v>
                </c:pt>
                <c:pt idx="791">
                  <c:v>5.74E-2</c:v>
                </c:pt>
                <c:pt idx="792">
                  <c:v>7.4099999999999999E-2</c:v>
                </c:pt>
                <c:pt idx="793">
                  <c:v>6.6699999999999995E-2</c:v>
                </c:pt>
                <c:pt idx="794">
                  <c:v>6.7100000000000007E-2</c:v>
                </c:pt>
                <c:pt idx="795">
                  <c:v>7.0599999999999996E-2</c:v>
                </c:pt>
                <c:pt idx="796">
                  <c:v>6.9800000000000001E-2</c:v>
                </c:pt>
                <c:pt idx="797">
                  <c:v>7.3700000000000002E-2</c:v>
                </c:pt>
                <c:pt idx="798">
                  <c:v>6.3399999999999998E-2</c:v>
                </c:pt>
                <c:pt idx="799">
                  <c:v>5.4100000000000002E-2</c:v>
                </c:pt>
                <c:pt idx="800">
                  <c:v>7.22E-2</c:v>
                </c:pt>
                <c:pt idx="801">
                  <c:v>6.6600000000000006E-2</c:v>
                </c:pt>
                <c:pt idx="802">
                  <c:v>6.8699999999999997E-2</c:v>
                </c:pt>
                <c:pt idx="803">
                  <c:v>7.1599999999999997E-2</c:v>
                </c:pt>
                <c:pt idx="804">
                  <c:v>7.3400000000000007E-2</c:v>
                </c:pt>
                <c:pt idx="805">
                  <c:v>5.4100000000000002E-2</c:v>
                </c:pt>
                <c:pt idx="806">
                  <c:v>3.4599999999999999E-2</c:v>
                </c:pt>
                <c:pt idx="807">
                  <c:v>1.72E-2</c:v>
                </c:pt>
                <c:pt idx="808">
                  <c:v>-3.2000000000000002E-3</c:v>
                </c:pt>
                <c:pt idx="809">
                  <c:v>2.8199999999999999E-2</c:v>
                </c:pt>
                <c:pt idx="810">
                  <c:v>3.49E-2</c:v>
                </c:pt>
                <c:pt idx="811">
                  <c:v>3.09E-2</c:v>
                </c:pt>
                <c:pt idx="812">
                  <c:v>2.5700000000000001E-2</c:v>
                </c:pt>
                <c:pt idx="813">
                  <c:v>2.8500000000000001E-2</c:v>
                </c:pt>
                <c:pt idx="814">
                  <c:v>4.02E-2</c:v>
                </c:pt>
                <c:pt idx="815">
                  <c:v>5.04E-2</c:v>
                </c:pt>
                <c:pt idx="816">
                  <c:v>5.2400000000000002E-2</c:v>
                </c:pt>
                <c:pt idx="817">
                  <c:v>2.87E-2</c:v>
                </c:pt>
                <c:pt idx="818">
                  <c:v>1.17E-2</c:v>
                </c:pt>
                <c:pt idx="819">
                  <c:v>2.2000000000000001E-3</c:v>
                </c:pt>
                <c:pt idx="820">
                  <c:v>-3.5000000000000001E-3</c:v>
                </c:pt>
                <c:pt idx="821">
                  <c:v>8.6E-3</c:v>
                </c:pt>
                <c:pt idx="822">
                  <c:v>1.15E-2</c:v>
                </c:pt>
                <c:pt idx="823">
                  <c:v>2.4299999999999999E-2</c:v>
                </c:pt>
                <c:pt idx="824">
                  <c:v>1.6E-2</c:v>
                </c:pt>
                <c:pt idx="825">
                  <c:v>1.5299999999999999E-2</c:v>
                </c:pt>
                <c:pt idx="826">
                  <c:v>2.1499999999999998E-2</c:v>
                </c:pt>
                <c:pt idx="827">
                  <c:v>2.4E-2</c:v>
                </c:pt>
                <c:pt idx="828">
                  <c:v>4.2700000000000002E-2</c:v>
                </c:pt>
                <c:pt idx="829">
                  <c:v>4.2700000000000002E-2</c:v>
                </c:pt>
                <c:pt idx="830">
                  <c:v>4.65E-2</c:v>
                </c:pt>
                <c:pt idx="831">
                  <c:v>4.6699999999999998E-2</c:v>
                </c:pt>
                <c:pt idx="832">
                  <c:v>4.9700000000000001E-2</c:v>
                </c:pt>
                <c:pt idx="833">
                  <c:v>2.5899999999999999E-2</c:v>
                </c:pt>
                <c:pt idx="834">
                  <c:v>1.34E-2</c:v>
                </c:pt>
                <c:pt idx="835">
                  <c:v>1.8499999999999999E-2</c:v>
                </c:pt>
                <c:pt idx="836">
                  <c:v>2.18E-2</c:v>
                </c:pt>
                <c:pt idx="837">
                  <c:v>0.02</c:v>
                </c:pt>
                <c:pt idx="838">
                  <c:v>2.9100000000000001E-2</c:v>
                </c:pt>
                <c:pt idx="839">
                  <c:v>2.4799999999999999E-2</c:v>
                </c:pt>
                <c:pt idx="840">
                  <c:v>2.0799999999999999E-2</c:v>
                </c:pt>
                <c:pt idx="841">
                  <c:v>4.8099999999999997E-2</c:v>
                </c:pt>
                <c:pt idx="842">
                  <c:v>8.7900000000000006E-2</c:v>
                </c:pt>
                <c:pt idx="843">
                  <c:v>7.8700000000000006E-2</c:v>
                </c:pt>
                <c:pt idx="844">
                  <c:v>8.7999999999999995E-2</c:v>
                </c:pt>
                <c:pt idx="845">
                  <c:v>9.6799999999999997E-2</c:v>
                </c:pt>
                <c:pt idx="846">
                  <c:v>9.0899999999999995E-2</c:v>
                </c:pt>
                <c:pt idx="847">
                  <c:v>7.2400000000000006E-2</c:v>
                </c:pt>
                <c:pt idx="848">
                  <c:v>7.2300000000000003E-2</c:v>
                </c:pt>
                <c:pt idx="849">
                  <c:v>7.5999999999999998E-2</c:v>
                </c:pt>
                <c:pt idx="850">
                  <c:v>9.69E-2</c:v>
                </c:pt>
                <c:pt idx="851">
                  <c:v>9.9699999999999997E-2</c:v>
                </c:pt>
                <c:pt idx="852">
                  <c:v>9.4899999999999998E-2</c:v>
                </c:pt>
                <c:pt idx="853">
                  <c:v>0.1031</c:v>
                </c:pt>
                <c:pt idx="854">
                  <c:v>0.11609999999999999</c:v>
                </c:pt>
                <c:pt idx="855">
                  <c:v>0.1067</c:v>
                </c:pt>
                <c:pt idx="856">
                  <c:v>0.1084</c:v>
                </c:pt>
                <c:pt idx="857">
                  <c:v>7.5899999999999995E-2</c:v>
                </c:pt>
                <c:pt idx="858">
                  <c:v>5.5500000000000001E-2</c:v>
                </c:pt>
                <c:pt idx="859">
                  <c:v>6.6199999999999995E-2</c:v>
                </c:pt>
                <c:pt idx="860">
                  <c:v>7.9600000000000004E-2</c:v>
                </c:pt>
                <c:pt idx="861">
                  <c:v>9.2700000000000005E-2</c:v>
                </c:pt>
                <c:pt idx="862">
                  <c:v>9.0399999999999994E-2</c:v>
                </c:pt>
                <c:pt idx="863">
                  <c:v>9.35E-2</c:v>
                </c:pt>
                <c:pt idx="864">
                  <c:v>9.6299999999999997E-2</c:v>
                </c:pt>
                <c:pt idx="865">
                  <c:v>9.5600000000000004E-2</c:v>
                </c:pt>
                <c:pt idx="866">
                  <c:v>0.10920000000000001</c:v>
                </c:pt>
                <c:pt idx="867">
                  <c:v>0.112</c:v>
                </c:pt>
                <c:pt idx="868">
                  <c:v>0.1145</c:v>
                </c:pt>
                <c:pt idx="869">
                  <c:v>0.1162</c:v>
                </c:pt>
                <c:pt idx="870">
                  <c:v>0.13500000000000001</c:v>
                </c:pt>
                <c:pt idx="871">
                  <c:v>0.1268</c:v>
                </c:pt>
                <c:pt idx="872">
                  <c:v>0.123</c:v>
                </c:pt>
                <c:pt idx="873">
                  <c:v>0.1135</c:v>
                </c:pt>
                <c:pt idx="874">
                  <c:v>0.1071</c:v>
                </c:pt>
                <c:pt idx="875">
                  <c:v>0.1076</c:v>
                </c:pt>
                <c:pt idx="876">
                  <c:v>0.1009</c:v>
                </c:pt>
                <c:pt idx="877">
                  <c:v>7.8700000000000006E-2</c:v>
                </c:pt>
                <c:pt idx="878">
                  <c:v>7.1800000000000003E-2</c:v>
                </c:pt>
                <c:pt idx="879">
                  <c:v>8.09E-2</c:v>
                </c:pt>
                <c:pt idx="880">
                  <c:v>8.1500000000000003E-2</c:v>
                </c:pt>
                <c:pt idx="881">
                  <c:v>7.7899999999999997E-2</c:v>
                </c:pt>
                <c:pt idx="882">
                  <c:v>7.0400000000000004E-2</c:v>
                </c:pt>
                <c:pt idx="883">
                  <c:v>6.9500000000000006E-2</c:v>
                </c:pt>
                <c:pt idx="884">
                  <c:v>9.6600000000000005E-2</c:v>
                </c:pt>
                <c:pt idx="885">
                  <c:v>9.6699999999999994E-2</c:v>
                </c:pt>
                <c:pt idx="886">
                  <c:v>0.1038</c:v>
                </c:pt>
                <c:pt idx="887">
                  <c:v>0.1211</c:v>
                </c:pt>
                <c:pt idx="888">
                  <c:v>0.1172</c:v>
                </c:pt>
                <c:pt idx="889">
                  <c:v>0.12470000000000001</c:v>
                </c:pt>
                <c:pt idx="890">
                  <c:v>0.13789999999999999</c:v>
                </c:pt>
                <c:pt idx="891">
                  <c:v>0.15010000000000001</c:v>
                </c:pt>
                <c:pt idx="892">
                  <c:v>0.14169999999999999</c:v>
                </c:pt>
                <c:pt idx="893">
                  <c:v>0.13500000000000001</c:v>
                </c:pt>
                <c:pt idx="894">
                  <c:v>0.14860000000000001</c:v>
                </c:pt>
                <c:pt idx="895">
                  <c:v>0.14269999999999999</c:v>
                </c:pt>
                <c:pt idx="896">
                  <c:v>0.12759999999999999</c:v>
                </c:pt>
                <c:pt idx="897">
                  <c:v>0.1056</c:v>
                </c:pt>
                <c:pt idx="898">
                  <c:v>0.12039999999999999</c:v>
                </c:pt>
                <c:pt idx="899">
                  <c:v>0.1216</c:v>
                </c:pt>
                <c:pt idx="900">
                  <c:v>0.11119999999999999</c:v>
                </c:pt>
                <c:pt idx="901">
                  <c:v>8.5000000000000006E-2</c:v>
                </c:pt>
                <c:pt idx="902">
                  <c:v>3.6999999999999998E-2</c:v>
                </c:pt>
                <c:pt idx="903">
                  <c:v>4.9500000000000002E-2</c:v>
                </c:pt>
                <c:pt idx="904">
                  <c:v>3.6499999999999998E-2</c:v>
                </c:pt>
                <c:pt idx="905">
                  <c:v>0.1003</c:v>
                </c:pt>
                <c:pt idx="906">
                  <c:v>8.9499999999999996E-2</c:v>
                </c:pt>
                <c:pt idx="907">
                  <c:v>9.4299999999999995E-2</c:v>
                </c:pt>
                <c:pt idx="908">
                  <c:v>9.7199999999999995E-2</c:v>
                </c:pt>
                <c:pt idx="909">
                  <c:v>7.4700000000000003E-2</c:v>
                </c:pt>
                <c:pt idx="910">
                  <c:v>7.9100000000000004E-2</c:v>
                </c:pt>
                <c:pt idx="911">
                  <c:v>8.0299999999999996E-2</c:v>
                </c:pt>
                <c:pt idx="912">
                  <c:v>8.3900000000000002E-2</c:v>
                </c:pt>
                <c:pt idx="913">
                  <c:v>7.6100000000000001E-2</c:v>
                </c:pt>
                <c:pt idx="914">
                  <c:v>9.4500000000000001E-2</c:v>
                </c:pt>
                <c:pt idx="915">
                  <c:v>8.9599999999999999E-2</c:v>
                </c:pt>
                <c:pt idx="916">
                  <c:v>0.1009</c:v>
                </c:pt>
                <c:pt idx="917">
                  <c:v>9.7199999999999995E-2</c:v>
                </c:pt>
                <c:pt idx="918">
                  <c:v>9.4899999999999998E-2</c:v>
                </c:pt>
                <c:pt idx="919">
                  <c:v>8.6900000000000005E-2</c:v>
                </c:pt>
                <c:pt idx="920">
                  <c:v>9.5899999999999999E-2</c:v>
                </c:pt>
                <c:pt idx="921">
                  <c:v>0.10639999999999999</c:v>
                </c:pt>
                <c:pt idx="922">
                  <c:v>0.1055</c:v>
                </c:pt>
                <c:pt idx="923">
                  <c:v>0.10630000000000001</c:v>
                </c:pt>
                <c:pt idx="924">
                  <c:v>0.13120000000000001</c:v>
                </c:pt>
                <c:pt idx="925">
                  <c:v>0.13289999999999999</c:v>
                </c:pt>
                <c:pt idx="926">
                  <c:v>0.14660000000000001</c:v>
                </c:pt>
                <c:pt idx="927">
                  <c:v>0.13869999999999999</c:v>
                </c:pt>
                <c:pt idx="928">
                  <c:v>0.1419</c:v>
                </c:pt>
                <c:pt idx="929">
                  <c:v>0.12970000000000001</c:v>
                </c:pt>
                <c:pt idx="930">
                  <c:v>0.1341</c:v>
                </c:pt>
                <c:pt idx="931">
                  <c:v>0.1308</c:v>
                </c:pt>
                <c:pt idx="932">
                  <c:v>0.1198</c:v>
                </c:pt>
                <c:pt idx="933">
                  <c:v>0.12180000000000001</c:v>
                </c:pt>
                <c:pt idx="934">
                  <c:v>0.1295</c:v>
                </c:pt>
                <c:pt idx="935">
                  <c:v>0.1242</c:v>
                </c:pt>
                <c:pt idx="936">
                  <c:v>0.14430000000000001</c:v>
                </c:pt>
                <c:pt idx="937">
                  <c:v>0.1507</c:v>
                </c:pt>
                <c:pt idx="938">
                  <c:v>0.14130000000000001</c:v>
                </c:pt>
                <c:pt idx="939">
                  <c:v>0.1487</c:v>
                </c:pt>
                <c:pt idx="940">
                  <c:v>0.16700000000000001</c:v>
                </c:pt>
                <c:pt idx="941">
                  <c:v>0.1804</c:v>
                </c:pt>
                <c:pt idx="942">
                  <c:v>0.18740000000000001</c:v>
                </c:pt>
                <c:pt idx="943">
                  <c:v>0.1867</c:v>
                </c:pt>
                <c:pt idx="944">
                  <c:v>0.19739999999999999</c:v>
                </c:pt>
                <c:pt idx="945">
                  <c:v>0.1928</c:v>
                </c:pt>
                <c:pt idx="946">
                  <c:v>0.18890000000000001</c:v>
                </c:pt>
                <c:pt idx="947">
                  <c:v>0.19570000000000001</c:v>
                </c:pt>
                <c:pt idx="948">
                  <c:v>0.19919999999999999</c:v>
                </c:pt>
                <c:pt idx="949">
                  <c:v>0.20250000000000001</c:v>
                </c:pt>
                <c:pt idx="950">
                  <c:v>0.20050000000000001</c:v>
                </c:pt>
                <c:pt idx="951">
                  <c:v>0.2087</c:v>
                </c:pt>
                <c:pt idx="952">
                  <c:v>0.20649999999999999</c:v>
                </c:pt>
                <c:pt idx="953">
                  <c:v>0.22339999999999999</c:v>
                </c:pt>
                <c:pt idx="954">
                  <c:v>0.22739999999999999</c:v>
                </c:pt>
                <c:pt idx="955">
                  <c:v>0.22800000000000001</c:v>
                </c:pt>
                <c:pt idx="956">
                  <c:v>0.22620000000000001</c:v>
                </c:pt>
                <c:pt idx="957">
                  <c:v>0.2271</c:v>
                </c:pt>
                <c:pt idx="958">
                  <c:v>0.22600000000000001</c:v>
                </c:pt>
                <c:pt idx="959">
                  <c:v>0.22500000000000001</c:v>
                </c:pt>
                <c:pt idx="960">
                  <c:v>0.22889999999999999</c:v>
                </c:pt>
                <c:pt idx="961">
                  <c:v>0.22650000000000001</c:v>
                </c:pt>
                <c:pt idx="962">
                  <c:v>0.2248</c:v>
                </c:pt>
                <c:pt idx="963">
                  <c:v>0.2273</c:v>
                </c:pt>
                <c:pt idx="964">
                  <c:v>0.22620000000000001</c:v>
                </c:pt>
                <c:pt idx="965">
                  <c:v>0.23</c:v>
                </c:pt>
                <c:pt idx="966">
                  <c:v>0.22969999999999999</c:v>
                </c:pt>
                <c:pt idx="967">
                  <c:v>0.23369999999999999</c:v>
                </c:pt>
                <c:pt idx="968">
                  <c:v>0.23699999999999999</c:v>
                </c:pt>
                <c:pt idx="969">
                  <c:v>0.23860000000000001</c:v>
                </c:pt>
                <c:pt idx="970">
                  <c:v>0.22509999999999999</c:v>
                </c:pt>
                <c:pt idx="971">
                  <c:v>0.2261</c:v>
                </c:pt>
                <c:pt idx="972">
                  <c:v>0.23180000000000001</c:v>
                </c:pt>
                <c:pt idx="973">
                  <c:v>0.222</c:v>
                </c:pt>
                <c:pt idx="974">
                  <c:v>0.22389999999999999</c:v>
                </c:pt>
                <c:pt idx="975">
                  <c:v>0.22289999999999999</c:v>
                </c:pt>
                <c:pt idx="976">
                  <c:v>0.21920000000000001</c:v>
                </c:pt>
                <c:pt idx="977">
                  <c:v>0.2326</c:v>
                </c:pt>
                <c:pt idx="978">
                  <c:v>0.23369999999999999</c:v>
                </c:pt>
                <c:pt idx="979">
                  <c:v>0.24129999999999999</c:v>
                </c:pt>
                <c:pt idx="980">
                  <c:v>0.246</c:v>
                </c:pt>
                <c:pt idx="981">
                  <c:v>0.22600000000000001</c:v>
                </c:pt>
                <c:pt idx="982">
                  <c:v>0.2288</c:v>
                </c:pt>
                <c:pt idx="983">
                  <c:v>0.2346</c:v>
                </c:pt>
                <c:pt idx="984">
                  <c:v>0.2263</c:v>
                </c:pt>
                <c:pt idx="985">
                  <c:v>0.23580000000000001</c:v>
                </c:pt>
                <c:pt idx="986">
                  <c:v>0.2351</c:v>
                </c:pt>
                <c:pt idx="987">
                  <c:v>0.24210000000000001</c:v>
                </c:pt>
                <c:pt idx="988">
                  <c:v>0.24410000000000001</c:v>
                </c:pt>
                <c:pt idx="989">
                  <c:v>0.25419999999999998</c:v>
                </c:pt>
                <c:pt idx="990">
                  <c:v>0.25219999999999998</c:v>
                </c:pt>
                <c:pt idx="991">
                  <c:v>0.24060000000000001</c:v>
                </c:pt>
                <c:pt idx="992">
                  <c:v>0.23669999999999999</c:v>
                </c:pt>
                <c:pt idx="993">
                  <c:v>0.23150000000000001</c:v>
                </c:pt>
                <c:pt idx="994">
                  <c:v>0.22170000000000001</c:v>
                </c:pt>
                <c:pt idx="995">
                  <c:v>0.23089999999999999</c:v>
                </c:pt>
                <c:pt idx="996">
                  <c:v>0.23949999999999999</c:v>
                </c:pt>
                <c:pt idx="997">
                  <c:v>0.23730000000000001</c:v>
                </c:pt>
                <c:pt idx="998">
                  <c:v>0.2369</c:v>
                </c:pt>
                <c:pt idx="999">
                  <c:v>0.24129999999999999</c:v>
                </c:pt>
                <c:pt idx="1000">
                  <c:v>0.24199999999999999</c:v>
                </c:pt>
                <c:pt idx="1001">
                  <c:v>0.22359999999999999</c:v>
                </c:pt>
                <c:pt idx="1002">
                  <c:v>0.23380000000000001</c:v>
                </c:pt>
                <c:pt idx="1003">
                  <c:v>0.2382</c:v>
                </c:pt>
                <c:pt idx="1004">
                  <c:v>0.2419</c:v>
                </c:pt>
                <c:pt idx="1005">
                  <c:v>0.24690000000000001</c:v>
                </c:pt>
                <c:pt idx="1006">
                  <c:v>0.25169999999999998</c:v>
                </c:pt>
                <c:pt idx="1007">
                  <c:v>0.26469999999999999</c:v>
                </c:pt>
                <c:pt idx="1008">
                  <c:v>0.27860000000000001</c:v>
                </c:pt>
                <c:pt idx="1009">
                  <c:v>0.28220000000000001</c:v>
                </c:pt>
                <c:pt idx="1010">
                  <c:v>0.29830000000000001</c:v>
                </c:pt>
                <c:pt idx="1011">
                  <c:v>0.3014</c:v>
                </c:pt>
                <c:pt idx="1012">
                  <c:v>0.313</c:v>
                </c:pt>
                <c:pt idx="1013">
                  <c:v>0.30680000000000002</c:v>
                </c:pt>
                <c:pt idx="1014">
                  <c:v>0.31740000000000002</c:v>
                </c:pt>
                <c:pt idx="1015">
                  <c:v>0.31640000000000001</c:v>
                </c:pt>
                <c:pt idx="1016">
                  <c:v>0.3206</c:v>
                </c:pt>
                <c:pt idx="1017">
                  <c:v>0.32450000000000001</c:v>
                </c:pt>
                <c:pt idx="1018">
                  <c:v>0.32440000000000002</c:v>
                </c:pt>
                <c:pt idx="1019">
                  <c:v>0.32479999999999998</c:v>
                </c:pt>
                <c:pt idx="1020">
                  <c:v>0.31740000000000002</c:v>
                </c:pt>
                <c:pt idx="1021">
                  <c:v>0.32250000000000001</c:v>
                </c:pt>
                <c:pt idx="1022">
                  <c:v>0.32169999999999999</c:v>
                </c:pt>
                <c:pt idx="1023">
                  <c:v>0.32740000000000002</c:v>
                </c:pt>
                <c:pt idx="1024">
                  <c:v>0.33839999999999998</c:v>
                </c:pt>
                <c:pt idx="1025">
                  <c:v>0.34749999999999998</c:v>
                </c:pt>
                <c:pt idx="1026">
                  <c:v>0.34510000000000002</c:v>
                </c:pt>
                <c:pt idx="1027">
                  <c:v>0.34370000000000001</c:v>
                </c:pt>
                <c:pt idx="1028">
                  <c:v>0.34749999999999998</c:v>
                </c:pt>
                <c:pt idx="1029">
                  <c:v>0.35360000000000003</c:v>
                </c:pt>
                <c:pt idx="1030">
                  <c:v>0.3553</c:v>
                </c:pt>
                <c:pt idx="1031">
                  <c:v>0.3579</c:v>
                </c:pt>
                <c:pt idx="1032">
                  <c:v>0.35680000000000001</c:v>
                </c:pt>
                <c:pt idx="1033">
                  <c:v>0.35770000000000002</c:v>
                </c:pt>
                <c:pt idx="1034">
                  <c:v>0.35610000000000003</c:v>
                </c:pt>
                <c:pt idx="1035">
                  <c:v>0.36130000000000001</c:v>
                </c:pt>
                <c:pt idx="1036">
                  <c:v>0.36620000000000003</c:v>
                </c:pt>
                <c:pt idx="1037">
                  <c:v>0.36299999999999999</c:v>
                </c:pt>
                <c:pt idx="1038">
                  <c:v>0.3679</c:v>
                </c:pt>
                <c:pt idx="1039">
                  <c:v>0.371</c:v>
                </c:pt>
                <c:pt idx="1040">
                  <c:v>0.372</c:v>
                </c:pt>
                <c:pt idx="1041">
                  <c:v>0.38040000000000002</c:v>
                </c:pt>
                <c:pt idx="1042">
                  <c:v>0.38019999999999998</c:v>
                </c:pt>
                <c:pt idx="1043">
                  <c:v>0.36830000000000002</c:v>
                </c:pt>
                <c:pt idx="1044">
                  <c:v>0.37069999999999997</c:v>
                </c:pt>
                <c:pt idx="1045">
                  <c:v>0.36249999999999999</c:v>
                </c:pt>
                <c:pt idx="1046">
                  <c:v>0.3795</c:v>
                </c:pt>
                <c:pt idx="1047">
                  <c:v>0.39069999999999999</c:v>
                </c:pt>
                <c:pt idx="1048">
                  <c:v>0.3891</c:v>
                </c:pt>
                <c:pt idx="1049">
                  <c:v>0.38669999999999999</c:v>
                </c:pt>
                <c:pt idx="1050">
                  <c:v>0.35630000000000001</c:v>
                </c:pt>
                <c:pt idx="1051">
                  <c:v>0.38429999999999997</c:v>
                </c:pt>
                <c:pt idx="1052">
                  <c:v>0.3649</c:v>
                </c:pt>
                <c:pt idx="1053">
                  <c:v>0.3584</c:v>
                </c:pt>
                <c:pt idx="1054">
                  <c:v>0.37240000000000001</c:v>
                </c:pt>
                <c:pt idx="1055">
                  <c:v>0.3387</c:v>
                </c:pt>
                <c:pt idx="1056">
                  <c:v>0.34320000000000001</c:v>
                </c:pt>
                <c:pt idx="1057">
                  <c:v>0.34939999999999999</c:v>
                </c:pt>
                <c:pt idx="1058">
                  <c:v>0.3604</c:v>
                </c:pt>
                <c:pt idx="1059">
                  <c:v>0.371</c:v>
                </c:pt>
                <c:pt idx="1060">
                  <c:v>0.35830000000000001</c:v>
                </c:pt>
                <c:pt idx="1061">
                  <c:v>0.36259999999999998</c:v>
                </c:pt>
                <c:pt idx="1062">
                  <c:v>0.37769999999999998</c:v>
                </c:pt>
                <c:pt idx="1063">
                  <c:v>0.37769999999999998</c:v>
                </c:pt>
                <c:pt idx="1064">
                  <c:v>0.37480000000000002</c:v>
                </c:pt>
                <c:pt idx="1065">
                  <c:v>0.38269999999999998</c:v>
                </c:pt>
                <c:pt idx="1066">
                  <c:v>0.39860000000000001</c:v>
                </c:pt>
                <c:pt idx="1067">
                  <c:v>0.39229999999999998</c:v>
                </c:pt>
                <c:pt idx="1068">
                  <c:v>0.39960000000000001</c:v>
                </c:pt>
                <c:pt idx="1069">
                  <c:v>0.3901</c:v>
                </c:pt>
                <c:pt idx="1070">
                  <c:v>0.3957</c:v>
                </c:pt>
                <c:pt idx="1071">
                  <c:v>0.38100000000000001</c:v>
                </c:pt>
                <c:pt idx="1072">
                  <c:v>0.36670000000000003</c:v>
                </c:pt>
                <c:pt idx="1073">
                  <c:v>0.38790000000000002</c:v>
                </c:pt>
                <c:pt idx="1074">
                  <c:v>0.3876</c:v>
                </c:pt>
                <c:pt idx="1075">
                  <c:v>0.38279999999999997</c:v>
                </c:pt>
                <c:pt idx="1076">
                  <c:v>0.40560000000000002</c:v>
                </c:pt>
                <c:pt idx="1077">
                  <c:v>0.40899999999999997</c:v>
                </c:pt>
                <c:pt idx="1078">
                  <c:v>0.40970000000000001</c:v>
                </c:pt>
                <c:pt idx="1079">
                  <c:v>0.42499999999999999</c:v>
                </c:pt>
                <c:pt idx="1080">
                  <c:v>0.4425</c:v>
                </c:pt>
                <c:pt idx="1081">
                  <c:v>0.44619999999999999</c:v>
                </c:pt>
                <c:pt idx="1082">
                  <c:v>0.46589999999999998</c:v>
                </c:pt>
                <c:pt idx="1083">
                  <c:v>0.48199999999999998</c:v>
                </c:pt>
                <c:pt idx="1084">
                  <c:v>0.4889</c:v>
                </c:pt>
                <c:pt idx="1085">
                  <c:v>0.49370000000000003</c:v>
                </c:pt>
                <c:pt idx="1086">
                  <c:v>0.49409999999999998</c:v>
                </c:pt>
                <c:pt idx="1087">
                  <c:v>0.49230000000000002</c:v>
                </c:pt>
                <c:pt idx="1088">
                  <c:v>0.49299999999999999</c:v>
                </c:pt>
                <c:pt idx="1089">
                  <c:v>0.49009999999999998</c:v>
                </c:pt>
                <c:pt idx="1090">
                  <c:v>0.49309999999999998</c:v>
                </c:pt>
                <c:pt idx="1091">
                  <c:v>0.49740000000000001</c:v>
                </c:pt>
                <c:pt idx="1092">
                  <c:v>0.50239999999999996</c:v>
                </c:pt>
                <c:pt idx="1093">
                  <c:v>0.50380000000000003</c:v>
                </c:pt>
                <c:pt idx="1094">
                  <c:v>0.49790000000000001</c:v>
                </c:pt>
                <c:pt idx="1095">
                  <c:v>0.50080000000000002</c:v>
                </c:pt>
                <c:pt idx="1096">
                  <c:v>0.505</c:v>
                </c:pt>
                <c:pt idx="1097">
                  <c:v>0.50649999999999995</c:v>
                </c:pt>
                <c:pt idx="1098">
                  <c:v>0.50229999999999997</c:v>
                </c:pt>
                <c:pt idx="1099">
                  <c:v>0.51590000000000003</c:v>
                </c:pt>
                <c:pt idx="1100">
                  <c:v>0.52170000000000005</c:v>
                </c:pt>
                <c:pt idx="1101">
                  <c:v>0.52270000000000005</c:v>
                </c:pt>
                <c:pt idx="1102">
                  <c:v>0.52649999999999997</c:v>
                </c:pt>
                <c:pt idx="1103">
                  <c:v>0.51749999999999996</c:v>
                </c:pt>
                <c:pt idx="1104">
                  <c:v>0.53539999999999999</c:v>
                </c:pt>
                <c:pt idx="1105">
                  <c:v>0.53520000000000001</c:v>
                </c:pt>
                <c:pt idx="1106">
                  <c:v>0.50900000000000001</c:v>
                </c:pt>
                <c:pt idx="1107">
                  <c:v>0.5071</c:v>
                </c:pt>
                <c:pt idx="1108">
                  <c:v>0.53139999999999998</c:v>
                </c:pt>
                <c:pt idx="1109">
                  <c:v>0.52790000000000004</c:v>
                </c:pt>
                <c:pt idx="1110">
                  <c:v>0.52659999999999996</c:v>
                </c:pt>
                <c:pt idx="1111">
                  <c:v>0.54800000000000004</c:v>
                </c:pt>
                <c:pt idx="1112">
                  <c:v>0.54910000000000003</c:v>
                </c:pt>
                <c:pt idx="1113">
                  <c:v>0.5625</c:v>
                </c:pt>
                <c:pt idx="1114">
                  <c:v>0.57469999999999999</c:v>
                </c:pt>
                <c:pt idx="1115">
                  <c:v>0.57799999999999996</c:v>
                </c:pt>
                <c:pt idx="1116">
                  <c:v>0.59540000000000004</c:v>
                </c:pt>
                <c:pt idx="1117">
                  <c:v>0.60050000000000003</c:v>
                </c:pt>
                <c:pt idx="1118">
                  <c:v>0.62490000000000001</c:v>
                </c:pt>
                <c:pt idx="1119">
                  <c:v>0.61909999999999998</c:v>
                </c:pt>
                <c:pt idx="1120">
                  <c:v>0.58779999999999999</c:v>
                </c:pt>
                <c:pt idx="1121">
                  <c:v>0.54800000000000004</c:v>
                </c:pt>
                <c:pt idx="1122">
                  <c:v>0.59560000000000002</c:v>
                </c:pt>
                <c:pt idx="1123">
                  <c:v>0.58879999999999999</c:v>
                </c:pt>
                <c:pt idx="1124">
                  <c:v>0.55520000000000003</c:v>
                </c:pt>
                <c:pt idx="1125">
                  <c:v>0.6</c:v>
                </c:pt>
                <c:pt idx="1126">
                  <c:v>0.60560000000000003</c:v>
                </c:pt>
                <c:pt idx="1127">
                  <c:v>0.59860000000000002</c:v>
                </c:pt>
                <c:pt idx="1128">
                  <c:v>0.58979999999999999</c:v>
                </c:pt>
                <c:pt idx="1129">
                  <c:v>0.60950000000000004</c:v>
                </c:pt>
                <c:pt idx="1130">
                  <c:v>0.6139</c:v>
                </c:pt>
                <c:pt idx="1131">
                  <c:v>0.64380000000000004</c:v>
                </c:pt>
                <c:pt idx="1132">
                  <c:v>0.63109999999999999</c:v>
                </c:pt>
                <c:pt idx="1133">
                  <c:v>0.62909999999999999</c:v>
                </c:pt>
                <c:pt idx="1134">
                  <c:v>0.60499999999999998</c:v>
                </c:pt>
                <c:pt idx="1135">
                  <c:v>0.61970000000000003</c:v>
                </c:pt>
                <c:pt idx="1136">
                  <c:v>0.62070000000000003</c:v>
                </c:pt>
                <c:pt idx="1137">
                  <c:v>0.60019999999999996</c:v>
                </c:pt>
                <c:pt idx="1138">
                  <c:v>0.59740000000000004</c:v>
                </c:pt>
                <c:pt idx="1139">
                  <c:v>0.58279999999999998</c:v>
                </c:pt>
                <c:pt idx="1140">
                  <c:v>0.55510000000000004</c:v>
                </c:pt>
                <c:pt idx="1141">
                  <c:v>0.61160000000000003</c:v>
                </c:pt>
                <c:pt idx="1142">
                  <c:v>0.58509999999999995</c:v>
                </c:pt>
                <c:pt idx="1143">
                  <c:v>0.60719999999999996</c:v>
                </c:pt>
                <c:pt idx="1144">
                  <c:v>0.61739999999999995</c:v>
                </c:pt>
                <c:pt idx="1145">
                  <c:v>0.62780000000000002</c:v>
                </c:pt>
                <c:pt idx="1146">
                  <c:v>0.66639999999999999</c:v>
                </c:pt>
                <c:pt idx="1147">
                  <c:v>0.65559999999999996</c:v>
                </c:pt>
                <c:pt idx="1148">
                  <c:v>0.66239999999999999</c:v>
                </c:pt>
                <c:pt idx="1149">
                  <c:v>0.66039999999999999</c:v>
                </c:pt>
                <c:pt idx="1150">
                  <c:v>0.67520000000000002</c:v>
                </c:pt>
                <c:pt idx="1151">
                  <c:v>0.68330000000000002</c:v>
                </c:pt>
                <c:pt idx="1152">
                  <c:v>0.69040000000000001</c:v>
                </c:pt>
                <c:pt idx="1153">
                  <c:v>0.69020000000000004</c:v>
                </c:pt>
                <c:pt idx="1154">
                  <c:v>0.6956</c:v>
                </c:pt>
                <c:pt idx="1155">
                  <c:v>0.70979999999999999</c:v>
                </c:pt>
                <c:pt idx="1156">
                  <c:v>0.70830000000000004</c:v>
                </c:pt>
                <c:pt idx="1157">
                  <c:v>0.7147</c:v>
                </c:pt>
                <c:pt idx="1158">
                  <c:v>0.71</c:v>
                </c:pt>
                <c:pt idx="1159">
                  <c:v>0.72529999999999994</c:v>
                </c:pt>
                <c:pt idx="1160">
                  <c:v>0.72440000000000004</c:v>
                </c:pt>
                <c:pt idx="1161">
                  <c:v>0.72670000000000001</c:v>
                </c:pt>
                <c:pt idx="1162">
                  <c:v>0.72119999999999995</c:v>
                </c:pt>
                <c:pt idx="1163">
                  <c:v>0.75429999999999997</c:v>
                </c:pt>
                <c:pt idx="1164">
                  <c:v>0.79469999999999996</c:v>
                </c:pt>
                <c:pt idx="1165">
                  <c:v>0.80159999999999998</c:v>
                </c:pt>
                <c:pt idx="1166">
                  <c:v>0.80259999999999998</c:v>
                </c:pt>
                <c:pt idx="1167">
                  <c:v>0.82450000000000001</c:v>
                </c:pt>
                <c:pt idx="1168">
                  <c:v>0.81979999999999997</c:v>
                </c:pt>
                <c:pt idx="1169">
                  <c:v>0.82979999999999998</c:v>
                </c:pt>
                <c:pt idx="1170">
                  <c:v>0.83350000000000002</c:v>
                </c:pt>
                <c:pt idx="1171">
                  <c:v>0.81879999999999997</c:v>
                </c:pt>
                <c:pt idx="1172">
                  <c:v>0.82430000000000003</c:v>
                </c:pt>
                <c:pt idx="1173">
                  <c:v>0.81679999999999997</c:v>
                </c:pt>
                <c:pt idx="1174">
                  <c:v>0.81699999999999995</c:v>
                </c:pt>
                <c:pt idx="1175">
                  <c:v>0.83930000000000005</c:v>
                </c:pt>
                <c:pt idx="1176">
                  <c:v>0.83730000000000004</c:v>
                </c:pt>
                <c:pt idx="1177">
                  <c:v>0.84430000000000005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00-487F-BF96-93767FA2A7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9525">
            <a:solidFill>
              <a:srgbClr val="C9CDD1"/>
            </a:solidFill>
          </a:ln>
        </c:spPr>
        <c:txPr>
          <a:bodyPr rot="0" vert="horz" wrap="none" anchor="ctr" anchorCtr="1"/>
          <a:lstStyle/>
          <a:p>
            <a:pPr>
              <a:defRPr sz="85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-0.3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  <c:valAx>
        <c:axId val="500000002"/>
        <c:scaling>
          <c:orientation val="minMax"/>
          <c:max val="2.2999999999999998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500000001"/>
        <c:crosses val="max"/>
        <c:crossBetween val="between"/>
      </c:valAx>
      <c:catAx>
        <c:axId val="500000001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one"/>
        <c:crossAx val="500000002"/>
        <c:crosses val="autoZero"/>
        <c:auto val="1"/>
        <c:lblAlgn val="ctr"/>
        <c:lblOffset val="100"/>
        <c:noMultiLvlLbl val="1"/>
      </c:cat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기초(삼성전자 50:SK하이닉스 50)</c:v>
                </c:pt>
              </c:strCache>
            </c:strRef>
          </c:tx>
          <c:spPr>
            <a:solidFill>
              <a:srgbClr val="84888B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초고변동 급락기</c:v>
                </c:pt>
                <c:pt idx="1">
                  <c:v>고변동 급등기</c:v>
                </c:pt>
                <c:pt idx="2">
                  <c:v>중변동 횡보기</c:v>
                </c:pt>
                <c:pt idx="3">
                  <c:v>고변동 하락기</c:v>
                </c:pt>
                <c:pt idx="4">
                  <c:v>저변동 상승기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0.3962</c:v>
                </c:pt>
                <c:pt idx="1">
                  <c:v>0.24859999999999999</c:v>
                </c:pt>
                <c:pt idx="2">
                  <c:v>0.1883</c:v>
                </c:pt>
                <c:pt idx="3">
                  <c:v>0.35420000000000001</c:v>
                </c:pt>
                <c:pt idx="4">
                  <c:v>0.1024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CED-46C9-968A-F93C494910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변동성전략 펀드</c:v>
                </c:pt>
              </c:strCache>
            </c:strRef>
          </c:tx>
          <c:spPr>
            <a:solidFill>
              <a:srgbClr val="00A9CE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초고변동 급락기</c:v>
                </c:pt>
                <c:pt idx="1">
                  <c:v>고변동 급등기</c:v>
                </c:pt>
                <c:pt idx="2">
                  <c:v>중변동 횡보기</c:v>
                </c:pt>
                <c:pt idx="3">
                  <c:v>고변동 하락기</c:v>
                </c:pt>
                <c:pt idx="4">
                  <c:v>저변동 상승기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0.21970000000000001</c:v>
                </c:pt>
                <c:pt idx="1">
                  <c:v>6.2700000000000006E-2</c:v>
                </c:pt>
                <c:pt idx="2">
                  <c:v>5.3900000000000003E-2</c:v>
                </c:pt>
                <c:pt idx="3">
                  <c:v>0.23619999999999999</c:v>
                </c:pt>
                <c:pt idx="4">
                  <c:v>2.18E-2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CED-46C9-968A-F93C494910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53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E73C7-FF93-42E3-9DA7-136DBA8B1534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53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5F639-59E9-4B64-B87F-8C8C943E3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36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53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0FC40-E8E8-4274-A32B-67D049C7787A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1233488"/>
            <a:ext cx="481012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42" y="4751884"/>
            <a:ext cx="5438792" cy="38872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53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02222-9480-454D-AA47-108B6685E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84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50976" latinLnBrk="1">
              <a:defRPr/>
            </a:pPr>
            <a:fld id="{3D023879-44A4-41D3-A74B-48C3E51180A7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50976" latinLnBrk="1">
                <a:defRPr/>
              </a:pPr>
              <a:t>2</a:t>
            </a:fld>
            <a:endParaRPr lang="ko-KR" altLang="en-US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6046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323D3-04C6-567E-D5B9-79362D3D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3B067ACB-D183-C188-249F-2C4A127815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E7E5680B-84A8-7C87-2767-33A24B10EA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7F2D5E17-8554-5549-0F19-14486892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7622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779E-AC33-60A0-4B7E-7D424281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DF62C4B9-3E90-D571-0B72-DE2D8D14F0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C32E5165-B303-7B3C-02F4-5F51635491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CFF8EC97-8239-E8A4-22F3-412231BB0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09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A272-5B7D-4E7D-3BA0-BA7424CBA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F6FA8FBE-539F-7771-E61A-38EBFEFA60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81E9217C-DEEE-32AE-0706-A3D4172CCE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4D9DCA3B-4710-090F-E334-2FAE9B93A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512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EBDDA-6D15-6423-EDE5-54236139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8DF98D32-7595-AEFA-9FDA-FD4A3C70E4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89EB638F-664B-350B-DAE8-B9E239D225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FAEF88D3-BB36-F06A-65E8-0D1E8B058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5517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979757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8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722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2572790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8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925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794" y="1"/>
            <a:ext cx="9904413" cy="949591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34" name="직사각형 33"/>
          <p:cNvSpPr/>
          <p:nvPr userDrawn="1"/>
        </p:nvSpPr>
        <p:spPr>
          <a:xfrm flipV="1">
            <a:off x="794" y="946937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8605838" cy="11080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16" name="직선 연결선[R] 11"/>
          <p:cNvCxnSpPr/>
          <p:nvPr userDrawn="1"/>
        </p:nvCxnSpPr>
        <p:spPr>
          <a:xfrm>
            <a:off x="631942" y="4553991"/>
            <a:ext cx="733111" cy="0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848064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5108218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2014554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631825" y="5923846"/>
            <a:ext cx="6768000" cy="46564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9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9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631825" y="5610971"/>
            <a:ext cx="6768000" cy="1815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※ </a:t>
            </a:r>
            <a:r>
              <a:rPr lang="ko-KR" altLang="en-US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본 자료는 </a:t>
            </a:r>
            <a:r>
              <a:rPr lang="ko-KR" altLang="en-US" sz="1180" b="1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판매사</a:t>
            </a:r>
            <a:r>
              <a:rPr lang="ko-KR" altLang="en-US" sz="118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180" b="1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사내한</a:t>
            </a:r>
            <a:r>
              <a:rPr lang="ko-KR" altLang="en-US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자료로 작성되었으며 투자자에게 배포될 수 없습니다</a:t>
            </a:r>
            <a:r>
              <a:rPr lang="en-US" altLang="ko-KR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 </a:t>
            </a:r>
            <a:r>
              <a:rPr lang="ko-KR" altLang="en-US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외부 유출에 유의해 주십시오</a:t>
            </a:r>
            <a:r>
              <a:rPr lang="en-US" altLang="ko-KR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endParaRPr lang="ko-KR" altLang="en-US" sz="1180" b="1" dirty="0">
              <a:solidFill>
                <a:srgbClr val="E12F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16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836" y="5834062"/>
            <a:ext cx="1746821" cy="475298"/>
          </a:xfrm>
          <a:prstGeom prst="rect">
            <a:avLst/>
          </a:prstGeom>
        </p:spPr>
      </p:pic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4" y="5913437"/>
            <a:ext cx="4561693" cy="63145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9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9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454358" y="5414729"/>
            <a:ext cx="4820011" cy="3750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05000"/>
              </a:lnSpc>
              <a:defRPr/>
            </a:pPr>
            <a:r>
              <a:rPr lang="en-US" altLang="ko-KR" sz="1180" b="0" spc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※ 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본 자료는 </a:t>
            </a:r>
            <a:r>
              <a:rPr lang="ko-KR" altLang="en-US" sz="1180" b="0" spc="0" baseline="0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판매사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180" b="0" spc="0" baseline="0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사내한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자료로 작성되었으며 투자자에게 배포될 수 없습니다</a:t>
            </a:r>
            <a:r>
              <a:rPr lang="en-US" altLang="ko-KR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endParaRPr lang="en-US" altLang="ko-KR" sz="1180" b="0" spc="0" baseline="0" dirty="0">
              <a:solidFill>
                <a:srgbClr val="E12F00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ko-KR" altLang="en-US" sz="1180" b="0" spc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   외부 유출에 유의해 주십시오</a:t>
            </a:r>
            <a:r>
              <a:rPr lang="en-US" altLang="ko-KR" sz="1180" b="0" spc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endParaRPr lang="ko-KR" altLang="en-US" sz="1180" b="0" spc="0" dirty="0">
              <a:solidFill>
                <a:srgbClr val="E12F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7364307" y="5945982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00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60438" y="1725714"/>
            <a:ext cx="8461375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5" name="직사각형 4"/>
          <p:cNvSpPr/>
          <p:nvPr userDrawn="1"/>
        </p:nvSpPr>
        <p:spPr>
          <a:xfrm flipV="1">
            <a:off x="0" y="1312414"/>
            <a:ext cx="9907587" cy="457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7" name="제목 1"/>
          <p:cNvSpPr txBox="1">
            <a:spLocks/>
          </p:cNvSpPr>
          <p:nvPr userDrawn="1"/>
        </p:nvSpPr>
        <p:spPr>
          <a:xfrm>
            <a:off x="939093" y="757517"/>
            <a:ext cx="130898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/>
            <a:r>
              <a:rPr lang="ko-KR" altLang="en-US" sz="3000" dirty="0">
                <a:solidFill>
                  <a:schemeClr val="accent2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목차</a:t>
            </a:r>
            <a:endParaRPr lang="ko-KR" altLang="en-US" sz="3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258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77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5970" y="3143390"/>
            <a:ext cx="84600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660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493790" y="6494330"/>
            <a:ext cx="454415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800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</a:t>
            </a:r>
            <a:r>
              <a:rPr 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80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미래에셋변동성하베스트일반사모투자신탁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제안서</a:t>
            </a:r>
            <a:endParaRPr lang="en-US" altLang="ko-KR" sz="800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b="0" spc="2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800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 defTabSz="829544" latinLnBrk="1"/>
            <a:r>
              <a:rPr lang="ko-KR" altLang="en-US" sz="1000" kern="100" dirty="0" err="1">
                <a:solidFill>
                  <a:srgbClr val="FF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lang="ko-KR" altLang="en-US" sz="1000" kern="100" dirty="0">
                <a:solidFill>
                  <a:srgbClr val="FF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lang="ko-KR" altLang="en-US" sz="1000" kern="100" dirty="0" err="1">
                <a:solidFill>
                  <a:srgbClr val="FF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lang="en-US" altLang="ko-KR" sz="1000" kern="100" dirty="0">
              <a:solidFill>
                <a:srgbClr val="FF0000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4549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고객사 로고 추가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493790" y="6494330"/>
            <a:ext cx="454415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800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</a:t>
            </a:r>
            <a:r>
              <a:rPr 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80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</a:t>
            </a:r>
            <a:r>
              <a:rPr lang="en-US" altLang="ko-KR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OOOOO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증권투자신탁 제안서 </a:t>
            </a:r>
            <a:r>
              <a:rPr lang="en-US" altLang="ko-KR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| 00/00/0000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b="0" spc="2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800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511901" y="426188"/>
            <a:ext cx="1058570" cy="422724"/>
          </a:xfrm>
          <a:prstGeom prst="rect">
            <a:avLst/>
          </a:prstGeom>
        </p:spPr>
      </p:pic>
      <p:pic>
        <p:nvPicPr>
          <p:cNvPr id="10" name="Picture 2" descr="C:\Users\swpae\Desktop\ScreenHunter_528 Aug. 06 09.48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065" y="446681"/>
            <a:ext cx="1149810" cy="39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0"/>
          <p:cNvCxnSpPr/>
          <p:nvPr userDrawn="1"/>
        </p:nvCxnSpPr>
        <p:spPr>
          <a:xfrm>
            <a:off x="8399201" y="506669"/>
            <a:ext cx="0" cy="301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1212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00525" y="5648898"/>
            <a:ext cx="1709186" cy="682537"/>
          </a:xfrm>
          <a:prstGeom prst="rect">
            <a:avLst/>
          </a:prstGeom>
        </p:spPr>
      </p:pic>
      <p:sp>
        <p:nvSpPr>
          <p:cNvPr id="7" name="텍스트 개체 틀 2"/>
          <p:cNvSpPr txBox="1">
            <a:spLocks/>
          </p:cNvSpPr>
          <p:nvPr userDrawn="1"/>
        </p:nvSpPr>
        <p:spPr>
          <a:xfrm>
            <a:off x="0" y="570972"/>
            <a:ext cx="9906000" cy="22217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Permanent Innovator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742950" y="2888993"/>
            <a:ext cx="84201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3000" b="0" spc="20" baseline="0" dirty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감사합니다</a:t>
            </a:r>
            <a:endParaRPr lang="en-US" sz="3000" b="0" spc="20" baseline="0" dirty="0">
              <a:solidFill>
                <a:schemeClr val="accent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130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오렌지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992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화이트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52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32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1" r:id="rId2"/>
    <p:sldLayoutId id="2147483707" r:id="rId3"/>
    <p:sldLayoutId id="2147483712" r:id="rId4"/>
    <p:sldLayoutId id="2147483709" r:id="rId5"/>
    <p:sldLayoutId id="2147483710" r:id="rId6"/>
    <p:sldLayoutId id="2147483708" r:id="rId7"/>
    <p:sldLayoutId id="2147483691" r:id="rId8"/>
    <p:sldLayoutId id="2147483692" r:id="rId9"/>
    <p:sldLayoutId id="2147483693" r:id="rId10"/>
    <p:sldLayoutId id="2147483704" r:id="rId11"/>
    <p:sldLayoutId id="2147483695" r:id="rId12"/>
    <p:sldLayoutId id="2147483700" r:id="rId13"/>
    <p:sldLayoutId id="2147483701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31825" y="1264981"/>
            <a:ext cx="5220000" cy="1477328"/>
          </a:xfrm>
        </p:spPr>
        <p:txBody>
          <a:bodyPr/>
          <a:lstStyle/>
          <a:p>
            <a:r>
              <a:rPr lang="ko-KR" altLang="en-US" dirty="0" err="1"/>
              <a:t>미래에셋</a:t>
            </a:r>
            <a:br>
              <a:rPr lang="en-US" altLang="ko-KR" dirty="0"/>
            </a:br>
            <a:r>
              <a:rPr lang="ko-KR" altLang="en-US" dirty="0" err="1"/>
              <a:t>변동성하베스트</a:t>
            </a:r>
            <a:br>
              <a:rPr lang="en-US" altLang="ko-KR" dirty="0"/>
            </a:br>
            <a:r>
              <a:rPr lang="ko-KR" altLang="en-US" dirty="0"/>
              <a:t>일반사모투자신탁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>
          <a:xfrm>
            <a:off x="631825" y="2874353"/>
            <a:ext cx="5220000" cy="190821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변동성을 수확하라</a:t>
            </a:r>
            <a:endParaRPr lang="en-US" alt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미래에셋자산운용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2026.08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654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12"/>
          </p:nvPr>
        </p:nvSpPr>
        <p:spPr>
          <a:xfrm>
            <a:off x="961080" y="1701966"/>
            <a:ext cx="7088265" cy="371950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/>
              <a:t>1. </a:t>
            </a:r>
            <a:r>
              <a:rPr lang="ko-KR" altLang="en-US" sz="1800" dirty="0"/>
              <a:t>운용인력</a:t>
            </a:r>
            <a:r>
              <a:rPr lang="en-US" altLang="ko-KR" sz="18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/>
              <a:t>2. </a:t>
            </a:r>
            <a:r>
              <a:rPr lang="ko-KR" altLang="en-US" sz="1800" dirty="0"/>
              <a:t>이벤트 </a:t>
            </a:r>
            <a:r>
              <a:rPr lang="ko-KR" altLang="en-US" sz="1800" dirty="0" err="1"/>
              <a:t>드리븐</a:t>
            </a:r>
            <a:r>
              <a:rPr lang="ko-KR" altLang="en-US" sz="1800" dirty="0"/>
              <a:t> 특수상황 전략 </a:t>
            </a:r>
            <a:r>
              <a:rPr lang="en-US" altLang="ko-KR" sz="1800" dirty="0"/>
              <a:t>									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/>
              <a:t>3. </a:t>
            </a:r>
            <a:r>
              <a:rPr lang="ko-KR" altLang="en-US" sz="1800" dirty="0"/>
              <a:t>투자 포인트</a:t>
            </a: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/>
              <a:t>4. </a:t>
            </a:r>
            <a:r>
              <a:rPr lang="ko-KR" altLang="en-US" sz="1800" dirty="0">
                <a:cs typeface="[Yoon] 윤고딕 120_OTF"/>
              </a:rPr>
              <a:t>펀드 개요 </a:t>
            </a: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/>
              <a:t>5. </a:t>
            </a:r>
            <a:r>
              <a:rPr lang="ko-KR" altLang="en-US" sz="1800" dirty="0">
                <a:cs typeface="[Yoon] 윤고딕 120_OTF"/>
              </a:rPr>
              <a:t>투자 프로세스</a:t>
            </a:r>
            <a:endParaRPr lang="en-US" altLang="ko-KR" sz="1800" dirty="0">
              <a:cs typeface="[Yoon] 윤고딕 120_OTF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/>
              <a:t>6. Appendix: </a:t>
            </a:r>
            <a:r>
              <a:rPr lang="ko-KR" altLang="en-US" sz="1800" dirty="0">
                <a:cs typeface="[Yoon] 윤고딕 120_OTF"/>
              </a:rPr>
              <a:t>글로벌특수상황펀드 현황 </a:t>
            </a: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/>
          </a:p>
        </p:txBody>
      </p:sp>
      <p:sp>
        <p:nvSpPr>
          <p:cNvPr id="3" name="텍스트 개체 틀 8"/>
          <p:cNvSpPr txBox="1">
            <a:spLocks/>
          </p:cNvSpPr>
          <p:nvPr/>
        </p:nvSpPr>
        <p:spPr>
          <a:xfrm>
            <a:off x="7617296" y="1701966"/>
            <a:ext cx="1656184" cy="37195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1950" marR="0" indent="-251950" algn="l" defTabSz="457109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 kern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5529" indent="136498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 marL="1142771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 marL="1599880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KoPub돋움체_Pro Medium"/>
                <a:ea typeface="KoPub돋움체_Pro Medium"/>
                <a:cs typeface="KoPub돋움체_Pro Medium"/>
              </a:defRPr>
            </a:lvl4pPr>
            <a:lvl5pPr marL="2056989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1800" dirty="0"/>
              <a:t>Page 3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1800" dirty="0"/>
              <a:t>Page 4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1800" dirty="0"/>
              <a:t>Page 7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1800" dirty="0"/>
              <a:t>Page 20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1800" dirty="0"/>
              <a:t>Page 21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1800" dirty="0"/>
              <a:t>Page 22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66668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>
            <a:extLst>
              <a:ext uri="{FF2B5EF4-FFF2-40B4-BE49-F238E27FC236}">
                <a16:creationId xmlns:a16="http://schemas.microsoft.com/office/drawing/2014/main" id="{EA5777E3-7BD0-BE6D-1328-2D6981F2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23756"/>
            <a:ext cx="6480000" cy="276999"/>
          </a:xfrm>
        </p:spPr>
        <p:txBody>
          <a:bodyPr/>
          <a:lstStyle/>
          <a:p>
            <a:r>
              <a:rPr lang="en-US" altLang="ko-KR" dirty="0"/>
              <a:t>Concept : </a:t>
            </a:r>
            <a:r>
              <a:rPr lang="ko-KR" altLang="en-US" dirty="0"/>
              <a:t>변동성 매매로 안정적 절대수익 추구</a:t>
            </a:r>
            <a:endParaRPr lang="ko-KR" altLang="en-US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F8FB48D-F29D-6306-DF09-1586050AE78E}"/>
              </a:ext>
            </a:extLst>
          </p:cNvPr>
          <p:cNvGrpSpPr/>
          <p:nvPr/>
        </p:nvGrpSpPr>
        <p:grpSpPr>
          <a:xfrm>
            <a:off x="519764" y="1070447"/>
            <a:ext cx="3478035" cy="215444"/>
            <a:chOff x="606854" y="1349121"/>
            <a:chExt cx="3478035" cy="21544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EBDB2E-DBBA-825D-E5A0-1DDFFDA0C8DA}"/>
                </a:ext>
              </a:extLst>
            </p:cNvPr>
            <p:cNvSpPr txBox="1"/>
            <p:nvPr/>
          </p:nvSpPr>
          <p:spPr>
            <a:xfrm>
              <a:off x="717861" y="1349121"/>
              <a:ext cx="336702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870" tIns="0" rIns="3687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80" normalizeH="0" baseline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</a:defRPr>
              </a:lvl1pPr>
            </a:lstStyle>
            <a:p>
              <a:pPr>
                <a:spcBef>
                  <a:spcPct val="20000"/>
                </a:spcBef>
                <a:defRPr/>
              </a:pPr>
              <a:r>
                <a:rPr lang="ko-KR" altLang="en-US" sz="1400" spc="0" dirty="0" err="1">
                  <a:solidFill>
                    <a:schemeClr val="accent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역대급</a:t>
              </a:r>
              <a:r>
                <a:rPr lang="ko-KR" altLang="en-US" sz="1400" spc="0" dirty="0">
                  <a:solidFill>
                    <a:schemeClr val="accent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 변동성 시장</a:t>
              </a:r>
              <a:r>
                <a:rPr lang="en-US" altLang="ko-KR" sz="1400" spc="0" dirty="0">
                  <a:solidFill>
                    <a:schemeClr val="accent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 </a:t>
              </a:r>
              <a:r>
                <a:rPr lang="ko-KR" altLang="en-US" sz="1400" spc="0" dirty="0">
                  <a:solidFill>
                    <a:schemeClr val="accent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환경</a:t>
              </a:r>
              <a:r>
                <a:rPr lang="ko-KR" altLang="en-US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을 수익의 기회로 인식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F9AC8919-8DDC-F37E-EFC4-CCFFE4275702}"/>
                </a:ext>
              </a:extLst>
            </p:cNvPr>
            <p:cNvGrpSpPr/>
            <p:nvPr/>
          </p:nvGrpSpPr>
          <p:grpSpPr>
            <a:xfrm>
              <a:off x="606854" y="1363752"/>
              <a:ext cx="74529" cy="180147"/>
              <a:chOff x="606854" y="1363752"/>
              <a:chExt cx="74529" cy="180147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3CCCE70D-F496-DD31-AC05-B5562A8411C2}"/>
                  </a:ext>
                </a:extLst>
              </p:cNvPr>
              <p:cNvSpPr/>
              <p:nvPr/>
            </p:nvSpPr>
            <p:spPr>
              <a:xfrm>
                <a:off x="606854" y="1363752"/>
                <a:ext cx="74529" cy="7452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C9388285-7AC8-4254-9E28-9BF8613B239E}"/>
                  </a:ext>
                </a:extLst>
              </p:cNvPr>
              <p:cNvSpPr/>
              <p:nvPr/>
            </p:nvSpPr>
            <p:spPr>
              <a:xfrm>
                <a:off x="606854" y="1469370"/>
                <a:ext cx="74529" cy="74529"/>
              </a:xfrm>
              <a:prstGeom prst="rect">
                <a:avLst/>
              </a:prstGeom>
              <a:solidFill>
                <a:srgbClr val="043B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F01794A-77FB-2AEE-F8C5-55A9982A1459}"/>
              </a:ext>
            </a:extLst>
          </p:cNvPr>
          <p:cNvGrpSpPr/>
          <p:nvPr/>
        </p:nvGrpSpPr>
        <p:grpSpPr>
          <a:xfrm>
            <a:off x="519764" y="1431873"/>
            <a:ext cx="5728651" cy="215444"/>
            <a:chOff x="606854" y="1349121"/>
            <a:chExt cx="5728651" cy="21544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B2FD40-1CE2-7856-DEEA-F05627F2D2EF}"/>
                </a:ext>
              </a:extLst>
            </p:cNvPr>
            <p:cNvSpPr txBox="1"/>
            <p:nvPr/>
          </p:nvSpPr>
          <p:spPr>
            <a:xfrm>
              <a:off x="717861" y="1349121"/>
              <a:ext cx="561764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870" tIns="0" rIns="3687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80" normalizeH="0" baseline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</a:defRPr>
              </a:lvl1pPr>
            </a:lstStyle>
            <a:p>
              <a:pPr>
                <a:spcBef>
                  <a:spcPct val="20000"/>
                </a:spcBef>
                <a:defRPr/>
              </a:pPr>
              <a:r>
                <a:rPr lang="ko-KR" altLang="en-US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모델 기반의 변동성 매매 전략으로 </a:t>
              </a:r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변동성이 큰 시장에서 </a:t>
              </a:r>
              <a:r>
                <a:rPr lang="ko-KR" altLang="en-US" sz="1400" dirty="0">
                  <a:solidFill>
                    <a:schemeClr val="accent1"/>
                  </a:solidFill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안정적 절대수익을 추구</a:t>
              </a:r>
              <a:r>
                <a:rPr lang="ko-KR" altLang="en-US" sz="1400" spc="0" dirty="0">
                  <a:solidFill>
                    <a:schemeClr val="accent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 </a:t>
              </a:r>
              <a:endParaRPr lang="ko-KR" altLang="en-US" sz="1400" spc="0" dirty="0">
                <a:solidFill>
                  <a:schemeClr val="accent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CDAFB4B-4172-2119-16CD-8F711BDB3616}"/>
                </a:ext>
              </a:extLst>
            </p:cNvPr>
            <p:cNvGrpSpPr/>
            <p:nvPr/>
          </p:nvGrpSpPr>
          <p:grpSpPr>
            <a:xfrm>
              <a:off x="606854" y="1363752"/>
              <a:ext cx="74529" cy="180147"/>
              <a:chOff x="606854" y="1363752"/>
              <a:chExt cx="74529" cy="180147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CF5A0B42-D530-766A-8307-13F95B27EB43}"/>
                  </a:ext>
                </a:extLst>
              </p:cNvPr>
              <p:cNvSpPr/>
              <p:nvPr/>
            </p:nvSpPr>
            <p:spPr>
              <a:xfrm>
                <a:off x="606854" y="1363752"/>
                <a:ext cx="74529" cy="7452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20399DA-2CFA-CBEC-3587-DDF23D058CE4}"/>
                  </a:ext>
                </a:extLst>
              </p:cNvPr>
              <p:cNvSpPr/>
              <p:nvPr/>
            </p:nvSpPr>
            <p:spPr>
              <a:xfrm>
                <a:off x="606854" y="1469370"/>
                <a:ext cx="74529" cy="74529"/>
              </a:xfrm>
              <a:prstGeom prst="rect">
                <a:avLst/>
              </a:prstGeom>
              <a:solidFill>
                <a:srgbClr val="043B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sp>
        <p:nvSpPr>
          <p:cNvPr id="33" name="자유형 22">
            <a:extLst>
              <a:ext uri="{FF2B5EF4-FFF2-40B4-BE49-F238E27FC236}">
                <a16:creationId xmlns:a16="http://schemas.microsoft.com/office/drawing/2014/main" id="{3B6DE3C6-4FE2-EBE3-C6AE-7AE26B8FEE62}"/>
              </a:ext>
            </a:extLst>
          </p:cNvPr>
          <p:cNvSpPr/>
          <p:nvPr/>
        </p:nvSpPr>
        <p:spPr>
          <a:xfrm rot="10800000" flipH="1">
            <a:off x="3050304" y="3405693"/>
            <a:ext cx="878681" cy="1451379"/>
          </a:xfrm>
          <a:custGeom>
            <a:avLst/>
            <a:gdLst>
              <a:gd name="connsiteX0" fmla="*/ 0 w 3793327"/>
              <a:gd name="connsiteY0" fmla="*/ 315644 h 1254871"/>
              <a:gd name="connsiteX1" fmla="*/ 0 w 3793327"/>
              <a:gd name="connsiteY1" fmla="*/ 938387 h 1254871"/>
              <a:gd name="connsiteX2" fmla="*/ 3197255 w 3793327"/>
              <a:gd name="connsiteY2" fmla="*/ 938387 h 1254871"/>
              <a:gd name="connsiteX3" fmla="*/ 3077932 w 3793327"/>
              <a:gd name="connsiteY3" fmla="*/ 1057710 h 1254871"/>
              <a:gd name="connsiteX4" fmla="*/ 3077932 w 3793327"/>
              <a:gd name="connsiteY4" fmla="*/ 1221044 h 1254871"/>
              <a:gd name="connsiteX5" fmla="*/ 3241266 w 3793327"/>
              <a:gd name="connsiteY5" fmla="*/ 1221044 h 1254871"/>
              <a:gd name="connsiteX6" fmla="*/ 3758063 w 3793327"/>
              <a:gd name="connsiteY6" fmla="*/ 704246 h 1254871"/>
              <a:gd name="connsiteX7" fmla="*/ 3758069 w 3793327"/>
              <a:gd name="connsiteY7" fmla="*/ 704242 h 1254871"/>
              <a:gd name="connsiteX8" fmla="*/ 3758069 w 3793327"/>
              <a:gd name="connsiteY8" fmla="*/ 704243 h 1254871"/>
              <a:gd name="connsiteX9" fmla="*/ 3758076 w 3793327"/>
              <a:gd name="connsiteY9" fmla="*/ 704233 h 1254871"/>
              <a:gd name="connsiteX10" fmla="*/ 3759499 w 3793327"/>
              <a:gd name="connsiteY10" fmla="*/ 702810 h 1254871"/>
              <a:gd name="connsiteX11" fmla="*/ 3784870 w 3793327"/>
              <a:gd name="connsiteY11" fmla="*/ 664604 h 1254871"/>
              <a:gd name="connsiteX12" fmla="*/ 3792182 w 3793327"/>
              <a:gd name="connsiteY12" fmla="*/ 627029 h 1254871"/>
              <a:gd name="connsiteX13" fmla="*/ 3792194 w 3793327"/>
              <a:gd name="connsiteY13" fmla="*/ 627016 h 1254871"/>
              <a:gd name="connsiteX14" fmla="*/ 3792186 w 3793327"/>
              <a:gd name="connsiteY14" fmla="*/ 627008 h 1254871"/>
              <a:gd name="connsiteX15" fmla="*/ 3793327 w 3793327"/>
              <a:gd name="connsiteY15" fmla="*/ 621143 h 1254871"/>
              <a:gd name="connsiteX16" fmla="*/ 3759499 w 3793327"/>
              <a:gd name="connsiteY16" fmla="*/ 539477 h 1254871"/>
              <a:gd name="connsiteX17" fmla="*/ 3758642 w 3793327"/>
              <a:gd name="connsiteY17" fmla="*/ 538908 h 1254871"/>
              <a:gd name="connsiteX18" fmla="*/ 3758069 w 3793327"/>
              <a:gd name="connsiteY18" fmla="*/ 538045 h 1254871"/>
              <a:gd name="connsiteX19" fmla="*/ 3254445 w 3793327"/>
              <a:gd name="connsiteY19" fmla="*/ 34420 h 1254871"/>
              <a:gd name="connsiteX20" fmla="*/ 3127124 w 3793327"/>
              <a:gd name="connsiteY20" fmla="*/ 8605 h 1254871"/>
              <a:gd name="connsiteX21" fmla="*/ 3088247 w 3793327"/>
              <a:gd name="connsiteY21" fmla="*/ 34420 h 1254871"/>
              <a:gd name="connsiteX22" fmla="*/ 3062432 w 3793327"/>
              <a:gd name="connsiteY22" fmla="*/ 73296 h 1254871"/>
              <a:gd name="connsiteX23" fmla="*/ 3088248 w 3793327"/>
              <a:gd name="connsiteY23" fmla="*/ 200618 h 1254871"/>
              <a:gd name="connsiteX24" fmla="*/ 3203273 w 3793327"/>
              <a:gd name="connsiteY24" fmla="*/ 315644 h 125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93327" h="1254871">
                <a:moveTo>
                  <a:pt x="0" y="315644"/>
                </a:moveTo>
                <a:lnTo>
                  <a:pt x="0" y="938387"/>
                </a:lnTo>
                <a:lnTo>
                  <a:pt x="3197255" y="938387"/>
                </a:lnTo>
                <a:lnTo>
                  <a:pt x="3077932" y="1057710"/>
                </a:lnTo>
                <a:cubicBezTo>
                  <a:pt x="3032829" y="1102814"/>
                  <a:pt x="3032829" y="1175940"/>
                  <a:pt x="3077932" y="1221044"/>
                </a:cubicBezTo>
                <a:cubicBezTo>
                  <a:pt x="3123036" y="1266147"/>
                  <a:pt x="3196162" y="1266147"/>
                  <a:pt x="3241266" y="1221044"/>
                </a:cubicBezTo>
                <a:lnTo>
                  <a:pt x="3758063" y="704246"/>
                </a:lnTo>
                <a:lnTo>
                  <a:pt x="3758069" y="704242"/>
                </a:lnTo>
                <a:lnTo>
                  <a:pt x="3758069" y="704243"/>
                </a:lnTo>
                <a:lnTo>
                  <a:pt x="3758076" y="704233"/>
                </a:lnTo>
                <a:lnTo>
                  <a:pt x="3759499" y="702810"/>
                </a:lnTo>
                <a:cubicBezTo>
                  <a:pt x="3770775" y="691534"/>
                  <a:pt x="3779232" y="678507"/>
                  <a:pt x="3784870" y="664604"/>
                </a:cubicBezTo>
                <a:lnTo>
                  <a:pt x="3792182" y="627029"/>
                </a:lnTo>
                <a:lnTo>
                  <a:pt x="3792194" y="627016"/>
                </a:lnTo>
                <a:lnTo>
                  <a:pt x="3792186" y="627008"/>
                </a:lnTo>
                <a:lnTo>
                  <a:pt x="3793327" y="621143"/>
                </a:lnTo>
                <a:cubicBezTo>
                  <a:pt x="3793327" y="591586"/>
                  <a:pt x="3782051" y="562028"/>
                  <a:pt x="3759499" y="539477"/>
                </a:cubicBezTo>
                <a:lnTo>
                  <a:pt x="3758642" y="538908"/>
                </a:lnTo>
                <a:lnTo>
                  <a:pt x="3758069" y="538045"/>
                </a:lnTo>
                <a:lnTo>
                  <a:pt x="3254445" y="34420"/>
                </a:lnTo>
                <a:cubicBezTo>
                  <a:pt x="3220024" y="-1"/>
                  <a:pt x="3169564" y="-8606"/>
                  <a:pt x="3127124" y="8605"/>
                </a:cubicBezTo>
                <a:lnTo>
                  <a:pt x="3088247" y="34420"/>
                </a:lnTo>
                <a:lnTo>
                  <a:pt x="3062432" y="73296"/>
                </a:lnTo>
                <a:cubicBezTo>
                  <a:pt x="3045221" y="115737"/>
                  <a:pt x="3053827" y="166197"/>
                  <a:pt x="3088248" y="200618"/>
                </a:cubicBezTo>
                <a:lnTo>
                  <a:pt x="3203273" y="315644"/>
                </a:lnTo>
                <a:close/>
              </a:path>
            </a:pathLst>
          </a:custGeom>
          <a:gradFill flip="none" rotWithShape="1">
            <a:gsLst>
              <a:gs pos="0">
                <a:sysClr val="window" lastClr="FFFFFF"/>
              </a:gs>
              <a:gs pos="89000">
                <a:srgbClr val="F58220">
                  <a:alpha val="52051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ED75347-33EE-2D16-507A-707D962BE524}"/>
              </a:ext>
            </a:extLst>
          </p:cNvPr>
          <p:cNvSpPr/>
          <p:nvPr/>
        </p:nvSpPr>
        <p:spPr>
          <a:xfrm>
            <a:off x="3997800" y="2136907"/>
            <a:ext cx="5268976" cy="38515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ore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779F448-5175-7942-74CF-1FEEAACC12DA}"/>
              </a:ext>
            </a:extLst>
          </p:cNvPr>
          <p:cNvSpPr/>
          <p:nvPr/>
        </p:nvSpPr>
        <p:spPr>
          <a:xfrm>
            <a:off x="624425" y="2136907"/>
            <a:ext cx="2916635" cy="38515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ore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17A6572-83C7-0030-6AA4-61A6E3A60134}"/>
              </a:ext>
            </a:extLst>
          </p:cNvPr>
          <p:cNvSpPr/>
          <p:nvPr/>
        </p:nvSpPr>
        <p:spPr>
          <a:xfrm>
            <a:off x="3997799" y="1966250"/>
            <a:ext cx="5268975" cy="341312"/>
          </a:xfrm>
          <a:prstGeom prst="rect">
            <a:avLst/>
          </a:prstGeom>
          <a:solidFill>
            <a:srgbClr val="043B72"/>
          </a:solidFill>
          <a:ln w="3175" cap="flat" cmpd="sng" algn="ctr">
            <a:solidFill>
              <a:srgbClr val="043B72"/>
            </a:solidFill>
            <a:prstDash val="solid"/>
            <a:miter lim="800000"/>
          </a:ln>
          <a:effectLst/>
        </p:spPr>
        <p:txBody>
          <a:bodyPr lIns="0" rIns="0" anchor="ctr"/>
          <a:lstStyle/>
          <a:p>
            <a:pPr algn="ctr" defTabSz="914400"/>
            <a:r>
              <a:rPr lang="ko-KR" altLang="en-US" sz="14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변동성 </a:t>
            </a:r>
            <a:r>
              <a:rPr lang="ko-KR" altLang="en-US" sz="1400" b="1" kern="0" dirty="0" err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하베스트</a:t>
            </a:r>
            <a:r>
              <a:rPr lang="ko-KR" altLang="en-US" sz="14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전략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EA48A33-4197-7F4E-69D2-14D7C4538C67}"/>
              </a:ext>
            </a:extLst>
          </p:cNvPr>
          <p:cNvSpPr/>
          <p:nvPr/>
        </p:nvSpPr>
        <p:spPr>
          <a:xfrm>
            <a:off x="624426" y="1966250"/>
            <a:ext cx="2916634" cy="341312"/>
          </a:xfrm>
          <a:prstGeom prst="rect">
            <a:avLst/>
          </a:prstGeom>
          <a:solidFill>
            <a:srgbClr val="F58220"/>
          </a:solidFill>
          <a:ln w="3175">
            <a:solidFill>
              <a:srgbClr val="F58220"/>
            </a:solidFill>
          </a:ln>
        </p:spPr>
        <p:txBody>
          <a:bodyPr vert="horz" wrap="square" lIns="108000" rIns="72000" rtlCol="0" anchor="ctr" anchorCtr="0">
            <a:noAutofit/>
          </a:bodyPr>
          <a:lstStyle/>
          <a:p>
            <a:pPr algn="ctr" defTabSz="456980"/>
            <a:r>
              <a:rPr lang="ko-KR" altLang="en-US" sz="1400" b="1" kern="0" dirty="0">
                <a:solidFill>
                  <a:prstClr val="whit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변동성 급등</a:t>
            </a:r>
            <a:r>
              <a:rPr lang="en-US" altLang="ko-KR" sz="1400" b="1" kern="0" dirty="0">
                <a:solidFill>
                  <a:prstClr val="whit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But </a:t>
            </a:r>
            <a:r>
              <a:rPr lang="ko-KR" altLang="en-US" sz="1400" b="1" kern="0" dirty="0">
                <a:solidFill>
                  <a:prstClr val="whit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실적은 받친다</a:t>
            </a:r>
          </a:p>
        </p:txBody>
      </p:sp>
      <p:pic>
        <p:nvPicPr>
          <p:cNvPr id="47" name="P2변동성_삼전" descr="s_개별변동성_삼전_v6.png">
            <a:extLst>
              <a:ext uri="{FF2B5EF4-FFF2-40B4-BE49-F238E27FC236}">
                <a16:creationId xmlns:a16="http://schemas.microsoft.com/office/drawing/2014/main" id="{43B39FAF-534D-7749-798C-568F005C7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82" y="2404949"/>
            <a:ext cx="2566813" cy="1721746"/>
          </a:xfrm>
          <a:prstGeom prst="rect">
            <a:avLst/>
          </a:prstGeom>
        </p:spPr>
      </p:pic>
      <p:pic>
        <p:nvPicPr>
          <p:cNvPr id="49" name="P2변동성_하이닉스" descr="s_개별변동성_하이닉스_v6.png">
            <a:extLst>
              <a:ext uri="{FF2B5EF4-FFF2-40B4-BE49-F238E27FC236}">
                <a16:creationId xmlns:a16="http://schemas.microsoft.com/office/drawing/2014/main" id="{150CED84-9D8C-434C-0071-F24229F1C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81" y="4191119"/>
            <a:ext cx="2566813" cy="1587469"/>
          </a:xfrm>
          <a:prstGeom prst="rect">
            <a:avLst/>
          </a:prstGeom>
        </p:spPr>
      </p:pic>
      <p:pic>
        <p:nvPicPr>
          <p:cNvPr id="51" name="Picture 22" descr="s_하베스트_개념2.png">
            <a:extLst>
              <a:ext uri="{FF2B5EF4-FFF2-40B4-BE49-F238E27FC236}">
                <a16:creationId xmlns:a16="http://schemas.microsoft.com/office/drawing/2014/main" id="{D43CBC88-1442-C7AD-50FC-BF9C5E068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142" y="3263150"/>
            <a:ext cx="4267200" cy="2626659"/>
          </a:xfrm>
          <a:prstGeom prst="rect">
            <a:avLst/>
          </a:prstGeom>
        </p:spPr>
      </p:pic>
      <p:sp>
        <p:nvSpPr>
          <p:cNvPr id="53" name="Rectangle 39">
            <a:extLst>
              <a:ext uri="{FF2B5EF4-FFF2-40B4-BE49-F238E27FC236}">
                <a16:creationId xmlns:a16="http://schemas.microsoft.com/office/drawing/2014/main" id="{229A2557-9350-DD3E-FC42-723E361F6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730" y="2451128"/>
            <a:ext cx="5009504" cy="749269"/>
          </a:xfrm>
          <a:prstGeom prst="rect">
            <a:avLst/>
          </a:prstGeom>
          <a:solidFill>
            <a:schemeClr val="bg1"/>
          </a:solidFill>
          <a:ln>
            <a:solidFill>
              <a:srgbClr val="043B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defTabSz="858838" eaLnBrk="0" hangingPunct="0">
              <a:spcBef>
                <a:spcPct val="20000"/>
              </a:spcBef>
              <a:buClr>
                <a:srgbClr val="FF6202"/>
              </a:buClr>
              <a:buSzPct val="120000"/>
              <a:buChar char="•"/>
              <a:defRPr sz="1400" b="1">
                <a:solidFill>
                  <a:srgbClr val="043B72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858838" eaLnBrk="0" hangingPunct="0">
              <a:spcBef>
                <a:spcPct val="20000"/>
              </a:spcBef>
              <a:buClr>
                <a:srgbClr val="FF6600"/>
              </a:buClr>
              <a:buFont typeface="Wingdings" pitchFamily="2" charset="2"/>
              <a:buChar char="l"/>
              <a:defRPr sz="1200">
                <a:solidFill>
                  <a:srgbClr val="6D6E7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858838" eaLnBrk="0" hangingPunct="0">
              <a:spcBef>
                <a:spcPct val="20000"/>
              </a:spcBef>
              <a:buFont typeface="Wingdings" pitchFamily="2" charset="2"/>
              <a:buChar char="§"/>
              <a:defRPr sz="1200">
                <a:solidFill>
                  <a:srgbClr val="6D6E7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858838" eaLnBrk="0" hangingPunct="0">
              <a:spcBef>
                <a:spcPct val="20000"/>
              </a:spcBef>
              <a:buChar char="–"/>
              <a:defRPr sz="1200">
                <a:solidFill>
                  <a:srgbClr val="6D6E7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858838" eaLnBrk="0" hangingPunct="0">
              <a:spcBef>
                <a:spcPct val="20000"/>
              </a:spcBef>
              <a:buChar char="»"/>
              <a:defRPr sz="1200">
                <a:solidFill>
                  <a:srgbClr val="6D6E7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8588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6D6E7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8588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6D6E7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8588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6D6E7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8588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6D6E7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algn="ctr">
              <a:lnSpc>
                <a:spcPct val="110000"/>
              </a:lnSpc>
              <a:buNone/>
            </a:pPr>
            <a:r>
              <a:rPr lang="ko-KR" altLang="en-US" sz="1300" b="0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+mj-ea"/>
                <a:ea typeface="+mj-ea"/>
                <a:cs typeface="KoPubWorld돋움체 Medium" panose="00000600000000000000" pitchFamily="2" charset="-127"/>
              </a:rPr>
              <a:t>내리면 사서 평균단가를 낮추고</a:t>
            </a:r>
            <a:r>
              <a:rPr lang="en-US" altLang="ko-KR" sz="1300" b="0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+mj-ea"/>
                <a:ea typeface="+mj-ea"/>
                <a:cs typeface="KoPubWorld돋움체 Medium" panose="00000600000000000000" pitchFamily="2" charset="-127"/>
              </a:rPr>
              <a:t>, </a:t>
            </a:r>
            <a:r>
              <a:rPr lang="ko-KR" altLang="en-US" sz="1300" b="0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+mj-ea"/>
                <a:ea typeface="+mj-ea"/>
                <a:cs typeface="KoPubWorld돋움체 Medium" panose="00000600000000000000" pitchFamily="2" charset="-127"/>
              </a:rPr>
              <a:t>오르면 팔아 이익을 확정</a:t>
            </a:r>
            <a:endParaRPr lang="en-US" altLang="ko-KR" sz="1300" b="0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+mj-ea"/>
              <a:ea typeface="+mj-ea"/>
              <a:cs typeface="KoPubWorld돋움체 Medium" panose="00000600000000000000" pitchFamily="2" charset="-127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altLang="ko-KR" sz="1100" b="0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100" b="0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매일 종가 목표 편입비로 자동 </a:t>
            </a:r>
            <a:r>
              <a:rPr lang="ko-KR" altLang="en-US" sz="1100" b="0" spc="-5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리밸런싱</a:t>
            </a:r>
            <a:r>
              <a:rPr lang="en-US" altLang="ko-KR" sz="1100" b="0" spc="-5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endParaRPr lang="ko-KR" altLang="en-US" sz="1100" b="0" spc="-5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018DA2-D168-815D-5837-23A368949A11}"/>
              </a:ext>
            </a:extLst>
          </p:cNvPr>
          <p:cNvSpPr txBox="1"/>
          <p:nvPr/>
        </p:nvSpPr>
        <p:spPr>
          <a:xfrm>
            <a:off x="538601" y="6042573"/>
            <a:ext cx="89154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dirty="0">
                <a:latin typeface="+mn-ea"/>
              </a:rPr>
              <a:t>좌: 변동성 = 일간 수익률 롤링 60영업일 표본표준편차×√252 (2026.7.31 삼성전자 109%·SK하이닉스 129%, '23~'24 평균 26%·41%)</a:t>
            </a:r>
            <a:endParaRPr lang="en-US" sz="700" b="0" dirty="0">
              <a:latin typeface="+mn-ea"/>
            </a:endParaRPr>
          </a:p>
          <a:p>
            <a:pPr algn="l">
              <a:spcAft>
                <a:spcPts val="0"/>
              </a:spcAft>
            </a:pPr>
            <a:r>
              <a:rPr lang="ko-KR" altLang="en-US" sz="700" dirty="0">
                <a:latin typeface="+mn-ea"/>
              </a:rPr>
              <a:t>우: 개념 예시 — 주식 60% 목표 자동 리밸런싱 · 지수 -30% 하락 후 회복 왕복 2회 가정 · 하단은 주식 </a:t>
            </a:r>
            <a:r>
              <a:rPr lang="ko-KR" altLang="en-US" sz="700" dirty="0" err="1">
                <a:latin typeface="+mn-ea"/>
              </a:rPr>
              <a:t>편입비</a:t>
            </a:r>
            <a:r>
              <a:rPr lang="ko-KR" altLang="en-US" sz="700" dirty="0">
                <a:latin typeface="+mn-ea"/>
              </a:rPr>
              <a:t> 추이</a:t>
            </a:r>
            <a:endParaRPr lang="en-US" sz="7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6418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B35C5-898B-A1C6-B2EA-B5A52080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2">
            <a:extLst>
              <a:ext uri="{FF2B5EF4-FFF2-40B4-BE49-F238E27FC236}">
                <a16:creationId xmlns:a16="http://schemas.microsoft.com/office/drawing/2014/main" id="{9A0FA779-9826-F495-41D3-B20A93711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23756"/>
            <a:ext cx="6480000" cy="276999"/>
          </a:xfrm>
        </p:spPr>
        <p:txBody>
          <a:bodyPr/>
          <a:lstStyle/>
          <a:p>
            <a:r>
              <a:rPr lang="en-US" altLang="ko-KR" dirty="0"/>
              <a:t>Concept : </a:t>
            </a:r>
            <a:r>
              <a:rPr lang="ko-KR" altLang="en-US" dirty="0"/>
              <a:t>목표배당형 사모펀드</a:t>
            </a:r>
            <a:endParaRPr lang="ko-KR" altLang="en-US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2415DC9-D315-B9A2-E99D-2647D6AC209E}"/>
              </a:ext>
            </a:extLst>
          </p:cNvPr>
          <p:cNvGrpSpPr/>
          <p:nvPr/>
        </p:nvGrpSpPr>
        <p:grpSpPr>
          <a:xfrm>
            <a:off x="519764" y="1070447"/>
            <a:ext cx="1905490" cy="215444"/>
            <a:chOff x="606854" y="1349121"/>
            <a:chExt cx="1905490" cy="21544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9B3DF1C-A911-B197-633D-E916FE95816C}"/>
                </a:ext>
              </a:extLst>
            </p:cNvPr>
            <p:cNvSpPr txBox="1"/>
            <p:nvPr/>
          </p:nvSpPr>
          <p:spPr>
            <a:xfrm>
              <a:off x="717861" y="1349121"/>
              <a:ext cx="179448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870" tIns="0" rIns="3687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80" normalizeH="0" baseline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</a:defRPr>
              </a:lvl1pPr>
            </a:lstStyle>
            <a:p>
              <a:pPr>
                <a:spcBef>
                  <a:spcPct val="20000"/>
                </a:spcBef>
                <a:defRPr/>
              </a:pPr>
              <a:r>
                <a:rPr lang="ko-KR" altLang="en-US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목표 타겟 수익률 </a:t>
              </a:r>
              <a:r>
                <a:rPr lang="en-US" altLang="ko-KR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: </a:t>
              </a:r>
              <a:r>
                <a:rPr lang="en-US" altLang="ko-KR" sz="1400" spc="0" dirty="0">
                  <a:solidFill>
                    <a:schemeClr val="accent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15%</a:t>
              </a:r>
              <a:endParaRPr lang="ko-KR" altLang="en-US" sz="1400" spc="0" dirty="0">
                <a:solidFill>
                  <a:schemeClr val="accent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0C98EDC-6049-CDC0-6F7D-175F6E6EBCA6}"/>
                </a:ext>
              </a:extLst>
            </p:cNvPr>
            <p:cNvGrpSpPr/>
            <p:nvPr/>
          </p:nvGrpSpPr>
          <p:grpSpPr>
            <a:xfrm>
              <a:off x="606854" y="1363752"/>
              <a:ext cx="74529" cy="180147"/>
              <a:chOff x="606854" y="1363752"/>
              <a:chExt cx="74529" cy="180147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F388A4F7-EF35-BB00-12CF-FDF8F87079A1}"/>
                  </a:ext>
                </a:extLst>
              </p:cNvPr>
              <p:cNvSpPr/>
              <p:nvPr/>
            </p:nvSpPr>
            <p:spPr>
              <a:xfrm>
                <a:off x="606854" y="1363752"/>
                <a:ext cx="74529" cy="7452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B276AC9-6803-7989-A73E-FA38B1CCB18F}"/>
                  </a:ext>
                </a:extLst>
              </p:cNvPr>
              <p:cNvSpPr/>
              <p:nvPr/>
            </p:nvSpPr>
            <p:spPr>
              <a:xfrm>
                <a:off x="606854" y="1469370"/>
                <a:ext cx="74529" cy="74529"/>
              </a:xfrm>
              <a:prstGeom prst="rect">
                <a:avLst/>
              </a:prstGeom>
              <a:solidFill>
                <a:srgbClr val="043B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2E48BB2-0AD5-2932-C84C-1E4F222F7A64}"/>
              </a:ext>
            </a:extLst>
          </p:cNvPr>
          <p:cNvGrpSpPr/>
          <p:nvPr/>
        </p:nvGrpSpPr>
        <p:grpSpPr>
          <a:xfrm>
            <a:off x="519764" y="1431873"/>
            <a:ext cx="4542429" cy="215444"/>
            <a:chOff x="606854" y="1349121"/>
            <a:chExt cx="4542429" cy="21544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B3941E-9D57-EADA-AE12-BB16DE54EEF1}"/>
                </a:ext>
              </a:extLst>
            </p:cNvPr>
            <p:cNvSpPr txBox="1"/>
            <p:nvPr/>
          </p:nvSpPr>
          <p:spPr>
            <a:xfrm>
              <a:off x="717861" y="1349121"/>
              <a:ext cx="443142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870" tIns="0" rIns="3687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80" normalizeH="0" baseline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</a:defRPr>
              </a:lvl1pPr>
            </a:lstStyle>
            <a:p>
              <a:pPr>
                <a:spcBef>
                  <a:spcPct val="20000"/>
                </a:spcBef>
                <a:defRPr/>
              </a:pPr>
              <a:r>
                <a:rPr lang="ko-KR" altLang="en-US" sz="1400" spc="0" dirty="0">
                  <a:solidFill>
                    <a:schemeClr val="tx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목표 타겟 달성 이후 분배 후 원금 재운용 </a:t>
              </a:r>
              <a:r>
                <a:rPr lang="en-US" altLang="ko-KR" sz="1400" spc="0" dirty="0">
                  <a:solidFill>
                    <a:schemeClr val="tx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— </a:t>
              </a:r>
              <a:r>
                <a:rPr lang="ko-KR" altLang="en-US" sz="1400" spc="0" dirty="0">
                  <a:solidFill>
                    <a:schemeClr val="tx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수익 확정의 반복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2902799-2D8E-1353-8CA6-4AFD3C9512FD}"/>
                </a:ext>
              </a:extLst>
            </p:cNvPr>
            <p:cNvGrpSpPr/>
            <p:nvPr/>
          </p:nvGrpSpPr>
          <p:grpSpPr>
            <a:xfrm>
              <a:off x="606854" y="1363752"/>
              <a:ext cx="74529" cy="180147"/>
              <a:chOff x="606854" y="1363752"/>
              <a:chExt cx="74529" cy="180147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E1004F45-E7B4-18B6-0BB5-EDB5C874DA78}"/>
                  </a:ext>
                </a:extLst>
              </p:cNvPr>
              <p:cNvSpPr/>
              <p:nvPr/>
            </p:nvSpPr>
            <p:spPr>
              <a:xfrm>
                <a:off x="606854" y="1363752"/>
                <a:ext cx="74529" cy="7452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C4A03984-F7B6-3BC9-5E24-A99D56DCD797}"/>
                  </a:ext>
                </a:extLst>
              </p:cNvPr>
              <p:cNvSpPr/>
              <p:nvPr/>
            </p:nvSpPr>
            <p:spPr>
              <a:xfrm>
                <a:off x="606854" y="1469370"/>
                <a:ext cx="74529" cy="74529"/>
              </a:xfrm>
              <a:prstGeom prst="rect">
                <a:avLst/>
              </a:prstGeom>
              <a:solidFill>
                <a:srgbClr val="043B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E84BA2-95F6-8F65-76BE-10B5596225D8}"/>
              </a:ext>
            </a:extLst>
          </p:cNvPr>
          <p:cNvSpPr/>
          <p:nvPr/>
        </p:nvSpPr>
        <p:spPr>
          <a:xfrm>
            <a:off x="2208276" y="2889504"/>
            <a:ext cx="5486400" cy="30540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ore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18BBC3-314E-F385-91ED-447E7470FFB2}"/>
              </a:ext>
            </a:extLst>
          </p:cNvPr>
          <p:cNvSpPr/>
          <p:nvPr/>
        </p:nvSpPr>
        <p:spPr>
          <a:xfrm>
            <a:off x="2208276" y="2539998"/>
            <a:ext cx="5486400" cy="341312"/>
          </a:xfrm>
          <a:prstGeom prst="rect">
            <a:avLst/>
          </a:prstGeom>
          <a:solidFill>
            <a:srgbClr val="043B72"/>
          </a:solidFill>
          <a:ln w="3175" cap="flat" cmpd="sng" algn="ctr">
            <a:solidFill>
              <a:srgbClr val="043B72"/>
            </a:solidFill>
            <a:prstDash val="solid"/>
            <a:miter lim="800000"/>
          </a:ln>
          <a:effectLst/>
        </p:spPr>
        <p:txBody>
          <a:bodyPr lIns="0" rIns="0" anchor="ctr"/>
          <a:lstStyle/>
          <a:p>
            <a:pPr algn="ctr" defTabSz="914400"/>
            <a:r>
              <a:rPr lang="ko-KR" altLang="en-US" sz="14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변동성전략 펀드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8C70CEE-7852-1CE4-3BD9-22C7897F4B92}"/>
              </a:ext>
            </a:extLst>
          </p:cNvPr>
          <p:cNvGrpSpPr/>
          <p:nvPr/>
        </p:nvGrpSpPr>
        <p:grpSpPr>
          <a:xfrm>
            <a:off x="519762" y="1799426"/>
            <a:ext cx="8101096" cy="215444"/>
            <a:chOff x="606854" y="1349121"/>
            <a:chExt cx="8101096" cy="21544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D1D056-E935-B420-6117-1566BB15DFD3}"/>
                </a:ext>
              </a:extLst>
            </p:cNvPr>
            <p:cNvSpPr txBox="1"/>
            <p:nvPr/>
          </p:nvSpPr>
          <p:spPr>
            <a:xfrm>
              <a:off x="717861" y="1349121"/>
              <a:ext cx="799008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870" tIns="0" rIns="3687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80" normalizeH="0" baseline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</a:defRPr>
              </a:lvl1pPr>
            </a:lstStyle>
            <a:p>
              <a:pPr>
                <a:spcBef>
                  <a:spcPct val="20000"/>
                </a:spcBef>
                <a:defRPr/>
              </a:pPr>
              <a:r>
                <a:rPr lang="ko-KR" altLang="en-US" sz="1400" spc="0" dirty="0">
                  <a:solidFill>
                    <a:schemeClr val="accent6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시뮬레이션(1만경로·σ60%·1년) 만기 지수 구간별 펀드 수익률 평균 · 지수 -30%에서 -7%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5BD946C6-B65C-D477-B626-E27DE1EBF0D8}"/>
                </a:ext>
              </a:extLst>
            </p:cNvPr>
            <p:cNvGrpSpPr/>
            <p:nvPr/>
          </p:nvGrpSpPr>
          <p:grpSpPr>
            <a:xfrm>
              <a:off x="606854" y="1363752"/>
              <a:ext cx="74529" cy="180147"/>
              <a:chOff x="606854" y="1363752"/>
              <a:chExt cx="74529" cy="180147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570126E6-4077-ADDF-E5ED-3168C8AD8EA3}"/>
                  </a:ext>
                </a:extLst>
              </p:cNvPr>
              <p:cNvSpPr/>
              <p:nvPr/>
            </p:nvSpPr>
            <p:spPr>
              <a:xfrm>
                <a:off x="606854" y="1363752"/>
                <a:ext cx="74529" cy="7452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F0C3DC22-F014-C826-33BC-D385461F704F}"/>
                  </a:ext>
                </a:extLst>
              </p:cNvPr>
              <p:cNvSpPr/>
              <p:nvPr/>
            </p:nvSpPr>
            <p:spPr>
              <a:xfrm>
                <a:off x="606854" y="1469370"/>
                <a:ext cx="74529" cy="74529"/>
              </a:xfrm>
              <a:prstGeom prst="rect">
                <a:avLst/>
              </a:prstGeom>
              <a:solidFill>
                <a:srgbClr val="043B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pic>
        <p:nvPicPr>
          <p:cNvPr id="39" name="P4방어카드" descr="s_P2방어카드_안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3132058"/>
            <a:ext cx="5212080" cy="256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39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828FD-6F1C-268E-A32D-2016F8C0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그룹 49">
            <a:extLst>
              <a:ext uri="{FF2B5EF4-FFF2-40B4-BE49-F238E27FC236}">
                <a16:creationId xmlns:a16="http://schemas.microsoft.com/office/drawing/2014/main" id="{9E30B67F-B0B3-0B43-62B5-DCA2DD5BC53A}"/>
              </a:ext>
            </a:extLst>
          </p:cNvPr>
          <p:cNvGrpSpPr/>
          <p:nvPr/>
        </p:nvGrpSpPr>
        <p:grpSpPr>
          <a:xfrm>
            <a:off x="470542" y="1544072"/>
            <a:ext cx="8951369" cy="4719749"/>
            <a:chOff x="503248" y="2193230"/>
            <a:chExt cx="9662419" cy="4719749"/>
          </a:xfrm>
        </p:grpSpPr>
        <p:sp>
          <p:nvSpPr>
            <p:cNvPr id="51" name="자유형 27">
              <a:extLst>
                <a:ext uri="{FF2B5EF4-FFF2-40B4-BE49-F238E27FC236}">
                  <a16:creationId xmlns:a16="http://schemas.microsoft.com/office/drawing/2014/main" id="{4D03192A-DB8F-C80A-6501-01001C792883}"/>
                </a:ext>
              </a:extLst>
            </p:cNvPr>
            <p:cNvSpPr/>
            <p:nvPr/>
          </p:nvSpPr>
          <p:spPr>
            <a:xfrm flipH="1">
              <a:off x="1176703" y="3024547"/>
              <a:ext cx="8321073" cy="756084"/>
            </a:xfrm>
            <a:custGeom>
              <a:avLst/>
              <a:gdLst>
                <a:gd name="connsiteX0" fmla="*/ 4501048 w 8993927"/>
                <a:gd name="connsiteY0" fmla="*/ 0 h 1234996"/>
                <a:gd name="connsiteX1" fmla="*/ 4496964 w 8993927"/>
                <a:gd name="connsiteY1" fmla="*/ 3284 h 1234996"/>
                <a:gd name="connsiteX2" fmla="*/ 4492879 w 8993927"/>
                <a:gd name="connsiteY2" fmla="*/ 0 h 1234996"/>
                <a:gd name="connsiteX3" fmla="*/ 4492879 w 8993927"/>
                <a:gd name="connsiteY3" fmla="*/ 6568 h 1234996"/>
                <a:gd name="connsiteX4" fmla="*/ 4330935 w 8993927"/>
                <a:gd name="connsiteY4" fmla="*/ 136765 h 1234996"/>
                <a:gd name="connsiteX5" fmla="*/ 0 w 8993927"/>
                <a:gd name="connsiteY5" fmla="*/ 1234996 h 1234996"/>
                <a:gd name="connsiteX6" fmla="*/ 4492879 w 8993927"/>
                <a:gd name="connsiteY6" fmla="*/ 1234996 h 1234996"/>
                <a:gd name="connsiteX7" fmla="*/ 4501048 w 8993927"/>
                <a:gd name="connsiteY7" fmla="*/ 1234996 h 1234996"/>
                <a:gd name="connsiteX8" fmla="*/ 8993927 w 8993927"/>
                <a:gd name="connsiteY8" fmla="*/ 1234996 h 1234996"/>
                <a:gd name="connsiteX9" fmla="*/ 4662992 w 8993927"/>
                <a:gd name="connsiteY9" fmla="*/ 136765 h 1234996"/>
                <a:gd name="connsiteX10" fmla="*/ 4501048 w 8993927"/>
                <a:gd name="connsiteY10" fmla="*/ 6568 h 123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93927" h="1234996">
                  <a:moveTo>
                    <a:pt x="4501048" y="0"/>
                  </a:moveTo>
                  <a:lnTo>
                    <a:pt x="4496964" y="3284"/>
                  </a:lnTo>
                  <a:lnTo>
                    <a:pt x="4492879" y="0"/>
                  </a:lnTo>
                  <a:lnTo>
                    <a:pt x="4492879" y="6568"/>
                  </a:lnTo>
                  <a:lnTo>
                    <a:pt x="4330935" y="136765"/>
                  </a:lnTo>
                  <a:cubicBezTo>
                    <a:pt x="3407723" y="797243"/>
                    <a:pt x="1430390" y="1110998"/>
                    <a:pt x="0" y="1234996"/>
                  </a:cubicBezTo>
                  <a:lnTo>
                    <a:pt x="4492879" y="1234996"/>
                  </a:lnTo>
                  <a:lnTo>
                    <a:pt x="4501048" y="1234996"/>
                  </a:lnTo>
                  <a:lnTo>
                    <a:pt x="8993927" y="1234996"/>
                  </a:lnTo>
                  <a:cubicBezTo>
                    <a:pt x="7563537" y="1110998"/>
                    <a:pt x="5586204" y="797243"/>
                    <a:pt x="4662992" y="136765"/>
                  </a:cubicBezTo>
                  <a:lnTo>
                    <a:pt x="4501048" y="656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176" tIns="45588" rIns="91176" bIns="45588" rtlCol="0" anchor="ctr"/>
            <a:lstStyle/>
            <a:p>
              <a:pPr algn="ctr"/>
              <a:endParaRPr lang="ko-KR" altLang="en-US" dirty="0">
                <a:latin typeface="KoPub돋움체_Pro Light" panose="02020603020101020101" pitchFamily="18" charset="-127"/>
                <a:ea typeface="KoPub돋움체_Pro Light" panose="02020603020101020101" pitchFamily="18" charset="-127"/>
              </a:endParaRPr>
            </a:p>
          </p:txBody>
        </p:sp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ADF44295-23FE-6B70-C8B9-5E2517F93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762" y="6144881"/>
              <a:ext cx="9521971" cy="768098"/>
            </a:xfrm>
            <a:prstGeom prst="rect">
              <a:avLst/>
            </a:prstGeom>
          </p:spPr>
        </p:pic>
        <p:sp>
          <p:nvSpPr>
            <p:cNvPr id="57" name="사각형: 둥근 모서리 6">
              <a:extLst>
                <a:ext uri="{FF2B5EF4-FFF2-40B4-BE49-F238E27FC236}">
                  <a16:creationId xmlns:a16="http://schemas.microsoft.com/office/drawing/2014/main" id="{6CA969F9-0881-E286-9088-351E5B663DD7}"/>
                </a:ext>
              </a:extLst>
            </p:cNvPr>
            <p:cNvSpPr>
              <a:spLocks/>
            </p:cNvSpPr>
            <p:nvPr/>
          </p:nvSpPr>
          <p:spPr>
            <a:xfrm>
              <a:off x="3495655" y="2279866"/>
              <a:ext cx="3727490" cy="684901"/>
            </a:xfrm>
            <a:prstGeom prst="roundRect">
              <a:avLst>
                <a:gd name="adj" fmla="val 8404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anchor="ctr" anchorCtr="1">
              <a:noAutofit/>
            </a:bodyPr>
            <a:lstStyle/>
            <a:p>
              <a:pPr lvl="0" algn="ctr">
                <a:defRPr/>
              </a:pPr>
              <a:r>
                <a:rPr lang="ko-KR" altLang="en-US" sz="2800" dirty="0" err="1">
                  <a:ln>
                    <a:solidFill>
                      <a:srgbClr val="CC0066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_Pro Bold" panose="02020603020101020101" pitchFamily="18" charset="-127"/>
                  <a:ea typeface="KoPub돋움체_Pro Bold" panose="02020603020101020101" pitchFamily="18" charset="-127"/>
                </a:rPr>
                <a:t>역대급</a:t>
              </a:r>
              <a:r>
                <a:rPr lang="ko-KR" altLang="en-US" sz="2800" dirty="0">
                  <a:ln>
                    <a:solidFill>
                      <a:srgbClr val="CC0066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_Pro Bold" panose="02020603020101020101" pitchFamily="18" charset="-127"/>
                  <a:ea typeface="KoPub돋움체_Pro Bold" panose="02020603020101020101" pitchFamily="18" charset="-127"/>
                </a:rPr>
                <a:t> 변동성 시장  </a:t>
              </a:r>
              <a:endParaRPr lang="en-US" altLang="ko-KR" sz="2800" dirty="0">
                <a:ln>
                  <a:solidFill>
                    <a:srgbClr val="CC0066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6F496B44-9076-95A9-CA4E-C7086D9B7926}"/>
                </a:ext>
              </a:extLst>
            </p:cNvPr>
            <p:cNvGrpSpPr/>
            <p:nvPr/>
          </p:nvGrpSpPr>
          <p:grpSpPr>
            <a:xfrm>
              <a:off x="5436415" y="3671053"/>
              <a:ext cx="4729252" cy="2953894"/>
              <a:chOff x="4667393" y="3195506"/>
              <a:chExt cx="5979170" cy="3445422"/>
            </a:xfrm>
          </p:grpSpPr>
          <p:sp>
            <p:nvSpPr>
              <p:cNvPr id="76" name="사각형: 둥근 모서리 9">
                <a:extLst>
                  <a:ext uri="{FF2B5EF4-FFF2-40B4-BE49-F238E27FC236}">
                    <a16:creationId xmlns:a16="http://schemas.microsoft.com/office/drawing/2014/main" id="{E20008AE-A616-8ABC-272E-A085AFCEE47A}"/>
                  </a:ext>
                </a:extLst>
              </p:cNvPr>
              <p:cNvSpPr/>
              <p:nvPr/>
            </p:nvSpPr>
            <p:spPr>
              <a:xfrm>
                <a:off x="4676940" y="3195506"/>
                <a:ext cx="2880000" cy="3445422"/>
              </a:xfrm>
              <a:prstGeom prst="roundRect">
                <a:avLst>
                  <a:gd name="adj" fmla="val 2896"/>
                </a:avLst>
              </a:prstGeom>
              <a:solidFill>
                <a:schemeClr val="bg1"/>
              </a:solidFill>
              <a:ln w="3175">
                <a:solidFill>
                  <a:srgbClr val="7F7F7F"/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KoPub돋움체_Pro Light" panose="02020603020101020101" pitchFamily="18" charset="-127"/>
                  <a:ea typeface="KoPub돋움체_Pro Light" panose="02020603020101020101" pitchFamily="18" charset="-127"/>
                </a:endParaRPr>
              </a:p>
            </p:txBody>
          </p: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4672BAE7-5646-C4FA-1918-B7817AAFDE60}"/>
                  </a:ext>
                </a:extLst>
              </p:cNvPr>
              <p:cNvSpPr/>
              <p:nvPr/>
            </p:nvSpPr>
            <p:spPr>
              <a:xfrm>
                <a:off x="4667393" y="4062404"/>
                <a:ext cx="2887074" cy="457713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marL="0" lvl="1" algn="ctr" latinLnBrk="0">
                  <a:buClr>
                    <a:schemeClr val="tx1">
                      <a:lumMod val="75000"/>
                      <a:lumOff val="25000"/>
                    </a:schemeClr>
                  </a:buClr>
                  <a:buSzPct val="80000"/>
                  <a:tabLst>
                    <a:tab pos="510291" algn="l"/>
                    <a:tab pos="1020582" algn="l"/>
                    <a:tab pos="1534045" algn="l"/>
                    <a:tab pos="2044336" algn="l"/>
                    <a:tab pos="2554626" algn="l"/>
                    <a:tab pos="3066504" algn="l"/>
                    <a:tab pos="3576795" algn="l"/>
                    <a:tab pos="4088674" algn="l"/>
                    <a:tab pos="4600551" algn="l"/>
                    <a:tab pos="5110842" algn="l"/>
                    <a:tab pos="5622719" algn="l"/>
                    <a:tab pos="6644887" algn="l"/>
                    <a:tab pos="7156762" algn="l"/>
                    <a:tab pos="7667054" algn="l"/>
                    <a:tab pos="8177344" algn="l"/>
                    <a:tab pos="8689224" algn="l"/>
                    <a:tab pos="9201096" algn="l"/>
                    <a:tab pos="9711389" algn="l"/>
                    <a:tab pos="10223267" algn="l"/>
                    <a:tab pos="10733559" algn="l"/>
                    <a:tab pos="11245434" algn="l"/>
                    <a:tab pos="11757310" algn="l"/>
                    <a:tab pos="12267602" algn="l"/>
                    <a:tab pos="12779478" algn="l"/>
                    <a:tab pos="13289772" algn="l"/>
                    <a:tab pos="13800064" algn="l"/>
                    <a:tab pos="14313521" algn="l"/>
                    <a:tab pos="14823814" algn="l"/>
                    <a:tab pos="15334107" algn="l"/>
                    <a:tab pos="15845985" algn="l"/>
                    <a:tab pos="16356275" algn="l"/>
                  </a:tabLst>
                </a:pPr>
                <a:r>
                  <a:rPr lang="ko-KR" altLang="en-US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외국인 매도 </a:t>
                </a:r>
                <a:r>
                  <a:rPr lang="en-US" altLang="ko-KR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vs </a:t>
                </a:r>
                <a:r>
                  <a:rPr lang="ko-KR" altLang="en-US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개인 매수 </a:t>
                </a:r>
                <a:r>
                  <a:rPr lang="en-US" altLang="ko-KR" sz="105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(26.1.2~26.07.31 </a:t>
                </a:r>
                <a:r>
                  <a:rPr lang="ko-KR" altLang="en-US" sz="105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누적</a:t>
                </a:r>
                <a:r>
                  <a:rPr lang="en-US" altLang="ko-KR" sz="105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)</a:t>
                </a:r>
                <a:endParaRPr lang="ko-KR" altLang="en-US" sz="1500" dirty="0">
                  <a:ln>
                    <a:solidFill>
                      <a:srgbClr val="5AB5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_Pro Medium" pitchFamily="18" charset="-127"/>
                  <a:ea typeface="KoPub돋움체_Pro Medium" pitchFamily="18" charset="-127"/>
                </a:endParaRPr>
              </a:p>
            </p:txBody>
          </p:sp>
          <p:sp>
            <p:nvSpPr>
              <p:cNvPr id="78" name="Rectangle 54">
                <a:extLst>
                  <a:ext uri="{FF2B5EF4-FFF2-40B4-BE49-F238E27FC236}">
                    <a16:creationId xmlns:a16="http://schemas.microsoft.com/office/drawing/2014/main" id="{4C282153-7906-06E4-D4C5-D5636D6519B1}"/>
                  </a:ext>
                </a:extLst>
              </p:cNvPr>
              <p:cNvSpPr/>
              <p:nvPr/>
            </p:nvSpPr>
            <p:spPr>
              <a:xfrm>
                <a:off x="4674464" y="3421145"/>
                <a:ext cx="2879998" cy="430789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/>
                <a:r>
                  <a:rPr lang="ko-KR" altLang="en-US" sz="24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latin typeface="KoPub돋움체_Pro Bold" panose="02020603020101020101" pitchFamily="18" charset="-127"/>
                    <a:ea typeface="KoPub돋움체_Pro Bold" panose="02020603020101020101" pitchFamily="18" charset="-127"/>
                    <a:cs typeface="Droid Sans Fallback" pitchFamily="50" charset="-127"/>
                  </a:rPr>
                  <a:t>수급</a:t>
                </a:r>
              </a:p>
            </p:txBody>
          </p:sp>
          <p:sp>
            <p:nvSpPr>
              <p:cNvPr id="26" name="사각형: 둥근 모서리 9">
                <a:extLst>
                  <a:ext uri="{FF2B5EF4-FFF2-40B4-BE49-F238E27FC236}">
                    <a16:creationId xmlns:a16="http://schemas.microsoft.com/office/drawing/2014/main" id="{A8203C25-2519-B1D5-182A-4091F85AADFC}"/>
                  </a:ext>
                </a:extLst>
              </p:cNvPr>
              <p:cNvSpPr/>
              <p:nvPr/>
            </p:nvSpPr>
            <p:spPr>
              <a:xfrm>
                <a:off x="7759489" y="3195506"/>
                <a:ext cx="2880000" cy="3445422"/>
              </a:xfrm>
              <a:prstGeom prst="roundRect">
                <a:avLst>
                  <a:gd name="adj" fmla="val 2896"/>
                </a:avLst>
              </a:prstGeom>
              <a:solidFill>
                <a:schemeClr val="bg1"/>
              </a:solidFill>
              <a:ln w="3175">
                <a:solidFill>
                  <a:srgbClr val="7F7F7F"/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KoPub돋움체_Pro Light" panose="02020603020101020101" pitchFamily="18" charset="-127"/>
                  <a:ea typeface="KoPub돋움체_Pro Light" panose="02020603020101020101" pitchFamily="18" charset="-127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8B7B81D3-80BE-50EF-25E0-C7E52A540B23}"/>
                  </a:ext>
                </a:extLst>
              </p:cNvPr>
              <p:cNvSpPr/>
              <p:nvPr/>
            </p:nvSpPr>
            <p:spPr>
              <a:xfrm>
                <a:off x="7759487" y="4022018"/>
                <a:ext cx="2887076" cy="53848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marL="0" lvl="1" algn="ctr" latinLnBrk="0">
                  <a:buClr>
                    <a:schemeClr val="tx1">
                      <a:lumMod val="75000"/>
                      <a:lumOff val="25000"/>
                    </a:schemeClr>
                  </a:buClr>
                  <a:buSzPct val="80000"/>
                  <a:tabLst>
                    <a:tab pos="510291" algn="l"/>
                    <a:tab pos="1020582" algn="l"/>
                    <a:tab pos="1534045" algn="l"/>
                    <a:tab pos="2044336" algn="l"/>
                    <a:tab pos="2554626" algn="l"/>
                    <a:tab pos="3066504" algn="l"/>
                    <a:tab pos="3576795" algn="l"/>
                    <a:tab pos="4088674" algn="l"/>
                    <a:tab pos="4600551" algn="l"/>
                    <a:tab pos="5110842" algn="l"/>
                    <a:tab pos="5622719" algn="l"/>
                    <a:tab pos="6644887" algn="l"/>
                    <a:tab pos="7156762" algn="l"/>
                    <a:tab pos="7667054" algn="l"/>
                    <a:tab pos="8177344" algn="l"/>
                    <a:tab pos="8689224" algn="l"/>
                    <a:tab pos="9201096" algn="l"/>
                    <a:tab pos="9711389" algn="l"/>
                    <a:tab pos="10223267" algn="l"/>
                    <a:tab pos="10733559" algn="l"/>
                    <a:tab pos="11245434" algn="l"/>
                    <a:tab pos="11757310" algn="l"/>
                    <a:tab pos="12267602" algn="l"/>
                    <a:tab pos="12779478" algn="l"/>
                    <a:tab pos="13289772" algn="l"/>
                    <a:tab pos="13800064" algn="l"/>
                    <a:tab pos="14313521" algn="l"/>
                    <a:tab pos="14823814" algn="l"/>
                    <a:tab pos="15334107" algn="l"/>
                    <a:tab pos="15845985" algn="l"/>
                    <a:tab pos="16356275" algn="l"/>
                  </a:tabLst>
                </a:pPr>
                <a:r>
                  <a:rPr lang="ko-KR" altLang="en-US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본주 </a:t>
                </a:r>
                <a:r>
                  <a:rPr lang="en-US" altLang="ko-KR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vs </a:t>
                </a:r>
                <a:r>
                  <a:rPr lang="ko-KR" altLang="en-US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레버리지 </a:t>
                </a:r>
                <a:r>
                  <a:rPr lang="en-US" altLang="ko-KR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ETF </a:t>
                </a:r>
                <a:r>
                  <a:rPr lang="ko-KR" altLang="en-US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수익률</a:t>
                </a:r>
                <a:r>
                  <a:rPr lang="en-US" altLang="ko-KR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·</a:t>
                </a:r>
                <a:r>
                  <a:rPr lang="ko-KR" altLang="en-US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거래대금</a:t>
                </a:r>
                <a:endParaRPr lang="en-US" altLang="ko-KR" sz="1500" dirty="0">
                  <a:ln>
                    <a:solidFill>
                      <a:srgbClr val="5AB5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_Pro Medium" pitchFamily="18" charset="-127"/>
                  <a:ea typeface="KoPub돋움체_Pro Medium" pitchFamily="18" charset="-127"/>
                </a:endParaRPr>
              </a:p>
            </p:txBody>
          </p:sp>
          <p:sp>
            <p:nvSpPr>
              <p:cNvPr id="29" name="Rectangle 54">
                <a:extLst>
                  <a:ext uri="{FF2B5EF4-FFF2-40B4-BE49-F238E27FC236}">
                    <a16:creationId xmlns:a16="http://schemas.microsoft.com/office/drawing/2014/main" id="{4D7DB62B-5B0E-232A-EC3B-3A3EBA95878D}"/>
                  </a:ext>
                </a:extLst>
              </p:cNvPr>
              <p:cNvSpPr/>
              <p:nvPr/>
            </p:nvSpPr>
            <p:spPr>
              <a:xfrm>
                <a:off x="7766563" y="3421145"/>
                <a:ext cx="2880000" cy="430789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/>
                <a:r>
                  <a:rPr lang="ko-KR" altLang="en-US" sz="24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latin typeface="KoPub돋움체_Pro Bold" panose="02020603020101020101" pitchFamily="18" charset="-127"/>
                    <a:ea typeface="KoPub돋움체_Pro Bold" panose="02020603020101020101" pitchFamily="18" charset="-127"/>
                    <a:cs typeface="Droid Sans Fallback" pitchFamily="50" charset="-127"/>
                  </a:rPr>
                  <a:t>레버리지 거래량</a:t>
                </a: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A09DE34B-C00A-8FC2-E213-20A5E7853FDF}"/>
                </a:ext>
              </a:extLst>
            </p:cNvPr>
            <p:cNvGrpSpPr/>
            <p:nvPr/>
          </p:nvGrpSpPr>
          <p:grpSpPr>
            <a:xfrm>
              <a:off x="503248" y="3666963"/>
              <a:ext cx="2295925" cy="2929248"/>
              <a:chOff x="173995" y="3195506"/>
              <a:chExt cx="2902721" cy="3416675"/>
            </a:xfrm>
          </p:grpSpPr>
          <p:sp>
            <p:nvSpPr>
              <p:cNvPr id="71" name="사각형: 둥근 모서리 15">
                <a:extLst>
                  <a:ext uri="{FF2B5EF4-FFF2-40B4-BE49-F238E27FC236}">
                    <a16:creationId xmlns:a16="http://schemas.microsoft.com/office/drawing/2014/main" id="{58692E34-CEE5-A428-9A2E-14B506AD6657}"/>
                  </a:ext>
                </a:extLst>
              </p:cNvPr>
              <p:cNvSpPr/>
              <p:nvPr/>
            </p:nvSpPr>
            <p:spPr>
              <a:xfrm>
                <a:off x="173995" y="3195506"/>
                <a:ext cx="2880000" cy="3416675"/>
              </a:xfrm>
              <a:prstGeom prst="roundRect">
                <a:avLst>
                  <a:gd name="adj" fmla="val 4809"/>
                </a:avLst>
              </a:prstGeom>
              <a:solidFill>
                <a:schemeClr val="bg1"/>
              </a:solidFill>
              <a:ln w="3175">
                <a:solidFill>
                  <a:srgbClr val="7F7F7F"/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KoPub돋움체_Pro Light" panose="02020603020101020101" pitchFamily="18" charset="-127"/>
                  <a:ea typeface="KoPub돋움체_Pro Light" panose="02020603020101020101" pitchFamily="18" charset="-127"/>
                </a:endParaRPr>
              </a:p>
            </p:txBody>
          </p:sp>
          <p:sp>
            <p:nvSpPr>
              <p:cNvPr id="73" name="Rectangle 54">
                <a:extLst>
                  <a:ext uri="{FF2B5EF4-FFF2-40B4-BE49-F238E27FC236}">
                    <a16:creationId xmlns:a16="http://schemas.microsoft.com/office/drawing/2014/main" id="{AB4421C4-763F-8F7E-8C26-94F14641EAC5}"/>
                  </a:ext>
                </a:extLst>
              </p:cNvPr>
              <p:cNvSpPr/>
              <p:nvPr/>
            </p:nvSpPr>
            <p:spPr>
              <a:xfrm>
                <a:off x="209487" y="3421145"/>
                <a:ext cx="2867223" cy="430789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ko-KR" altLang="en-US" sz="24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latin typeface="KoPub돋움체_Pro Bold" panose="02020603020101020101" pitchFamily="18" charset="-127"/>
                    <a:ea typeface="KoPub돋움체_Pro Bold" panose="02020603020101020101" pitchFamily="18" charset="-127"/>
                  </a:rPr>
                  <a:t>실적</a:t>
                </a: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C7805980-6DDD-1EB6-4E1F-98C7E4F43C21}"/>
                  </a:ext>
                </a:extLst>
              </p:cNvPr>
              <p:cNvSpPr/>
              <p:nvPr/>
            </p:nvSpPr>
            <p:spPr>
              <a:xfrm>
                <a:off x="196716" y="4166703"/>
                <a:ext cx="2880000" cy="269242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marL="0" lvl="1" algn="ctr" latinLnBrk="0">
                  <a:buClr>
                    <a:schemeClr val="tx1">
                      <a:lumMod val="75000"/>
                      <a:lumOff val="25000"/>
                    </a:schemeClr>
                  </a:buClr>
                  <a:buSzPct val="80000"/>
                  <a:tabLst>
                    <a:tab pos="510291" algn="l"/>
                    <a:tab pos="1020582" algn="l"/>
                    <a:tab pos="1534045" algn="l"/>
                    <a:tab pos="2044336" algn="l"/>
                    <a:tab pos="2554626" algn="l"/>
                    <a:tab pos="3066504" algn="l"/>
                    <a:tab pos="3576795" algn="l"/>
                    <a:tab pos="4088674" algn="l"/>
                    <a:tab pos="4600551" algn="l"/>
                    <a:tab pos="5110842" algn="l"/>
                    <a:tab pos="5622719" algn="l"/>
                    <a:tab pos="6644887" algn="l"/>
                    <a:tab pos="7156762" algn="l"/>
                    <a:tab pos="7667054" algn="l"/>
                    <a:tab pos="8177344" algn="l"/>
                    <a:tab pos="8689224" algn="l"/>
                    <a:tab pos="9201096" algn="l"/>
                    <a:tab pos="9711389" algn="l"/>
                    <a:tab pos="10223267" algn="l"/>
                    <a:tab pos="10733559" algn="l"/>
                    <a:tab pos="11245434" algn="l"/>
                    <a:tab pos="11757310" algn="l"/>
                    <a:tab pos="12267602" algn="l"/>
                    <a:tab pos="12779478" algn="l"/>
                    <a:tab pos="13289772" algn="l"/>
                    <a:tab pos="13800064" algn="l"/>
                    <a:tab pos="14313521" algn="l"/>
                    <a:tab pos="14823814" algn="l"/>
                    <a:tab pos="15334107" algn="l"/>
                    <a:tab pos="15845985" algn="l"/>
                    <a:tab pos="16356275" algn="l"/>
                  </a:tabLst>
                </a:pPr>
                <a:r>
                  <a:rPr lang="ko-KR" altLang="en-US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분기 영업이익</a:t>
                </a:r>
                <a:endParaRPr lang="en-US" altLang="ko-KR" sz="1500" dirty="0">
                  <a:ln>
                    <a:solidFill>
                      <a:srgbClr val="5AB5F1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_Pro Medium" pitchFamily="18" charset="-127"/>
                  <a:ea typeface="KoPub돋움체_Pro Medium" pitchFamily="18" charset="-127"/>
                </a:endParaRPr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97A0B9EC-EF20-6EA3-BFF2-C77C41FF8570}"/>
                </a:ext>
              </a:extLst>
            </p:cNvPr>
            <p:cNvGrpSpPr/>
            <p:nvPr/>
          </p:nvGrpSpPr>
          <p:grpSpPr>
            <a:xfrm>
              <a:off x="2977288" y="3668784"/>
              <a:ext cx="2296578" cy="2940193"/>
              <a:chOff x="2429087" y="3195506"/>
              <a:chExt cx="2903543" cy="3429441"/>
            </a:xfrm>
          </p:grpSpPr>
          <p:sp>
            <p:nvSpPr>
              <p:cNvPr id="65" name="사각형: 둥근 모서리 21">
                <a:extLst>
                  <a:ext uri="{FF2B5EF4-FFF2-40B4-BE49-F238E27FC236}">
                    <a16:creationId xmlns:a16="http://schemas.microsoft.com/office/drawing/2014/main" id="{0D89191C-3121-4700-2AEF-BF5384F630A4}"/>
                  </a:ext>
                </a:extLst>
              </p:cNvPr>
              <p:cNvSpPr/>
              <p:nvPr/>
            </p:nvSpPr>
            <p:spPr>
              <a:xfrm>
                <a:off x="2429913" y="3195506"/>
                <a:ext cx="2880003" cy="3429441"/>
              </a:xfrm>
              <a:prstGeom prst="roundRect">
                <a:avLst>
                  <a:gd name="adj" fmla="val 3661"/>
                </a:avLst>
              </a:prstGeom>
              <a:solidFill>
                <a:schemeClr val="bg1"/>
              </a:solidFill>
              <a:ln w="3175">
                <a:solidFill>
                  <a:srgbClr val="7F7F7F"/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latin typeface="KoPub돋움체_Pro Light" panose="02020603020101020101" pitchFamily="18" charset="-127"/>
                  <a:ea typeface="KoPub돋움체_Pro Light" panose="02020603020101020101" pitchFamily="18" charset="-127"/>
                </a:endParaRPr>
              </a:p>
            </p:txBody>
          </p:sp>
          <p:sp>
            <p:nvSpPr>
              <p:cNvPr id="67" name="Rectangle 54">
                <a:extLst>
                  <a:ext uri="{FF2B5EF4-FFF2-40B4-BE49-F238E27FC236}">
                    <a16:creationId xmlns:a16="http://schemas.microsoft.com/office/drawing/2014/main" id="{466F5EAD-E5F4-077F-BFD5-DC276329E0D5}"/>
                  </a:ext>
                </a:extLst>
              </p:cNvPr>
              <p:cNvSpPr/>
              <p:nvPr/>
            </p:nvSpPr>
            <p:spPr>
              <a:xfrm>
                <a:off x="2429087" y="3421145"/>
                <a:ext cx="2879999" cy="430789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/>
                <a:r>
                  <a:rPr lang="ko-KR" altLang="en-US" sz="24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accent2"/>
                    </a:solidFill>
                    <a:latin typeface="KoPub돋움체_Pro Bold" panose="02020603020101020101" pitchFamily="18" charset="-127"/>
                    <a:ea typeface="KoPub돋움체_Pro Bold" panose="02020603020101020101" pitchFamily="18" charset="-127"/>
                    <a:cs typeface="Droid Sans Fallback" pitchFamily="50" charset="-127"/>
                  </a:rPr>
                  <a:t>밸류에이션 </a:t>
                </a:r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39494786-AFBC-3B68-5E51-0F12AF6B2E27}"/>
                  </a:ext>
                </a:extLst>
              </p:cNvPr>
              <p:cNvSpPr/>
              <p:nvPr/>
            </p:nvSpPr>
            <p:spPr>
              <a:xfrm>
                <a:off x="2452634" y="4156638"/>
                <a:ext cx="2879996" cy="269242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12M </a:t>
                </a:r>
                <a:r>
                  <a:rPr lang="en-US" altLang="ko-KR" sz="1500" dirty="0" err="1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Fwd</a:t>
                </a:r>
                <a:r>
                  <a:rPr lang="en-US" altLang="ko-KR" sz="1500" dirty="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_Pro Medium" pitchFamily="18" charset="-127"/>
                    <a:ea typeface="KoPub돋움체_Pro Medium" pitchFamily="18" charset="-127"/>
                  </a:rPr>
                  <a:t> PER · PBR</a:t>
                </a:r>
              </a:p>
            </p:txBody>
          </p:sp>
        </p:grpSp>
        <p:cxnSp>
          <p:nvCxnSpPr>
            <p:cNvPr id="62" name="연결선: 꺾임 26">
              <a:extLst>
                <a:ext uri="{FF2B5EF4-FFF2-40B4-BE49-F238E27FC236}">
                  <a16:creationId xmlns:a16="http://schemas.microsoft.com/office/drawing/2014/main" id="{47FD09B5-6A5B-AB83-32D8-D6E293B5CE9F}"/>
                </a:ext>
              </a:extLst>
            </p:cNvPr>
            <p:cNvCxnSpPr>
              <a:cxnSpLocks/>
              <a:stCxn id="57" idx="1"/>
              <a:endCxn id="71" idx="0"/>
            </p:cNvCxnSpPr>
            <p:nvPr/>
          </p:nvCxnSpPr>
          <p:spPr>
            <a:xfrm rot="10800000" flipV="1">
              <a:off x="1642227" y="2622317"/>
              <a:ext cx="1853429" cy="1044646"/>
            </a:xfrm>
            <a:prstGeom prst="bentConnector2">
              <a:avLst/>
            </a:prstGeom>
            <a:ln w="3175">
              <a:solidFill>
                <a:srgbClr val="7F7F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27">
              <a:extLst>
                <a:ext uri="{FF2B5EF4-FFF2-40B4-BE49-F238E27FC236}">
                  <a16:creationId xmlns:a16="http://schemas.microsoft.com/office/drawing/2014/main" id="{D76DDBAF-568A-891D-76F1-C7F0FCECD266}"/>
                </a:ext>
              </a:extLst>
            </p:cNvPr>
            <p:cNvCxnSpPr>
              <a:cxnSpLocks/>
              <a:stCxn id="57" idx="3"/>
              <a:endCxn id="26" idx="0"/>
            </p:cNvCxnSpPr>
            <p:nvPr/>
          </p:nvCxnSpPr>
          <p:spPr>
            <a:xfrm>
              <a:off x="7223145" y="2622317"/>
              <a:ext cx="1797953" cy="1048736"/>
            </a:xfrm>
            <a:prstGeom prst="bentConnector2">
              <a:avLst/>
            </a:prstGeom>
            <a:ln w="3175">
              <a:solidFill>
                <a:srgbClr val="7F7F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722F2261-B5EC-5758-B860-4A36504EB06D}"/>
                </a:ext>
              </a:extLst>
            </p:cNvPr>
            <p:cNvSpPr/>
            <p:nvPr/>
          </p:nvSpPr>
          <p:spPr>
            <a:xfrm>
              <a:off x="3474239" y="2193230"/>
              <a:ext cx="3727490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endParaRPr lang="ko-KR" altLang="en-US" sz="3600" dirty="0">
                <a:ln>
                  <a:solidFill>
                    <a:srgbClr val="CC0066">
                      <a:alpha val="0"/>
                    </a:srgbClr>
                  </a:solidFill>
                </a:ln>
                <a:solidFill>
                  <a:srgbClr val="31859C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endParaRPr>
            </a:p>
          </p:txBody>
        </p:sp>
      </p:grpSp>
      <p:sp>
        <p:nvSpPr>
          <p:cNvPr id="83" name="제목 2">
            <a:extLst>
              <a:ext uri="{FF2B5EF4-FFF2-40B4-BE49-F238E27FC236}">
                <a16:creationId xmlns:a16="http://schemas.microsoft.com/office/drawing/2014/main" id="{8D5C7903-1C71-7ED1-407D-C9A53E31C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23756"/>
            <a:ext cx="6480000" cy="276999"/>
          </a:xfrm>
        </p:spPr>
        <p:txBody>
          <a:bodyPr/>
          <a:lstStyle/>
          <a:p>
            <a:r>
              <a:rPr lang="ko-KR" altLang="en-US" dirty="0"/>
              <a:t>시장 환경 </a:t>
            </a:r>
            <a:r>
              <a:rPr lang="en-US" altLang="ko-KR" dirty="0"/>
              <a:t>: </a:t>
            </a:r>
            <a:r>
              <a:rPr lang="ko-KR" altLang="en-US" dirty="0" err="1"/>
              <a:t>역대급</a:t>
            </a:r>
            <a:r>
              <a:rPr lang="ko-KR" altLang="en-US" dirty="0"/>
              <a:t> 변동성 시장 환경</a:t>
            </a:r>
            <a:endParaRPr lang="ko-KR" altLang="en-US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713C48C-F614-49B9-2221-DE80A1365339}"/>
              </a:ext>
            </a:extLst>
          </p:cNvPr>
          <p:cNvGrpSpPr/>
          <p:nvPr/>
        </p:nvGrpSpPr>
        <p:grpSpPr>
          <a:xfrm>
            <a:off x="519764" y="1035611"/>
            <a:ext cx="7312418" cy="215444"/>
            <a:chOff x="606854" y="1349121"/>
            <a:chExt cx="7312418" cy="21544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DD38CFC-0BC6-B3A0-A596-FCAA6AE90512}"/>
                </a:ext>
              </a:extLst>
            </p:cNvPr>
            <p:cNvSpPr txBox="1"/>
            <p:nvPr/>
          </p:nvSpPr>
          <p:spPr>
            <a:xfrm>
              <a:off x="717861" y="1349121"/>
              <a:ext cx="720141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870" tIns="0" rIns="3687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80" normalizeH="0" baseline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</a:defRPr>
              </a:lvl1pPr>
            </a:lstStyle>
            <a:p>
              <a:pPr>
                <a:spcBef>
                  <a:spcPct val="20000"/>
                </a:spcBef>
                <a:defRPr/>
              </a:pPr>
              <a:r>
                <a:rPr lang="ko-KR" altLang="en-US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사상 최대 실적 </a:t>
              </a:r>
              <a:r>
                <a:rPr lang="en-US" altLang="ko-KR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/ </a:t>
              </a:r>
              <a:r>
                <a:rPr lang="ko-KR" altLang="en-US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최저 수준 밸류에이션</a:t>
              </a:r>
              <a:r>
                <a:rPr lang="en-US" altLang="ko-KR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 / </a:t>
              </a:r>
              <a:r>
                <a:rPr lang="ko-KR" altLang="en-US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엇갈린 수급에 레버리지가 증폭 </a:t>
              </a:r>
              <a:r>
                <a:rPr lang="en-US" altLang="ko-KR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  <a:sym typeface="Wingdings" panose="05000000000000000000" pitchFamily="2" charset="2"/>
                </a:rPr>
                <a:t></a:t>
              </a:r>
              <a:r>
                <a:rPr lang="en-US" altLang="ko-KR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 </a:t>
              </a:r>
              <a:r>
                <a:rPr lang="ko-KR" altLang="en-US" sz="1400" spc="0" dirty="0" err="1">
                  <a:solidFill>
                    <a:schemeClr val="accent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역대급</a:t>
              </a:r>
              <a:r>
                <a:rPr lang="ko-KR" altLang="en-US" sz="1400" spc="0" dirty="0">
                  <a:solidFill>
                    <a:schemeClr val="accent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 변동성 환경 지속</a:t>
              </a: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CE09A0-1FAE-A43D-11C4-21DFD87C8B51}"/>
                </a:ext>
              </a:extLst>
            </p:cNvPr>
            <p:cNvGrpSpPr/>
            <p:nvPr/>
          </p:nvGrpSpPr>
          <p:grpSpPr>
            <a:xfrm>
              <a:off x="606854" y="1363752"/>
              <a:ext cx="74529" cy="180147"/>
              <a:chOff x="606854" y="1363752"/>
              <a:chExt cx="74529" cy="180147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F1D67135-6FD9-F8E3-1180-2B3445489655}"/>
                  </a:ext>
                </a:extLst>
              </p:cNvPr>
              <p:cNvSpPr/>
              <p:nvPr/>
            </p:nvSpPr>
            <p:spPr>
              <a:xfrm>
                <a:off x="606854" y="1363752"/>
                <a:ext cx="74529" cy="7452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C6B59DB2-B920-2B95-0AC4-0C7B05123C5B}"/>
                  </a:ext>
                </a:extLst>
              </p:cNvPr>
              <p:cNvSpPr/>
              <p:nvPr/>
            </p:nvSpPr>
            <p:spPr>
              <a:xfrm>
                <a:off x="606854" y="1469370"/>
                <a:ext cx="74529" cy="74529"/>
              </a:xfrm>
              <a:prstGeom prst="rect">
                <a:avLst/>
              </a:prstGeom>
              <a:solidFill>
                <a:srgbClr val="043B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pic>
        <p:nvPicPr>
          <p:cNvPr id="15" name="P3밸류" descr="s_밸류_v6.png">
            <a:extLst>
              <a:ext uri="{FF2B5EF4-FFF2-40B4-BE49-F238E27FC236}">
                <a16:creationId xmlns:a16="http://schemas.microsoft.com/office/drawing/2014/main" id="{B6BF3C28-2336-C84E-A2C1-B778D5921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238" y="4249648"/>
            <a:ext cx="1981389" cy="1673352"/>
          </a:xfrm>
          <a:prstGeom prst="rect">
            <a:avLst/>
          </a:prstGeom>
        </p:spPr>
      </p:pic>
      <p:pic>
        <p:nvPicPr>
          <p:cNvPr id="17" name="P3실적" descr="s_실적_v6.png">
            <a:extLst>
              <a:ext uri="{FF2B5EF4-FFF2-40B4-BE49-F238E27FC236}">
                <a16:creationId xmlns:a16="http://schemas.microsoft.com/office/drawing/2014/main" id="{4BD185AA-C47B-F4CD-5E53-EB5A1A26D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11" y="4251781"/>
            <a:ext cx="2087087" cy="1536192"/>
          </a:xfrm>
          <a:prstGeom prst="rect">
            <a:avLst/>
          </a:prstGeom>
        </p:spPr>
      </p:pic>
      <p:pic>
        <p:nvPicPr>
          <p:cNvPr id="19" name="P3수급" descr="s_수급_v6.png">
            <a:extLst>
              <a:ext uri="{FF2B5EF4-FFF2-40B4-BE49-F238E27FC236}">
                <a16:creationId xmlns:a16="http://schemas.microsoft.com/office/drawing/2014/main" id="{4977E440-9A27-FE62-5AA4-8E64201727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4325457"/>
            <a:ext cx="1991459" cy="1595547"/>
          </a:xfrm>
          <a:prstGeom prst="rect">
            <a:avLst/>
          </a:prstGeom>
        </p:spPr>
      </p:pic>
      <p:pic>
        <p:nvPicPr>
          <p:cNvPr id="21" name="P3레버리지" descr="s_레버리지_4패널_v6.png">
            <a:extLst>
              <a:ext uri="{FF2B5EF4-FFF2-40B4-BE49-F238E27FC236}">
                <a16:creationId xmlns:a16="http://schemas.microsoft.com/office/drawing/2014/main" id="{6A4BA7DE-4F8A-22B5-9202-A4D1764F7E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2221" y="4325457"/>
            <a:ext cx="1997585" cy="159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79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6DB-BD00-2D13-A567-FC70C47E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제목 2">
            <a:extLst>
              <a:ext uri="{FF2B5EF4-FFF2-40B4-BE49-F238E27FC236}">
                <a16:creationId xmlns:a16="http://schemas.microsoft.com/office/drawing/2014/main" id="{D581245F-0442-6B3A-BBB4-D24667D95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23756"/>
            <a:ext cx="6480000" cy="276999"/>
          </a:xfrm>
        </p:spPr>
        <p:txBody>
          <a:bodyPr/>
          <a:lstStyle/>
          <a:p>
            <a:r>
              <a:rPr lang="ko-KR" altLang="en-US" dirty="0"/>
              <a:t>시장 환경 </a:t>
            </a:r>
            <a:r>
              <a:rPr lang="en-US" altLang="ko-KR" dirty="0"/>
              <a:t>: </a:t>
            </a:r>
            <a:r>
              <a:rPr lang="ko-KR" altLang="en-US" dirty="0" err="1"/>
              <a:t>역대급</a:t>
            </a:r>
            <a:r>
              <a:rPr lang="ko-KR" altLang="en-US" dirty="0"/>
              <a:t> </a:t>
            </a:r>
            <a:r>
              <a:rPr lang="en-US" altLang="ko-KR" dirty="0"/>
              <a:t>SK</a:t>
            </a:r>
            <a:r>
              <a:rPr lang="ko-KR" altLang="en-US" dirty="0"/>
              <a:t>하이닉스</a:t>
            </a:r>
            <a:r>
              <a:rPr lang="en-US" altLang="ko-KR" dirty="0"/>
              <a:t>, </a:t>
            </a:r>
            <a:r>
              <a:rPr lang="ko-KR" altLang="en-US" dirty="0"/>
              <a:t>삼성전자 변동성 </a:t>
            </a:r>
            <a:endParaRPr lang="ko-KR" altLang="en-US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88B3843-33BC-FD67-E0F0-06BF33B65C8B}"/>
              </a:ext>
            </a:extLst>
          </p:cNvPr>
          <p:cNvGrpSpPr/>
          <p:nvPr/>
        </p:nvGrpSpPr>
        <p:grpSpPr>
          <a:xfrm>
            <a:off x="519764" y="1035611"/>
            <a:ext cx="5343931" cy="215444"/>
            <a:chOff x="606854" y="1349121"/>
            <a:chExt cx="5343931" cy="21544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6FAAC67-F9D7-5004-EFEA-FDABA972EC77}"/>
                </a:ext>
              </a:extLst>
            </p:cNvPr>
            <p:cNvSpPr txBox="1"/>
            <p:nvPr/>
          </p:nvSpPr>
          <p:spPr>
            <a:xfrm>
              <a:off x="717861" y="1349121"/>
              <a:ext cx="523292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870" tIns="0" rIns="3687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80" normalizeH="0" baseline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</a:defRPr>
              </a:lvl1pPr>
            </a:lstStyle>
            <a:p>
              <a:pPr>
                <a:spcBef>
                  <a:spcPct val="20000"/>
                </a:spcBef>
                <a:defRPr/>
              </a:pPr>
              <a:r>
                <a:rPr lang="ko-KR" altLang="en-US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단일 종목 레버리지의 영향으로 </a:t>
              </a:r>
              <a:r>
                <a:rPr lang="en-US" altLang="ko-KR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2019</a:t>
              </a:r>
              <a:r>
                <a:rPr lang="ko-KR" altLang="en-US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년 이후 </a:t>
              </a:r>
              <a:r>
                <a:rPr lang="ko-KR" altLang="en-US" sz="1400" spc="0" dirty="0" err="1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역대급</a:t>
              </a:r>
              <a:r>
                <a:rPr lang="ko-KR" altLang="en-US" sz="1400" spc="0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 주가 변동성 기록 중</a:t>
              </a:r>
              <a:endParaRPr lang="ko-KR" altLang="en-US" sz="1400" spc="0" dirty="0">
                <a:solidFill>
                  <a:schemeClr val="accent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DDFF8F31-D8AC-4F3F-7DA0-9E3A6486C5B7}"/>
                </a:ext>
              </a:extLst>
            </p:cNvPr>
            <p:cNvGrpSpPr/>
            <p:nvPr/>
          </p:nvGrpSpPr>
          <p:grpSpPr>
            <a:xfrm>
              <a:off x="606854" y="1363752"/>
              <a:ext cx="74529" cy="180147"/>
              <a:chOff x="606854" y="1363752"/>
              <a:chExt cx="74529" cy="180147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72387925-3154-5023-6C51-376CD5F60AF7}"/>
                  </a:ext>
                </a:extLst>
              </p:cNvPr>
              <p:cNvSpPr/>
              <p:nvPr/>
            </p:nvSpPr>
            <p:spPr>
              <a:xfrm>
                <a:off x="606854" y="1363752"/>
                <a:ext cx="74529" cy="7452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CEE84741-9EBE-2067-6618-E7D6B20E1C6C}"/>
                  </a:ext>
                </a:extLst>
              </p:cNvPr>
              <p:cNvSpPr/>
              <p:nvPr/>
            </p:nvSpPr>
            <p:spPr>
              <a:xfrm>
                <a:off x="606854" y="1469370"/>
                <a:ext cx="74529" cy="74529"/>
              </a:xfrm>
              <a:prstGeom prst="rect">
                <a:avLst/>
              </a:prstGeom>
              <a:solidFill>
                <a:srgbClr val="043B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graphicFrame>
        <p:nvGraphicFramePr>
          <p:cNvPr id="33" name="Table 7">
            <a:extLst>
              <a:ext uri="{FF2B5EF4-FFF2-40B4-BE49-F238E27FC236}">
                <a16:creationId xmlns:a16="http://schemas.microsoft.com/office/drawing/2014/main" id="{CDF85E63-BF7A-EF09-DE0C-E52B90062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3535"/>
              </p:ext>
            </p:extLst>
          </p:nvPr>
        </p:nvGraphicFramePr>
        <p:xfrm>
          <a:off x="491507" y="5340096"/>
          <a:ext cx="8915399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8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38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3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38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38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38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416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맑은 고딕"/>
                        </a:rPr>
                        <a:t>기초종목 연간 수익률</a:t>
                      </a:r>
                      <a:endParaRPr sz="95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2019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2020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2021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2022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2023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2025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2026*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</a:rPr>
                        <a:t>삼성전자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B6015"/>
                          </a:solidFill>
                          <a:latin typeface="맑은 고딕"/>
                        </a:rPr>
                        <a:t>+44.2%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B6015"/>
                          </a:solidFill>
                          <a:latin typeface="맑은 고딕"/>
                        </a:rPr>
                        <a:t>+45.2%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43B72"/>
                          </a:solidFill>
                          <a:latin typeface="맑은 고딕"/>
                        </a:rPr>
                        <a:t>-3.3%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43B72"/>
                          </a:solidFill>
                          <a:latin typeface="맑은 고딕"/>
                        </a:rPr>
                        <a:t>-29.4%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B6015"/>
                          </a:solidFill>
                          <a:latin typeface="맑은 고딕"/>
                        </a:rPr>
                        <a:t>+41.9%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43B72"/>
                          </a:solidFill>
                          <a:latin typeface="맑은 고딕"/>
                        </a:rPr>
                        <a:t>-32.2%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B6015"/>
                          </a:solidFill>
                          <a:latin typeface="맑은 고딕"/>
                        </a:rPr>
                        <a:t>+125.4%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B6015"/>
                          </a:solidFill>
                          <a:latin typeface="맑은 고딕"/>
                        </a:rPr>
                        <a:t>+118.9%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</a:rPr>
                        <a:t>SK하이닉스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B6015"/>
                          </a:solidFill>
                          <a:latin typeface="맑은 고딕"/>
                        </a:rPr>
                        <a:t>+55.5%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B6015"/>
                          </a:solidFill>
                          <a:latin typeface="맑은 고딕"/>
                        </a:rPr>
                        <a:t>+25.9%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B6015"/>
                          </a:solidFill>
                          <a:latin typeface="맑은 고딕"/>
                        </a:rPr>
                        <a:t>+10.5%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043B72"/>
                          </a:solidFill>
                          <a:latin typeface="맑은 고딕"/>
                        </a:rPr>
                        <a:t>-42.8%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B6015"/>
                          </a:solidFill>
                          <a:latin typeface="맑은 고딕"/>
                        </a:rPr>
                        <a:t>+88.7%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B6015"/>
                          </a:solidFill>
                          <a:latin typeface="맑은 고딕"/>
                        </a:rPr>
                        <a:t>+22.9%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B6015"/>
                          </a:solidFill>
                          <a:latin typeface="맑은 고딕"/>
                        </a:rPr>
                        <a:t>+274.4%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CB6015"/>
                          </a:solidFill>
                          <a:latin typeface="맑은 고딕"/>
                        </a:rPr>
                        <a:t>+163.9%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6C5C6CEA-D0B4-E51E-B9F9-CD43F563DD65}"/>
              </a:ext>
            </a:extLst>
          </p:cNvPr>
          <p:cNvSpPr txBox="1"/>
          <p:nvPr/>
        </p:nvSpPr>
        <p:spPr>
          <a:xfrm>
            <a:off x="493776" y="6260952"/>
            <a:ext cx="89154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700" b="0" dirty="0">
                <a:latin typeface="+mn-ea"/>
              </a:rPr>
              <a:t>연간 변동성 = 해당 연도 일간 수익률 표본표준편차×√252 (2026*은 7/31까지) · 종가 기준 · 자료: 한국거래소</a:t>
            </a:r>
            <a:r>
              <a:rPr lang="en-US" altLang="ko-KR" sz="700" dirty="0">
                <a:latin typeface="+mn-ea"/>
              </a:rPr>
              <a:t>.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b="0" dirty="0">
                <a:latin typeface="+mn-ea"/>
              </a:rPr>
              <a:t>하단 표는 연간 수익률</a:t>
            </a:r>
            <a:endParaRPr sz="700" b="0" dirty="0">
              <a:latin typeface="+mn-ea"/>
            </a:endParaRPr>
          </a:p>
        </p:txBody>
      </p:sp>
      <p:graphicFrame>
        <p:nvGraphicFramePr>
          <p:cNvPr id="84" name="Chart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465811"/>
              </p:ext>
            </p:extLst>
          </p:nvPr>
        </p:nvGraphicFramePr>
        <p:xfrm>
          <a:off x="740290" y="2071920"/>
          <a:ext cx="82753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B9A63210-3E32-A1AE-EA4E-3ADDC9F9A402}"/>
              </a:ext>
            </a:extLst>
          </p:cNvPr>
          <p:cNvSpPr/>
          <p:nvPr/>
        </p:nvSpPr>
        <p:spPr>
          <a:xfrm>
            <a:off x="491507" y="1507685"/>
            <a:ext cx="8915400" cy="402336"/>
          </a:xfrm>
          <a:prstGeom prst="round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맑은 고딕"/>
              </a:rPr>
              <a:t>기초종목 연간 변동성 </a:t>
            </a:r>
            <a:r>
              <a:rPr sz="1100" b="1" dirty="0">
                <a:solidFill>
                  <a:srgbClr val="FFFFFF"/>
                </a:solidFill>
                <a:latin typeface="맑은 고딕"/>
              </a:rPr>
              <a:t>2026년 연간 변동성 삼성전자 90% · SK하이닉스 105% </a:t>
            </a:r>
            <a:r>
              <a:rPr lang="ko-KR" altLang="en-US" sz="1100" b="1" dirty="0">
                <a:solidFill>
                  <a:srgbClr val="FFFFFF"/>
                </a:solidFill>
                <a:latin typeface="맑은 고딕"/>
              </a:rPr>
              <a:t>기록</a:t>
            </a:r>
            <a:r>
              <a:rPr lang="en-US" altLang="ko-KR" sz="1100" b="1" dirty="0">
                <a:solidFill>
                  <a:srgbClr val="FFFFFF"/>
                </a:solidFill>
                <a:latin typeface="맑은 고딕"/>
              </a:rPr>
              <a:t>.</a:t>
            </a:r>
            <a:r>
              <a:rPr sz="1100" b="1" dirty="0">
                <a:solidFill>
                  <a:srgbClr val="FFFFFF"/>
                </a:solidFill>
                <a:latin typeface="맑은 고딕"/>
              </a:rPr>
              <a:t> 2019년 이후 최고</a:t>
            </a:r>
          </a:p>
        </p:txBody>
      </p:sp>
    </p:spTree>
    <p:extLst>
      <p:ext uri="{BB962C8B-B14F-4D97-AF65-F5344CB8AC3E}">
        <p14:creationId xmlns:p14="http://schemas.microsoft.com/office/powerpoint/2010/main" val="307399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580EC-65FA-7881-58D8-1FF48889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제목 2">
            <a:extLst>
              <a:ext uri="{FF2B5EF4-FFF2-40B4-BE49-F238E27FC236}">
                <a16:creationId xmlns:a16="http://schemas.microsoft.com/office/drawing/2014/main" id="{3A4846D8-A696-52FB-504A-1D64F83A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23756"/>
            <a:ext cx="6480000" cy="276999"/>
          </a:xfrm>
        </p:spPr>
        <p:txBody>
          <a:bodyPr/>
          <a:lstStyle/>
          <a:p>
            <a:r>
              <a:rPr lang="ko-KR" altLang="en-US" dirty="0"/>
              <a:t>펀드 전략 </a:t>
            </a:r>
            <a:r>
              <a:rPr lang="en-US" altLang="ko-KR" dirty="0"/>
              <a:t>: </a:t>
            </a:r>
            <a:r>
              <a:rPr lang="ko-KR" altLang="en-US" dirty="0"/>
              <a:t>오르면 팔고 내리면 산다 </a:t>
            </a:r>
            <a:endParaRPr lang="ko-KR" altLang="en-US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1F1E065-35CD-E8DE-FBC9-E10FB03D24DE}"/>
              </a:ext>
            </a:extLst>
          </p:cNvPr>
          <p:cNvGrpSpPr/>
          <p:nvPr/>
        </p:nvGrpSpPr>
        <p:grpSpPr>
          <a:xfrm>
            <a:off x="519764" y="1035611"/>
            <a:ext cx="7032213" cy="215444"/>
            <a:chOff x="606854" y="1349121"/>
            <a:chExt cx="7032213" cy="21544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3CC482B-8AAB-CE6F-F5FD-BF77373D3BFB}"/>
                </a:ext>
              </a:extLst>
            </p:cNvPr>
            <p:cNvSpPr txBox="1"/>
            <p:nvPr/>
          </p:nvSpPr>
          <p:spPr>
            <a:xfrm>
              <a:off x="717861" y="1349121"/>
              <a:ext cx="692120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870" tIns="0" rIns="3687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80" normalizeH="0" baseline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</a:defRPr>
              </a:lvl1pPr>
            </a:lstStyle>
            <a:p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가격이 오르면 팔아서 이익을 실현하고 가격이 떨어지면 매수해서 평단가를 낮춤 </a:t>
              </a:r>
              <a:r>
                <a:rPr lang="en-US" altLang="ko-KR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  <a:sym typeface="Wingdings" panose="05000000000000000000" pitchFamily="2" charset="2"/>
                </a:rPr>
                <a:t> “</a:t>
              </a:r>
              <a:r>
                <a:rPr lang="ko-KR" altLang="en-US" sz="1400" dirty="0">
                  <a:solidFill>
                    <a:schemeClr val="accent1"/>
                  </a:solidFill>
                  <a:latin typeface="KoPub돋움체_Pro Medium" panose="02020603020101020101" pitchFamily="18" charset="-127"/>
                  <a:ea typeface="KoPub돋움체_Pro Medium" panose="02020603020101020101" pitchFamily="18" charset="-127"/>
                  <a:sym typeface="Wingdings" panose="05000000000000000000" pitchFamily="2" charset="2"/>
                </a:rPr>
                <a:t>저가매수 고가매도</a:t>
              </a:r>
              <a:r>
                <a:rPr lang="en-US" altLang="ko-KR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  <a:sym typeface="Wingdings" panose="05000000000000000000" pitchFamily="2" charset="2"/>
                </a:rPr>
                <a:t>”</a:t>
              </a:r>
              <a:r>
                <a:rPr lang="ko-KR" altLang="en-US" sz="1400" dirty="0">
                  <a:solidFill>
                    <a:schemeClr val="accent1"/>
                  </a:solidFill>
                  <a:latin typeface="KoPub돋움체_Pro Medium" panose="02020603020101020101" pitchFamily="18" charset="-127"/>
                  <a:ea typeface="KoPub돋움체_Pro Medium" panose="02020603020101020101" pitchFamily="18" charset="-127"/>
                  <a:sym typeface="Wingdings" panose="05000000000000000000" pitchFamily="2" charset="2"/>
                </a:rPr>
                <a:t> </a:t>
              </a:r>
              <a:endParaRPr lang="ko-KR" altLang="en-US" sz="1400" dirty="0">
                <a:solidFill>
                  <a:schemeClr val="accent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endParaRP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B610321E-6812-C6BF-5BE9-0948E84BAB30}"/>
                </a:ext>
              </a:extLst>
            </p:cNvPr>
            <p:cNvGrpSpPr/>
            <p:nvPr/>
          </p:nvGrpSpPr>
          <p:grpSpPr>
            <a:xfrm>
              <a:off x="606854" y="1363752"/>
              <a:ext cx="74529" cy="180147"/>
              <a:chOff x="606854" y="1363752"/>
              <a:chExt cx="74529" cy="180147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EBCCBC2B-81FF-A8D9-2381-C0F186A5D18E}"/>
                  </a:ext>
                </a:extLst>
              </p:cNvPr>
              <p:cNvSpPr/>
              <p:nvPr/>
            </p:nvSpPr>
            <p:spPr>
              <a:xfrm>
                <a:off x="606854" y="1363752"/>
                <a:ext cx="74529" cy="7452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18BC0FFF-0C26-70A9-FBA5-560210CFCC90}"/>
                  </a:ext>
                </a:extLst>
              </p:cNvPr>
              <p:cNvSpPr/>
              <p:nvPr/>
            </p:nvSpPr>
            <p:spPr>
              <a:xfrm>
                <a:off x="606854" y="1469370"/>
                <a:ext cx="74529" cy="74529"/>
              </a:xfrm>
              <a:prstGeom prst="rect">
                <a:avLst/>
              </a:prstGeom>
              <a:solidFill>
                <a:srgbClr val="043B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A62EC270-58A2-B4FB-9C14-233CEC75398A}"/>
              </a:ext>
            </a:extLst>
          </p:cNvPr>
          <p:cNvGrpSpPr/>
          <p:nvPr/>
        </p:nvGrpSpPr>
        <p:grpSpPr>
          <a:xfrm>
            <a:off x="653016" y="2741325"/>
            <a:ext cx="8622186" cy="3297876"/>
            <a:chOff x="593725" y="3611237"/>
            <a:chExt cx="9504363" cy="304832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EAD5AA8-D9C8-6CD6-94FC-CBCA08571252}"/>
                </a:ext>
              </a:extLst>
            </p:cNvPr>
            <p:cNvSpPr/>
            <p:nvPr/>
          </p:nvSpPr>
          <p:spPr>
            <a:xfrm>
              <a:off x="593725" y="3611237"/>
              <a:ext cx="9504363" cy="30483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33" b="1" dirty="0">
                <a:ln>
                  <a:solidFill>
                    <a:srgbClr val="F58220">
                      <a:alpha val="0"/>
                    </a:srgb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10" name="직선 연결선 102">
              <a:extLst>
                <a:ext uri="{FF2B5EF4-FFF2-40B4-BE49-F238E27FC236}">
                  <a16:creationId xmlns:a16="http://schemas.microsoft.com/office/drawing/2014/main" id="{5F14758F-B06A-91CC-FAB5-2883575F9CAD}"/>
                </a:ext>
              </a:extLst>
            </p:cNvPr>
            <p:cNvCxnSpPr>
              <a:cxnSpLocks/>
            </p:cNvCxnSpPr>
            <p:nvPr/>
          </p:nvCxnSpPr>
          <p:spPr>
            <a:xfrm>
              <a:off x="593725" y="3611237"/>
              <a:ext cx="9504363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043B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직선 연결선 103">
              <a:extLst>
                <a:ext uri="{FF2B5EF4-FFF2-40B4-BE49-F238E27FC236}">
                  <a16:creationId xmlns:a16="http://schemas.microsoft.com/office/drawing/2014/main" id="{A04BD86D-F2CA-67A0-9E04-0569BC081320}"/>
                </a:ext>
              </a:extLst>
            </p:cNvPr>
            <p:cNvCxnSpPr>
              <a:cxnSpLocks/>
            </p:cNvCxnSpPr>
            <p:nvPr/>
          </p:nvCxnSpPr>
          <p:spPr>
            <a:xfrm>
              <a:off x="593725" y="6659563"/>
              <a:ext cx="9504363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043B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52" name="Picture 4" descr="image12.png">
            <a:extLst>
              <a:ext uri="{FF2B5EF4-FFF2-40B4-BE49-F238E27FC236}">
                <a16:creationId xmlns:a16="http://schemas.microsoft.com/office/drawing/2014/main" id="{3B5CB870-00A1-E927-D05F-197EFB179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86" y="2805296"/>
            <a:ext cx="8453001" cy="316935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FE8E246-9C81-A8D4-2051-D5910E55B874}"/>
              </a:ext>
            </a:extLst>
          </p:cNvPr>
          <p:cNvSpPr txBox="1"/>
          <p:nvPr/>
        </p:nvSpPr>
        <p:spPr>
          <a:xfrm>
            <a:off x="729773" y="1383269"/>
            <a:ext cx="4928495" cy="1195712"/>
          </a:xfrm>
          <a:prstGeom prst="rect">
            <a:avLst/>
          </a:prstGeom>
          <a:noFill/>
          <a:ln>
            <a:noFill/>
          </a:ln>
        </p:spPr>
        <p:txBody>
          <a:bodyPr wrap="none" lIns="33448" tIns="0" rIns="33448" bIns="0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-80" normalizeH="0" baseline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</a:defRPr>
            </a:lvl1pPr>
          </a:lstStyle>
          <a:p>
            <a:pPr marL="155539" indent="-155539">
              <a:lnSpc>
                <a:spcPct val="150000"/>
              </a:lnSpc>
              <a:spcBef>
                <a:spcPct val="20000"/>
              </a:spcBef>
              <a:buClr>
                <a:srgbClr val="043B72"/>
              </a:buClr>
              <a:buFont typeface="시스템 서체 일반체"/>
              <a:buChar char="»"/>
              <a:defRPr/>
            </a:pPr>
            <a:r>
              <a:rPr lang="ko-KR" altLang="en-US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오르면 목표 </a:t>
            </a:r>
            <a:r>
              <a:rPr lang="ko-KR" altLang="en-US" sz="1200" spc="-45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편입비</a:t>
            </a:r>
            <a:r>
              <a:rPr lang="ko-KR" altLang="en-US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↓ → 매도</a:t>
            </a:r>
            <a:r>
              <a:rPr lang="en-US" altLang="ko-KR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이익 확정</a:t>
            </a:r>
            <a:endParaRPr lang="en-US" altLang="ko-KR" sz="1200" spc="-45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55539" indent="-155539">
              <a:lnSpc>
                <a:spcPct val="150000"/>
              </a:lnSpc>
              <a:spcBef>
                <a:spcPct val="20000"/>
              </a:spcBef>
              <a:buClr>
                <a:srgbClr val="043B72"/>
              </a:buClr>
              <a:buFont typeface="시스템 서체 일반체"/>
              <a:buChar char="»"/>
              <a:defRPr/>
            </a:pPr>
            <a:r>
              <a:rPr lang="ko-KR" altLang="en-US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내리면 목표 </a:t>
            </a:r>
            <a:r>
              <a:rPr lang="ko-KR" altLang="en-US" sz="1200" spc="-45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편입비</a:t>
            </a:r>
            <a:r>
              <a:rPr lang="ko-KR" altLang="en-US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↑ → 매수</a:t>
            </a:r>
            <a:r>
              <a:rPr lang="en-US" altLang="ko-KR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평균단가 인하</a:t>
            </a:r>
            <a:endParaRPr lang="en-US" altLang="ko-KR" sz="1200" spc="-45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55539" indent="-155539">
              <a:lnSpc>
                <a:spcPct val="150000"/>
              </a:lnSpc>
              <a:spcBef>
                <a:spcPct val="20000"/>
              </a:spcBef>
              <a:buClr>
                <a:srgbClr val="043B72"/>
              </a:buClr>
              <a:buFont typeface="시스템 서체 일반체"/>
              <a:buChar char="»"/>
              <a:defRPr/>
            </a:pPr>
            <a:r>
              <a:rPr lang="ko-KR" altLang="en-US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목표와 실제 차이가 </a:t>
            </a:r>
            <a:r>
              <a:rPr lang="en-US" altLang="ko-KR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±1%p </a:t>
            </a:r>
            <a:r>
              <a:rPr lang="ko-KR" altLang="en-US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이상일 때만 집행 →</a:t>
            </a:r>
            <a:r>
              <a:rPr lang="en-US" altLang="ko-KR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잔변동에 반응하지 않아 비용 절약</a:t>
            </a:r>
            <a:endParaRPr lang="en-US" altLang="ko-KR" sz="1200" spc="-45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  <a:sym typeface="Wingdings" panose="05000000000000000000" pitchFamily="2" charset="2"/>
            </a:endParaRPr>
          </a:p>
          <a:p>
            <a:pPr marL="155539" indent="-155539">
              <a:lnSpc>
                <a:spcPct val="150000"/>
              </a:lnSpc>
              <a:spcBef>
                <a:spcPct val="20000"/>
              </a:spcBef>
              <a:buClr>
                <a:srgbClr val="043B72"/>
              </a:buClr>
              <a:buFont typeface="시스템 서체 일반체"/>
              <a:buChar char="»"/>
              <a:defRPr/>
            </a:pPr>
            <a:r>
              <a:rPr lang="ko-KR" altLang="en-US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시장 전망</a:t>
            </a:r>
            <a:r>
              <a:rPr lang="en-US" altLang="ko-KR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en-US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타이밍 판단은 개입 </a:t>
            </a:r>
            <a:r>
              <a:rPr lang="en-US" altLang="ko-KR" sz="1200" spc="-45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X</a:t>
            </a:r>
            <a:endParaRPr lang="ko-KR" altLang="en-US" sz="1200" spc="-45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40664" y="6071616"/>
            <a:ext cx="372890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dirty="0" err="1">
                <a:latin typeface="맑은 고딕"/>
              </a:rPr>
              <a:t>개념</a:t>
            </a:r>
            <a:r>
              <a:rPr sz="750" dirty="0">
                <a:latin typeface="맑은 고딕"/>
              </a:rPr>
              <a:t> </a:t>
            </a:r>
            <a:r>
              <a:rPr sz="750" dirty="0" err="1">
                <a:latin typeface="맑은 고딕"/>
              </a:rPr>
              <a:t>예시</a:t>
            </a:r>
            <a:r>
              <a:rPr sz="750" dirty="0">
                <a:latin typeface="맑은 고딕"/>
              </a:rPr>
              <a:t>(</a:t>
            </a:r>
            <a:r>
              <a:rPr sz="750" dirty="0" err="1">
                <a:latin typeface="맑은 고딕"/>
              </a:rPr>
              <a:t>실제</a:t>
            </a:r>
            <a:r>
              <a:rPr sz="750" dirty="0">
                <a:latin typeface="맑은 고딕"/>
              </a:rPr>
              <a:t> </a:t>
            </a:r>
            <a:r>
              <a:rPr sz="750" dirty="0" err="1">
                <a:latin typeface="맑은 고딕"/>
              </a:rPr>
              <a:t>투자내용</a:t>
            </a:r>
            <a:r>
              <a:rPr sz="750" dirty="0">
                <a:latin typeface="맑은 고딕"/>
              </a:rPr>
              <a:t> </a:t>
            </a:r>
            <a:r>
              <a:rPr sz="750" dirty="0" err="1">
                <a:latin typeface="맑은 고딕"/>
              </a:rPr>
              <a:t>아님</a:t>
            </a:r>
            <a:r>
              <a:rPr sz="750" dirty="0">
                <a:latin typeface="맑은 고딕"/>
              </a:rPr>
              <a:t>) — </a:t>
            </a:r>
            <a:r>
              <a:rPr sz="750" dirty="0" err="1">
                <a:latin typeface="맑은 고딕"/>
              </a:rPr>
              <a:t>지수</a:t>
            </a:r>
            <a:r>
              <a:rPr sz="750" dirty="0">
                <a:latin typeface="맑은 고딕"/>
              </a:rPr>
              <a:t> 100→70→100 </a:t>
            </a:r>
            <a:r>
              <a:rPr sz="750" dirty="0" err="1">
                <a:latin typeface="맑은 고딕"/>
              </a:rPr>
              <a:t>왕복</a:t>
            </a:r>
            <a:r>
              <a:rPr sz="750" dirty="0">
                <a:latin typeface="맑은 고딕"/>
              </a:rPr>
              <a:t> 2회 · </a:t>
            </a:r>
            <a:r>
              <a:rPr sz="750" dirty="0" err="1">
                <a:latin typeface="맑은 고딕"/>
              </a:rPr>
              <a:t>주식</a:t>
            </a:r>
            <a:r>
              <a:rPr sz="750" dirty="0">
                <a:latin typeface="맑은 고딕"/>
              </a:rPr>
              <a:t> 60% </a:t>
            </a:r>
            <a:r>
              <a:rPr sz="750" dirty="0" err="1">
                <a:latin typeface="맑은 고딕"/>
              </a:rPr>
              <a:t>목표</a:t>
            </a:r>
            <a:r>
              <a:rPr sz="750" dirty="0">
                <a:latin typeface="맑은 고딕"/>
              </a:rPr>
              <a:t> 리밸런싱</a:t>
            </a:r>
          </a:p>
        </p:txBody>
      </p:sp>
    </p:spTree>
    <p:extLst>
      <p:ext uri="{BB962C8B-B14F-4D97-AF65-F5344CB8AC3E}">
        <p14:creationId xmlns:p14="http://schemas.microsoft.com/office/powerpoint/2010/main" val="93777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76C0-F1F2-664B-C27D-A6478945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878813F7-2B2A-57DD-8408-D3DB967DAB86}"/>
              </a:ext>
            </a:extLst>
          </p:cNvPr>
          <p:cNvGrpSpPr/>
          <p:nvPr/>
        </p:nvGrpSpPr>
        <p:grpSpPr>
          <a:xfrm>
            <a:off x="653016" y="2294965"/>
            <a:ext cx="8622186" cy="3971364"/>
            <a:chOff x="593725" y="3611237"/>
            <a:chExt cx="9504363" cy="304832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E3E5240-66CC-D595-14AF-A3706E4E369C}"/>
                </a:ext>
              </a:extLst>
            </p:cNvPr>
            <p:cNvSpPr/>
            <p:nvPr/>
          </p:nvSpPr>
          <p:spPr>
            <a:xfrm>
              <a:off x="593725" y="3611237"/>
              <a:ext cx="9504363" cy="30483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33" b="1" dirty="0">
                <a:ln>
                  <a:solidFill>
                    <a:srgbClr val="F58220">
                      <a:alpha val="0"/>
                    </a:srgb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cxnSp>
          <p:nvCxnSpPr>
            <p:cNvPr id="20" name="직선 연결선 103">
              <a:extLst>
                <a:ext uri="{FF2B5EF4-FFF2-40B4-BE49-F238E27FC236}">
                  <a16:creationId xmlns:a16="http://schemas.microsoft.com/office/drawing/2014/main" id="{797D3687-07DC-CA62-AAF7-ADAC1B309CF3}"/>
                </a:ext>
              </a:extLst>
            </p:cNvPr>
            <p:cNvCxnSpPr>
              <a:cxnSpLocks/>
            </p:cNvCxnSpPr>
            <p:nvPr/>
          </p:nvCxnSpPr>
          <p:spPr>
            <a:xfrm>
              <a:off x="593725" y="6659563"/>
              <a:ext cx="9504363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043B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3" name="제목 2">
            <a:extLst>
              <a:ext uri="{FF2B5EF4-FFF2-40B4-BE49-F238E27FC236}">
                <a16:creationId xmlns:a16="http://schemas.microsoft.com/office/drawing/2014/main" id="{E2D75841-5940-1E29-30DD-2DF69B87B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23756"/>
            <a:ext cx="6480000" cy="276999"/>
          </a:xfrm>
        </p:spPr>
        <p:txBody>
          <a:bodyPr/>
          <a:lstStyle/>
          <a:p>
            <a:r>
              <a:rPr lang="ko-KR" altLang="en-US" dirty="0"/>
              <a:t>펀드 전략 </a:t>
            </a:r>
            <a:r>
              <a:rPr lang="en-US" altLang="ko-KR" dirty="0"/>
              <a:t>: </a:t>
            </a:r>
            <a:r>
              <a:rPr lang="ko-KR" altLang="en-US" dirty="0"/>
              <a:t>지수가 내려가면 목표 편입비가 올라간다 </a:t>
            </a:r>
            <a:endParaRPr lang="ko-KR" altLang="en-US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F18DA6E-7F2C-6B7B-F776-6FC5DAC5EEBE}"/>
              </a:ext>
            </a:extLst>
          </p:cNvPr>
          <p:cNvGrpSpPr/>
          <p:nvPr/>
        </p:nvGrpSpPr>
        <p:grpSpPr>
          <a:xfrm>
            <a:off x="519764" y="1035611"/>
            <a:ext cx="5749170" cy="215444"/>
            <a:chOff x="606854" y="1349121"/>
            <a:chExt cx="5749170" cy="21544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6CF12EA-3552-281F-89A4-D80BEEB483B9}"/>
                </a:ext>
              </a:extLst>
            </p:cNvPr>
            <p:cNvSpPr txBox="1"/>
            <p:nvPr/>
          </p:nvSpPr>
          <p:spPr>
            <a:xfrm>
              <a:off x="717861" y="1349121"/>
              <a:ext cx="563816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870" tIns="0" rIns="3687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80" normalizeH="0" baseline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</a:defRPr>
              </a:lvl1pPr>
            </a:lstStyle>
            <a:p>
              <a:r>
                <a:rPr lang="ko-KR" altLang="en-US" sz="1400" spc="0" dirty="0">
                  <a:solidFill>
                    <a:schemeClr val="tx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목표 </a:t>
              </a:r>
              <a:r>
                <a:rPr lang="ko-KR" altLang="en-US" sz="1400" spc="0" dirty="0" err="1">
                  <a:solidFill>
                    <a:schemeClr val="tx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편입비까지만</a:t>
              </a:r>
              <a:r>
                <a:rPr lang="ko-KR" altLang="en-US" sz="1400" spc="0" dirty="0">
                  <a:solidFill>
                    <a:schemeClr val="tx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 투자하며</a:t>
              </a:r>
              <a:r>
                <a:rPr lang="en-US" altLang="ko-KR" sz="1400" spc="0" dirty="0">
                  <a:solidFill>
                    <a:schemeClr val="tx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, </a:t>
              </a:r>
              <a:r>
                <a:rPr lang="ko-KR" altLang="en-US" sz="1400" spc="0" dirty="0">
                  <a:solidFill>
                    <a:schemeClr val="tx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남은 현금은 추가 하락 시 저가매수 재원으로 활용</a:t>
              </a: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964CBA30-6C6A-325B-EED9-9102B1331694}"/>
                </a:ext>
              </a:extLst>
            </p:cNvPr>
            <p:cNvGrpSpPr/>
            <p:nvPr/>
          </p:nvGrpSpPr>
          <p:grpSpPr>
            <a:xfrm>
              <a:off x="606854" y="1363752"/>
              <a:ext cx="74529" cy="180147"/>
              <a:chOff x="606854" y="1363752"/>
              <a:chExt cx="74529" cy="180147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EEBE848-2A4F-1D67-ACE5-46CE50240440}"/>
                  </a:ext>
                </a:extLst>
              </p:cNvPr>
              <p:cNvSpPr/>
              <p:nvPr/>
            </p:nvSpPr>
            <p:spPr>
              <a:xfrm>
                <a:off x="606854" y="1363752"/>
                <a:ext cx="74529" cy="7452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FC91021C-01D5-7AFE-102C-02FE15C889CC}"/>
                  </a:ext>
                </a:extLst>
              </p:cNvPr>
              <p:cNvSpPr/>
              <p:nvPr/>
            </p:nvSpPr>
            <p:spPr>
              <a:xfrm>
                <a:off x="606854" y="1469370"/>
                <a:ext cx="74529" cy="74529"/>
              </a:xfrm>
              <a:prstGeom prst="rect">
                <a:avLst/>
              </a:prstGeom>
              <a:solidFill>
                <a:srgbClr val="043B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DB03D4A-95BF-0B1F-2991-ED5D04E4C2BA}"/>
              </a:ext>
            </a:extLst>
          </p:cNvPr>
          <p:cNvGrpSpPr/>
          <p:nvPr/>
        </p:nvGrpSpPr>
        <p:grpSpPr>
          <a:xfrm>
            <a:off x="519764" y="1431873"/>
            <a:ext cx="5206072" cy="215444"/>
            <a:chOff x="606854" y="1349121"/>
            <a:chExt cx="5206072" cy="2154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63FB839-4BE1-FABA-459D-8C475D376EAA}"/>
                </a:ext>
              </a:extLst>
            </p:cNvPr>
            <p:cNvSpPr txBox="1"/>
            <p:nvPr/>
          </p:nvSpPr>
          <p:spPr>
            <a:xfrm>
              <a:off x="717861" y="1349121"/>
              <a:ext cx="50950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870" tIns="0" rIns="3687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80" normalizeH="0" baseline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</a:defRPr>
              </a:lvl1pPr>
            </a:lstStyle>
            <a:p>
              <a:pPr>
                <a:spcBef>
                  <a:spcPct val="20000"/>
                </a:spcBef>
                <a:defRPr/>
              </a:pPr>
              <a:r>
                <a:rPr lang="ko-KR" altLang="en-US" sz="1400" spc="0" dirty="0">
                  <a:solidFill>
                    <a:schemeClr val="tx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편입비를 정하는 변수는 지수 위치와 잔존만기</a:t>
              </a:r>
              <a:r>
                <a:rPr lang="en-US" altLang="ko-KR" sz="1400" spc="0" dirty="0">
                  <a:solidFill>
                    <a:schemeClr val="tx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, </a:t>
              </a:r>
              <a:r>
                <a:rPr lang="ko-KR" altLang="en-US" sz="1400" spc="0" dirty="0">
                  <a:solidFill>
                    <a:schemeClr val="tx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변동성을 고려하여 계산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E6C3C912-2EBC-CB07-2EC4-1D5F80D5C006}"/>
                </a:ext>
              </a:extLst>
            </p:cNvPr>
            <p:cNvGrpSpPr/>
            <p:nvPr/>
          </p:nvGrpSpPr>
          <p:grpSpPr>
            <a:xfrm>
              <a:off x="606854" y="1363752"/>
              <a:ext cx="74529" cy="180147"/>
              <a:chOff x="606854" y="1363752"/>
              <a:chExt cx="74529" cy="180147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2C292EAB-4CA5-6ED0-A445-B020A48E57F0}"/>
                  </a:ext>
                </a:extLst>
              </p:cNvPr>
              <p:cNvSpPr/>
              <p:nvPr/>
            </p:nvSpPr>
            <p:spPr>
              <a:xfrm>
                <a:off x="606854" y="1363752"/>
                <a:ext cx="74529" cy="74529"/>
              </a:xfrm>
              <a:prstGeom prst="rect">
                <a:avLst/>
              </a:prstGeom>
              <a:solidFill>
                <a:srgbClr val="F582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665C803-9C0F-C494-68A5-AD608DEF7571}"/>
                  </a:ext>
                </a:extLst>
              </p:cNvPr>
              <p:cNvSpPr/>
              <p:nvPr/>
            </p:nvSpPr>
            <p:spPr>
              <a:xfrm>
                <a:off x="606854" y="1469370"/>
                <a:ext cx="74529" cy="74529"/>
              </a:xfrm>
              <a:prstGeom prst="rect">
                <a:avLst/>
              </a:prstGeom>
              <a:solidFill>
                <a:srgbClr val="043B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8FF634D-C9E5-5403-16F1-A0EFDD9C0346}"/>
              </a:ext>
            </a:extLst>
          </p:cNvPr>
          <p:cNvSpPr txBox="1"/>
          <p:nvPr/>
        </p:nvSpPr>
        <p:spPr>
          <a:xfrm>
            <a:off x="493790" y="1911744"/>
            <a:ext cx="8929687" cy="383221"/>
          </a:xfrm>
          <a:prstGeom prst="rect">
            <a:avLst/>
          </a:prstGeom>
          <a:solidFill>
            <a:srgbClr val="043B7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-80" normalizeH="0" baseline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</a:defRPr>
            </a:lvl1pPr>
          </a:lstStyle>
          <a:p>
            <a:pPr algn="ctr"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지수 레벨에 따른 목표 </a:t>
            </a:r>
            <a:r>
              <a:rPr lang="ko-KR" altLang="en-US" sz="1400" b="1" kern="0" dirty="0" err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편입비</a:t>
            </a:r>
            <a:r>
              <a:rPr lang="ko-KR" altLang="en-US" sz="1400" b="1" kern="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곡선</a:t>
            </a:r>
            <a:endParaRPr lang="ko-KR" altLang="en-US" sz="1200" spc="0" dirty="0">
              <a:solidFill>
                <a:schemeClr val="bg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84" name="Chart 83"/>
          <p:cNvGraphicFramePr>
            <a:graphicFrameLocks noGrp="1"/>
          </p:cNvGraphicFramePr>
          <p:nvPr/>
        </p:nvGraphicFramePr>
        <p:xfrm>
          <a:off x="1097280" y="2432304"/>
          <a:ext cx="76809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1097280" y="6053328"/>
            <a:ext cx="3700052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dirty="0" err="1">
                <a:latin typeface="맑은 고딕"/>
              </a:rPr>
              <a:t>가로축</a:t>
            </a:r>
            <a:r>
              <a:rPr sz="750" dirty="0">
                <a:latin typeface="맑은 고딕"/>
              </a:rPr>
              <a:t> = </a:t>
            </a:r>
            <a:r>
              <a:rPr lang="ko-KR" altLang="en-US" sz="750" dirty="0">
                <a:latin typeface="맑은 고딕"/>
              </a:rPr>
              <a:t>기초</a:t>
            </a:r>
            <a:r>
              <a:rPr sz="750" dirty="0" err="1">
                <a:latin typeface="맑은 고딕"/>
              </a:rPr>
              <a:t>지수</a:t>
            </a:r>
            <a:r>
              <a:rPr sz="750" dirty="0">
                <a:latin typeface="맑은 고딕"/>
              </a:rPr>
              <a:t> </a:t>
            </a:r>
            <a:r>
              <a:rPr sz="750" dirty="0" err="1">
                <a:latin typeface="맑은 고딕"/>
              </a:rPr>
              <a:t>레벨</a:t>
            </a:r>
            <a:r>
              <a:rPr sz="750" dirty="0">
                <a:latin typeface="맑은 고딕"/>
              </a:rPr>
              <a:t>(</a:t>
            </a:r>
            <a:r>
              <a:rPr sz="750" dirty="0" err="1">
                <a:latin typeface="맑은 고딕"/>
              </a:rPr>
              <a:t>설정일</a:t>
            </a:r>
            <a:r>
              <a:rPr sz="750" dirty="0">
                <a:latin typeface="맑은 고딕"/>
              </a:rPr>
              <a:t> </a:t>
            </a:r>
            <a:r>
              <a:rPr sz="750" dirty="0" err="1">
                <a:latin typeface="맑은 고딕"/>
              </a:rPr>
              <a:t>종가</a:t>
            </a:r>
            <a:r>
              <a:rPr sz="750" dirty="0">
                <a:latin typeface="맑은 고딕"/>
              </a:rPr>
              <a:t> = 100) · σ60% </a:t>
            </a:r>
            <a:r>
              <a:rPr sz="750" dirty="0" err="1">
                <a:latin typeface="맑은 고딕"/>
              </a:rPr>
              <a:t>가정</a:t>
            </a:r>
            <a:r>
              <a:rPr sz="750" dirty="0">
                <a:latin typeface="맑은 고딕"/>
              </a:rPr>
              <a:t> · </a:t>
            </a:r>
            <a:r>
              <a:rPr sz="750" dirty="0" err="1">
                <a:latin typeface="맑은 고딕"/>
              </a:rPr>
              <a:t>최소</a:t>
            </a:r>
            <a:r>
              <a:rPr sz="750" dirty="0">
                <a:latin typeface="맑은 고딕"/>
              </a:rPr>
              <a:t> </a:t>
            </a:r>
            <a:r>
              <a:rPr sz="750" dirty="0" err="1">
                <a:latin typeface="맑은 고딕"/>
              </a:rPr>
              <a:t>편입비</a:t>
            </a:r>
            <a:r>
              <a:rPr sz="750" dirty="0">
                <a:latin typeface="맑은 고딕"/>
              </a:rPr>
              <a:t> 10%~</a:t>
            </a:r>
            <a:r>
              <a:rPr sz="750" dirty="0" err="1">
                <a:latin typeface="맑은 고딕"/>
              </a:rPr>
              <a:t>최대</a:t>
            </a:r>
            <a:r>
              <a:rPr sz="750" dirty="0">
                <a:latin typeface="맑은 고딕"/>
              </a:rPr>
              <a:t> 100%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2688" y="239572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043B72"/>
                </a:solidFill>
                <a:latin typeface="맑은 고딕"/>
              </a:rPr>
              <a:t>세로축: 목표 주식 편입비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9B8F3F-79AD-1EBC-0291-1F1624162988}"/>
              </a:ext>
            </a:extLst>
          </p:cNvPr>
          <p:cNvSpPr txBox="1"/>
          <p:nvPr/>
        </p:nvSpPr>
        <p:spPr>
          <a:xfrm>
            <a:off x="4160520" y="3311055"/>
            <a:ext cx="20116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400" b="1" dirty="0">
                <a:solidFill>
                  <a:srgbClr val="043B72"/>
                </a:solidFill>
                <a:latin typeface="맑은 고딕"/>
              </a:rPr>
              <a:t>상승</a:t>
            </a:r>
            <a:r>
              <a:rPr lang="en-US" altLang="ko-KR" sz="1400" b="1" dirty="0">
                <a:solidFill>
                  <a:srgbClr val="043B72"/>
                </a:solidFill>
                <a:latin typeface="맑은 고딕"/>
              </a:rPr>
              <a:t>-&gt; </a:t>
            </a:r>
            <a:r>
              <a:rPr lang="ko-KR" altLang="en-US" sz="1400" b="1" dirty="0">
                <a:solidFill>
                  <a:srgbClr val="043B72"/>
                </a:solidFill>
                <a:latin typeface="맑은 고딕"/>
              </a:rPr>
              <a:t>편입축소</a:t>
            </a:r>
            <a:endParaRPr lang="en-US" altLang="ko-KR" sz="1400" b="1" dirty="0">
              <a:solidFill>
                <a:srgbClr val="043B72"/>
              </a:solidFill>
              <a:latin typeface="맑은 고딕"/>
            </a:endParaRPr>
          </a:p>
          <a:p>
            <a:r>
              <a:rPr lang="en-US" altLang="ko-KR" sz="1400" b="1" dirty="0">
                <a:solidFill>
                  <a:srgbClr val="043B72"/>
                </a:solidFill>
                <a:latin typeface="맑은 고딕"/>
              </a:rPr>
              <a:t>(</a:t>
            </a:r>
            <a:r>
              <a:rPr lang="ko-KR" altLang="en-US" sz="1400" b="1" dirty="0">
                <a:solidFill>
                  <a:srgbClr val="043B72"/>
                </a:solidFill>
                <a:latin typeface="맑은 고딕"/>
              </a:rPr>
              <a:t>고가 매도 이익실현</a:t>
            </a:r>
            <a:r>
              <a:rPr lang="en-US" altLang="ko-KR" sz="1400" b="1" dirty="0">
                <a:solidFill>
                  <a:srgbClr val="043B72"/>
                </a:solidFill>
                <a:latin typeface="맑은 고딕"/>
              </a:rPr>
              <a:t>)</a:t>
            </a:r>
            <a:endParaRPr sz="1400" b="1" dirty="0">
              <a:solidFill>
                <a:srgbClr val="043B72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23575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B906-8088-40A7-C6D7-1005F09D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977109B-EA93-1AA9-2198-A346A2D6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변동성 </a:t>
            </a:r>
            <a:r>
              <a:rPr lang="ko-KR" altLang="en-US" dirty="0" err="1"/>
              <a:t>하베스트</a:t>
            </a:r>
            <a:r>
              <a:rPr lang="ko-KR" altLang="en-US" dirty="0"/>
              <a:t> 전략 </a:t>
            </a:r>
            <a:r>
              <a:rPr lang="en-US" altLang="ko-KR" dirty="0"/>
              <a:t>- </a:t>
            </a:r>
            <a:r>
              <a:rPr lang="ko-KR" altLang="en-US" dirty="0" err="1"/>
              <a:t>횡보장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EA93639-E7D2-71F7-351E-D17EE46D7610}"/>
              </a:ext>
            </a:extLst>
          </p:cNvPr>
          <p:cNvGrpSpPr/>
          <p:nvPr/>
        </p:nvGrpSpPr>
        <p:grpSpPr>
          <a:xfrm>
            <a:off x="493341" y="977427"/>
            <a:ext cx="8913137" cy="307777"/>
            <a:chOff x="724703" y="3216740"/>
            <a:chExt cx="8913137" cy="307777"/>
          </a:xfrm>
        </p:grpSpPr>
        <p:sp>
          <p:nvSpPr>
            <p:cNvPr id="5" name="화살표: 갈매기형 수장 4">
              <a:extLst>
                <a:ext uri="{FF2B5EF4-FFF2-40B4-BE49-F238E27FC236}">
                  <a16:creationId xmlns:a16="http://schemas.microsoft.com/office/drawing/2014/main" id="{7B879858-A57D-AB3D-F38D-72BDE3E09D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4703" y="3292000"/>
              <a:ext cx="144000" cy="144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73C9F2-5C7C-AF2C-4FEF-5CF6AFCB71EA}"/>
                </a:ext>
              </a:extLst>
            </p:cNvPr>
            <p:cNvSpPr txBox="1"/>
            <p:nvPr/>
          </p:nvSpPr>
          <p:spPr>
            <a:xfrm>
              <a:off x="904914" y="3216740"/>
              <a:ext cx="873292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변동성 전략의 수익이 극대화 되는 시장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93776" y="6016752"/>
            <a:ext cx="8915400" cy="3231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dirty="0" err="1">
                <a:latin typeface="+mn-ea"/>
              </a:rPr>
              <a:t>중변동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횡보기</a:t>
            </a:r>
            <a:r>
              <a:rPr sz="750" b="0" dirty="0">
                <a:latin typeface="+mn-ea"/>
              </a:rPr>
              <a:t> 2024.12~2025.5(120영업일) · </a:t>
            </a:r>
            <a:r>
              <a:rPr sz="750" b="0" dirty="0" err="1">
                <a:latin typeface="+mn-ea"/>
              </a:rPr>
              <a:t>원금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기준</a:t>
            </a:r>
            <a:r>
              <a:rPr sz="750" b="0" dirty="0">
                <a:latin typeface="+mn-ea"/>
              </a:rPr>
              <a:t> · </a:t>
            </a:r>
            <a:r>
              <a:rPr sz="750" b="0" dirty="0" err="1">
                <a:latin typeface="+mn-ea"/>
              </a:rPr>
              <a:t>매수</a:t>
            </a:r>
            <a:r>
              <a:rPr sz="750" b="0" dirty="0">
                <a:latin typeface="+mn-ea"/>
              </a:rPr>
              <a:t> 5bp·매도 30bp·</a:t>
            </a:r>
            <a:r>
              <a:rPr lang="en-US"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현금</a:t>
            </a:r>
            <a:r>
              <a:rPr sz="750" b="0" dirty="0">
                <a:latin typeface="+mn-ea"/>
              </a:rPr>
              <a:t> 연 2.5% </a:t>
            </a:r>
            <a:r>
              <a:rPr sz="750" b="0" dirty="0" err="1">
                <a:latin typeface="+mn-ea"/>
              </a:rPr>
              <a:t>반영</a:t>
            </a:r>
            <a:r>
              <a:rPr sz="750" b="0" dirty="0">
                <a:latin typeface="+mn-ea"/>
              </a:rPr>
              <a:t> · </a:t>
            </a:r>
            <a:r>
              <a:rPr sz="750" b="0" dirty="0" err="1">
                <a:latin typeface="+mn-ea"/>
              </a:rPr>
              <a:t>기초</a:t>
            </a:r>
            <a:r>
              <a:rPr lang="ko-KR" altLang="en-US" sz="750" b="0" dirty="0">
                <a:latin typeface="+mn-ea"/>
              </a:rPr>
              <a:t>지수</a:t>
            </a:r>
            <a:r>
              <a:rPr sz="750" b="0" dirty="0">
                <a:latin typeface="+mn-ea"/>
              </a:rPr>
              <a:t> = </a:t>
            </a:r>
            <a:r>
              <a:rPr sz="750" b="0" dirty="0" err="1">
                <a:latin typeface="+mn-ea"/>
              </a:rPr>
              <a:t>삼성전자</a:t>
            </a:r>
            <a:r>
              <a:rPr sz="750" b="0" dirty="0">
                <a:latin typeface="+mn-ea"/>
              </a:rPr>
              <a:t> 50:SK하이닉스 50 · </a:t>
            </a:r>
            <a:r>
              <a:rPr sz="750" b="0" dirty="0" err="1">
                <a:latin typeface="+mn-ea"/>
              </a:rPr>
              <a:t>시뮬레이션이며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실제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성과와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다를</a:t>
            </a:r>
            <a:r>
              <a:rPr sz="750" b="0" dirty="0">
                <a:latin typeface="+mn-ea"/>
              </a:rPr>
              <a:t> 수 </a:t>
            </a:r>
            <a:r>
              <a:rPr sz="750" b="0" dirty="0" err="1">
                <a:latin typeface="+mn-ea"/>
              </a:rPr>
              <a:t>있음</a:t>
            </a:r>
            <a:r>
              <a:rPr sz="750" b="0" dirty="0">
                <a:latin typeface="+mn-ea"/>
              </a:rPr>
              <a:t> · </a:t>
            </a:r>
            <a:endParaRPr lang="en-US" sz="750" b="0" dirty="0">
              <a:latin typeface="+mn-ea"/>
            </a:endParaRPr>
          </a:p>
          <a:p>
            <a:r>
              <a:rPr lang="ko-KR" altLang="en-US" sz="750" dirty="0">
                <a:latin typeface="+mn-ea"/>
              </a:rPr>
              <a:t>연율화 변동성 </a:t>
            </a:r>
            <a:r>
              <a:rPr lang="en-US" altLang="ko-KR" sz="750" dirty="0">
                <a:latin typeface="+mn-ea"/>
              </a:rPr>
              <a:t>= </a:t>
            </a:r>
            <a:r>
              <a:rPr lang="ko-KR" altLang="en-US" sz="750" dirty="0">
                <a:latin typeface="+mn-ea"/>
              </a:rPr>
              <a:t>해당 구간 일간 수익률의 </a:t>
            </a:r>
            <a:r>
              <a:rPr lang="ko-KR" altLang="en-US" sz="750" dirty="0" err="1">
                <a:latin typeface="+mn-ea"/>
              </a:rPr>
              <a:t>표본표준편차</a:t>
            </a:r>
            <a:r>
              <a:rPr lang="en-US" altLang="ko-KR" sz="750" dirty="0">
                <a:latin typeface="+mn-ea"/>
              </a:rPr>
              <a:t>×√252(</a:t>
            </a:r>
            <a:r>
              <a:rPr lang="ko-KR" altLang="en-US" sz="750" dirty="0">
                <a:latin typeface="+mn-ea"/>
              </a:rPr>
              <a:t>기초</a:t>
            </a:r>
            <a:r>
              <a:rPr lang="en-US" altLang="ko-KR" sz="750" dirty="0">
                <a:latin typeface="+mn-ea"/>
              </a:rPr>
              <a:t>·</a:t>
            </a:r>
            <a:r>
              <a:rPr lang="ko-KR" altLang="en-US" sz="750" dirty="0">
                <a:latin typeface="+mn-ea"/>
              </a:rPr>
              <a:t>펀드 동일 기준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상단 </a:t>
            </a:r>
            <a:r>
              <a:rPr lang="en-US" altLang="ko-KR" sz="750" dirty="0">
                <a:latin typeface="+mn-ea"/>
              </a:rPr>
              <a:t>60</a:t>
            </a:r>
            <a:r>
              <a:rPr lang="ko-KR" altLang="en-US" sz="750" dirty="0">
                <a:latin typeface="+mn-ea"/>
              </a:rPr>
              <a:t>영업일 변동성 라벨은 국면 구분용 롤링 </a:t>
            </a:r>
            <a:r>
              <a:rPr lang="en-US" altLang="ko-KR" sz="750" dirty="0">
                <a:latin typeface="+mn-ea"/>
              </a:rPr>
              <a:t>60</a:t>
            </a:r>
            <a:r>
              <a:rPr lang="ko-KR" altLang="en-US" sz="750" dirty="0">
                <a:latin typeface="+mn-ea"/>
              </a:rPr>
              <a:t>영업일</a:t>
            </a:r>
            <a:r>
              <a:rPr lang="en-US" altLang="ko-KR" sz="750" dirty="0">
                <a:latin typeface="+mn-ea"/>
              </a:rPr>
              <a:t>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707247"/>
              </p:ext>
            </p:extLst>
          </p:nvPr>
        </p:nvGraphicFramePr>
        <p:xfrm>
          <a:off x="493776" y="4718304"/>
          <a:ext cx="8915398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1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07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8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기간수익률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최대낙폭(MDD)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연율화 변동성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평균 편입비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+15% 달성(분배)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기초지수(삼전 50:하이닉스 50)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+17.4%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-18.8%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36%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변동성전략 펀드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+10.1%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-5.4%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32%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0회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차트제목"/>
          <p:cNvSpPr txBox="1"/>
          <p:nvPr/>
        </p:nvSpPr>
        <p:spPr>
          <a:xfrm>
            <a:off x="557784" y="1371600"/>
            <a:ext cx="8778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 err="1">
                <a:solidFill>
                  <a:srgbClr val="043B72"/>
                </a:solidFill>
                <a:latin typeface="맑은 고딕"/>
              </a:rPr>
              <a:t>중변동 횡보기 (2024.12~2025.5 · 60영업일 변동성(연율화) 32~38% 수준에서 움직임) — 원금 기준 · 막대=편입비</a:t>
            </a:r>
            <a:endParaRPr sz="1000" b="1" dirty="0">
              <a:solidFill>
                <a:srgbClr val="043B72"/>
              </a:solidFill>
              <a:latin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57784" y="1609344"/>
          <a:ext cx="87782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57784" y="4517136"/>
            <a:ext cx="8778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043B72"/>
                </a:solidFill>
                <a:latin typeface="맑은 고딕"/>
              </a:rPr>
              <a:t>좌축: 기초지수·변동성전략 펀드 누적수익률  |  우축: 주식 편입비(막대)</a:t>
            </a:r>
          </a:p>
        </p:txBody>
      </p:sp>
    </p:spTree>
    <p:extLst>
      <p:ext uri="{BB962C8B-B14F-4D97-AF65-F5344CB8AC3E}">
        <p14:creationId xmlns:p14="http://schemas.microsoft.com/office/powerpoint/2010/main" val="222140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424D7-8718-3D4B-EE96-83157F61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68DB24E-CA3B-C4E2-EDBE-89BEE154B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변동성 </a:t>
            </a:r>
            <a:r>
              <a:rPr lang="ko-KR" altLang="en-US" dirty="0" err="1"/>
              <a:t>하베스트</a:t>
            </a:r>
            <a:r>
              <a:rPr lang="ko-KR" altLang="en-US" dirty="0"/>
              <a:t> 전략 </a:t>
            </a:r>
            <a:r>
              <a:rPr lang="en-US" altLang="ko-KR" dirty="0"/>
              <a:t>- </a:t>
            </a:r>
            <a:r>
              <a:rPr lang="ko-KR" altLang="en-US" dirty="0" err="1"/>
              <a:t>상승장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ACA3FD7-3810-D7B7-619B-1D8DA6E9B225}"/>
              </a:ext>
            </a:extLst>
          </p:cNvPr>
          <p:cNvGrpSpPr/>
          <p:nvPr/>
        </p:nvGrpSpPr>
        <p:grpSpPr>
          <a:xfrm>
            <a:off x="493341" y="977427"/>
            <a:ext cx="8913137" cy="307777"/>
            <a:chOff x="724703" y="3216740"/>
            <a:chExt cx="8913137" cy="307777"/>
          </a:xfrm>
        </p:grpSpPr>
        <p:sp>
          <p:nvSpPr>
            <p:cNvPr id="5" name="화살표: 갈매기형 수장 4">
              <a:extLst>
                <a:ext uri="{FF2B5EF4-FFF2-40B4-BE49-F238E27FC236}">
                  <a16:creationId xmlns:a16="http://schemas.microsoft.com/office/drawing/2014/main" id="{AD65B93D-593F-631C-5507-6CD09EC04D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4703" y="3292000"/>
              <a:ext cx="144000" cy="144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4E4D57-056F-8747-9C1B-4C326992BE4D}"/>
                </a:ext>
              </a:extLst>
            </p:cNvPr>
            <p:cNvSpPr txBox="1"/>
            <p:nvPr/>
          </p:nvSpPr>
          <p:spPr>
            <a:xfrm>
              <a:off x="904914" y="3216740"/>
              <a:ext cx="873292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상승이 일부 제한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93776" y="5925312"/>
            <a:ext cx="8915400" cy="3231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dirty="0" err="1"/>
              <a:t>고변동 급등기 2025.7~2026.6(244영업일) · ▼=+15% 도달 분배 시점(4회) · 비용 반영 동일 · 시뮬레이션 · 최소 편입비 10% 의무 보유 반영 </a:t>
            </a:r>
            <a:endParaRPr lang="en-US" sz="750" dirty="0"/>
          </a:p>
          <a:p>
            <a:r>
              <a:rPr lang="ko-KR" altLang="en-US" sz="750" dirty="0"/>
              <a:t>연율화 변동성 </a:t>
            </a:r>
            <a:r>
              <a:rPr lang="en-US" altLang="ko-KR" sz="750" dirty="0"/>
              <a:t>= </a:t>
            </a:r>
            <a:r>
              <a:rPr lang="ko-KR" altLang="en-US" sz="750" dirty="0"/>
              <a:t>해당 구간 일간 수익률의 </a:t>
            </a:r>
            <a:r>
              <a:rPr lang="ko-KR" altLang="en-US" sz="750" dirty="0" err="1"/>
              <a:t>표본표준편차</a:t>
            </a:r>
            <a:r>
              <a:rPr lang="en-US" altLang="ko-KR" sz="750" dirty="0"/>
              <a:t>×√252(</a:t>
            </a:r>
            <a:r>
              <a:rPr lang="ko-KR" altLang="en-US" sz="750" dirty="0"/>
              <a:t>기초</a:t>
            </a:r>
            <a:r>
              <a:rPr lang="en-US" altLang="ko-KR" sz="750" dirty="0"/>
              <a:t>·</a:t>
            </a:r>
            <a:r>
              <a:rPr lang="ko-KR" altLang="en-US" sz="750" dirty="0"/>
              <a:t>펀드 동일 기준</a:t>
            </a:r>
            <a:r>
              <a:rPr lang="en-US" altLang="ko-KR" sz="750" dirty="0"/>
              <a:t>, </a:t>
            </a:r>
            <a:r>
              <a:rPr lang="ko-KR" altLang="en-US" sz="750" dirty="0"/>
              <a:t>상단 </a:t>
            </a:r>
            <a:r>
              <a:rPr lang="en-US" altLang="ko-KR" sz="750" dirty="0"/>
              <a:t>60</a:t>
            </a:r>
            <a:r>
              <a:rPr lang="ko-KR" altLang="en-US" sz="750" dirty="0"/>
              <a:t>영업일 변동성 라벨은 국면 구분용 롤링 </a:t>
            </a:r>
            <a:r>
              <a:rPr lang="en-US" altLang="ko-KR" sz="750" dirty="0"/>
              <a:t>60</a:t>
            </a:r>
            <a:r>
              <a:rPr lang="ko-KR" altLang="en-US" sz="750" dirty="0"/>
              <a:t>영업일</a:t>
            </a:r>
            <a:r>
              <a:rPr lang="en-US" altLang="ko-KR" sz="750" dirty="0"/>
              <a:t>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954734"/>
              </p:ext>
            </p:extLst>
          </p:nvPr>
        </p:nvGraphicFramePr>
        <p:xfrm>
          <a:off x="493776" y="4718304"/>
          <a:ext cx="8915398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1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07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8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기간수익률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최대낙폭(MDD)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연율화 변동성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평균 편입비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+15% 달성(분배)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기초지수(삼전 50:하이닉스 50)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+638.2%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-24.9%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64%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변동성전략 펀드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+70.3%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-6.3%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22%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33%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4회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차트제목"/>
          <p:cNvSpPr txBox="1"/>
          <p:nvPr/>
        </p:nvSpPr>
        <p:spPr>
          <a:xfrm>
            <a:off x="557784" y="1371600"/>
            <a:ext cx="8778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 err="1">
                <a:solidFill>
                  <a:srgbClr val="043B72"/>
                </a:solidFill>
                <a:latin typeface="맑은 고딕"/>
              </a:rPr>
              <a:t>고변동 급등기 (2025.7~2026.6 · 60영업일 변동성(연율화) 27→82% 수준에서 움직임) · 막대=편입비</a:t>
            </a:r>
            <a:endParaRPr sz="1000" b="1" dirty="0">
              <a:solidFill>
                <a:srgbClr val="043B72"/>
              </a:solidFill>
              <a:latin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57784" y="1618053"/>
          <a:ext cx="8778240" cy="2689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57784" y="4443984"/>
            <a:ext cx="8778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043B72"/>
                </a:solidFill>
                <a:latin typeface="맑은 고딕"/>
              </a:rPr>
              <a:t>배율 차가 커 축을 분리 — 좌축: 기초지수(최대 +700%)  |  우축: 변동성전략 펀드 누계·편입비(최대 120%)</a:t>
            </a:r>
          </a:p>
        </p:txBody>
      </p:sp>
    </p:spTree>
    <p:extLst>
      <p:ext uri="{BB962C8B-B14F-4D97-AF65-F5344CB8AC3E}">
        <p14:creationId xmlns:p14="http://schemas.microsoft.com/office/powerpoint/2010/main" val="3075488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C155-747A-4C0C-2B29-F98D91C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48F3FFB-3A25-0870-BA6B-DF91D519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변동성 하베스트 전략 - 하락장(1)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2EE2072-EF65-CBA9-1A86-D30AE5EE1AC0}"/>
              </a:ext>
            </a:extLst>
          </p:cNvPr>
          <p:cNvGrpSpPr/>
          <p:nvPr/>
        </p:nvGrpSpPr>
        <p:grpSpPr>
          <a:xfrm>
            <a:off x="493341" y="977427"/>
            <a:ext cx="8913137" cy="307777"/>
            <a:chOff x="724703" y="3216740"/>
            <a:chExt cx="8913137" cy="307777"/>
          </a:xfrm>
        </p:grpSpPr>
        <p:sp>
          <p:nvSpPr>
            <p:cNvPr id="5" name="화살표: 갈매기형 수장 4">
              <a:extLst>
                <a:ext uri="{FF2B5EF4-FFF2-40B4-BE49-F238E27FC236}">
                  <a16:creationId xmlns:a16="http://schemas.microsoft.com/office/drawing/2014/main" id="{52D7A580-0086-4807-7C37-5B2E754B20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4703" y="3292000"/>
              <a:ext cx="144000" cy="144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8CB274-FA0C-804B-44FE-1CB80BEAA9E6}"/>
                </a:ext>
              </a:extLst>
            </p:cNvPr>
            <p:cNvSpPr txBox="1"/>
            <p:nvPr/>
          </p:nvSpPr>
          <p:spPr>
            <a:xfrm>
              <a:off x="904914" y="3216740"/>
              <a:ext cx="873292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손실을 볼 수 있습니다 — 다만 저가매수 구조로 낙폭은 기초보다 얕습니다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93776" y="6016752"/>
            <a:ext cx="8915400" cy="3231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dirty="0">
                <a:latin typeface="+mn-ea"/>
              </a:rPr>
              <a:t>2024.7~11(104영업일) · 원금 기준 · 매수 5bp·매도 30bp·</a:t>
            </a:r>
            <a:r>
              <a:rPr lang="en-US"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현금</a:t>
            </a:r>
            <a:r>
              <a:rPr sz="750" b="0" dirty="0">
                <a:latin typeface="+mn-ea"/>
              </a:rPr>
              <a:t> 연 2.5% 반영 · 원금 전부(0~100%)</a:t>
            </a:r>
            <a:endParaRPr lang="en-US" sz="750" b="0" dirty="0">
              <a:latin typeface="+mn-ea"/>
            </a:endParaRPr>
          </a:p>
          <a:p>
            <a:pPr algn="l">
              <a:spcAft>
                <a:spcPts val="0"/>
              </a:spcAft>
            </a:pPr>
            <a:r>
              <a:rPr sz="750" b="0" dirty="0" err="1">
                <a:latin typeface="+mn-ea"/>
              </a:rPr>
              <a:t>연율화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변동성</a:t>
            </a:r>
            <a:r>
              <a:rPr sz="750" b="0" dirty="0">
                <a:latin typeface="+mn-ea"/>
              </a:rPr>
              <a:t> = </a:t>
            </a:r>
            <a:r>
              <a:rPr sz="750" b="0" dirty="0" err="1">
                <a:latin typeface="+mn-ea"/>
              </a:rPr>
              <a:t>해당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구간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일간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수익률의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표본표준편차</a:t>
            </a:r>
            <a:r>
              <a:rPr sz="750" b="0" dirty="0">
                <a:latin typeface="+mn-ea"/>
              </a:rPr>
              <a:t>×√252(</a:t>
            </a:r>
            <a:r>
              <a:rPr sz="750" b="0" dirty="0" err="1">
                <a:latin typeface="+mn-ea"/>
              </a:rPr>
              <a:t>기초·펀드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동일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기준</a:t>
            </a:r>
            <a:r>
              <a:rPr sz="750" b="0" dirty="0">
                <a:latin typeface="+mn-ea"/>
              </a:rPr>
              <a:t>, </a:t>
            </a:r>
            <a:r>
              <a:rPr sz="750" b="0" dirty="0" err="1">
                <a:latin typeface="+mn-ea"/>
              </a:rPr>
              <a:t>상단</a:t>
            </a:r>
            <a:r>
              <a:rPr sz="750" b="0" dirty="0">
                <a:latin typeface="+mn-ea"/>
              </a:rPr>
              <a:t> </a:t>
            </a:r>
            <a:r>
              <a:rPr lang="en-US" sz="750" b="0" dirty="0">
                <a:latin typeface="+mn-ea"/>
              </a:rPr>
              <a:t>60</a:t>
            </a:r>
            <a:r>
              <a:rPr lang="ko-KR" altLang="en-US" sz="750" b="0" dirty="0">
                <a:latin typeface="+mn-ea"/>
              </a:rPr>
              <a:t>영업일 </a:t>
            </a:r>
            <a:r>
              <a:rPr sz="750" b="0" dirty="0" err="1">
                <a:latin typeface="+mn-ea"/>
              </a:rPr>
              <a:t>변동성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라벨은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국면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구분용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롤링</a:t>
            </a:r>
            <a:r>
              <a:rPr sz="750" b="0" dirty="0">
                <a:latin typeface="+mn-ea"/>
              </a:rPr>
              <a:t> 60영업일)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216170"/>
              </p:ext>
            </p:extLst>
          </p:nvPr>
        </p:nvGraphicFramePr>
        <p:xfrm>
          <a:off x="493776" y="4901184"/>
          <a:ext cx="8915397" cy="60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2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20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19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22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247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기간수익률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최대낙폭(MDD)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연율화 변동성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평균 편입비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+15% 달성(분배)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20</a:t>
                      </a:r>
                      <a:r>
                        <a:rPr sz="8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24.</a:t>
                      </a: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0</a:t>
                      </a:r>
                      <a:r>
                        <a:rPr sz="8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7~</a:t>
                      </a: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2024.</a:t>
                      </a:r>
                      <a:r>
                        <a:rPr sz="8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기초지수(삼전 50:하이닉스 50)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-32.1%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-35.4%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43%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2024.07~2024.11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변동성전략 펀드</a:t>
                      </a:r>
                      <a:endParaRPr sz="8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-22.0%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-23.6%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30%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70%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0회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차트제목"/>
          <p:cNvSpPr txBox="1"/>
          <p:nvPr/>
        </p:nvSpPr>
        <p:spPr>
          <a:xfrm>
            <a:off x="557784" y="1389888"/>
            <a:ext cx="8778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 err="1">
                <a:solidFill>
                  <a:srgbClr val="043B72"/>
                </a:solidFill>
                <a:latin typeface="맑은 고딕"/>
              </a:rPr>
              <a:t>고변동 하락기 (2024.7~11 · 60영업일 변동성(연율화) 30→48% 수준에서 움직임) · 막대=편입비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57784" y="1627632"/>
          <a:ext cx="877824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57784" y="4443984"/>
            <a:ext cx="8778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043B72"/>
                </a:solidFill>
                <a:latin typeface="맑은 고딕"/>
              </a:rPr>
              <a:t>좌축: 기초지수·변동성전략 펀드 누적수익률  |  우축: 주식 편입비(막대)</a:t>
            </a:r>
          </a:p>
        </p:txBody>
      </p:sp>
    </p:spTree>
    <p:extLst>
      <p:ext uri="{BB962C8B-B14F-4D97-AF65-F5344CB8AC3E}">
        <p14:creationId xmlns:p14="http://schemas.microsoft.com/office/powerpoint/2010/main" val="1864171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C155-747A-4C0C-2B29-F98D91C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48F3FFB-3A25-0870-BA6B-DF91D519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변동성 하베스트 전략 - 하락장(2)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2EE2072-EF65-CBA9-1A86-D30AE5EE1AC0}"/>
              </a:ext>
            </a:extLst>
          </p:cNvPr>
          <p:cNvGrpSpPr/>
          <p:nvPr/>
        </p:nvGrpSpPr>
        <p:grpSpPr>
          <a:xfrm>
            <a:off x="493341" y="977427"/>
            <a:ext cx="8913137" cy="307777"/>
            <a:chOff x="724703" y="3216740"/>
            <a:chExt cx="8913137" cy="307777"/>
          </a:xfrm>
        </p:grpSpPr>
        <p:sp>
          <p:nvSpPr>
            <p:cNvPr id="5" name="화살표: 갈매기형 수장 4">
              <a:extLst>
                <a:ext uri="{FF2B5EF4-FFF2-40B4-BE49-F238E27FC236}">
                  <a16:creationId xmlns:a16="http://schemas.microsoft.com/office/drawing/2014/main" id="{52D7A580-0086-4807-7C37-5B2E754B20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4703" y="3292000"/>
              <a:ext cx="144000" cy="144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8CB274-FA0C-804B-44FE-1CB80BEAA9E6}"/>
                </a:ext>
              </a:extLst>
            </p:cNvPr>
            <p:cNvSpPr txBox="1"/>
            <p:nvPr/>
          </p:nvSpPr>
          <p:spPr>
            <a:xfrm>
              <a:off x="904914" y="3216740"/>
              <a:ext cx="873292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손실을 볼 수 있습니다 — 다만 저가매수 구조로 낙폭은 기초보다 얕습니다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93776" y="6016752"/>
            <a:ext cx="8915400" cy="3231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dirty="0">
                <a:latin typeface="+mn-ea"/>
              </a:rPr>
              <a:t>2026.7(20영업일·초고변동) · 원금 기준 · 매수 5bp·매도 30bp·</a:t>
            </a:r>
            <a:r>
              <a:rPr lang="ko-KR" altLang="en-US" sz="750" b="0" dirty="0">
                <a:latin typeface="+mn-ea"/>
              </a:rPr>
              <a:t>반영</a:t>
            </a:r>
            <a:r>
              <a:rPr lang="en-US" altLang="ko-KR" sz="750" b="0" dirty="0">
                <a:latin typeface="+mn-ea"/>
              </a:rPr>
              <a:t>·</a:t>
            </a:r>
            <a:r>
              <a:rPr sz="750" b="0" dirty="0" err="1">
                <a:latin typeface="+mn-ea"/>
              </a:rPr>
              <a:t>현금</a:t>
            </a:r>
            <a:r>
              <a:rPr sz="750" b="0" dirty="0">
                <a:latin typeface="+mn-ea"/>
              </a:rPr>
              <a:t> 연 2.5% 반영 · 원금 전부(0~100%)</a:t>
            </a:r>
            <a:endParaRPr lang="en-US" sz="750" b="0" dirty="0">
              <a:latin typeface="+mn-ea"/>
            </a:endParaRPr>
          </a:p>
          <a:p>
            <a:pPr algn="l">
              <a:spcAft>
                <a:spcPts val="0"/>
              </a:spcAft>
            </a:pPr>
            <a:r>
              <a:rPr sz="750" b="0" dirty="0" err="1">
                <a:latin typeface="+mn-ea"/>
              </a:rPr>
              <a:t>연율화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변동성</a:t>
            </a:r>
            <a:r>
              <a:rPr sz="750" b="0" dirty="0">
                <a:latin typeface="+mn-ea"/>
              </a:rPr>
              <a:t> = </a:t>
            </a:r>
            <a:r>
              <a:rPr sz="750" b="0" dirty="0" err="1">
                <a:latin typeface="+mn-ea"/>
              </a:rPr>
              <a:t>해당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구간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일간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수익률의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표본표준편차</a:t>
            </a:r>
            <a:r>
              <a:rPr sz="750" b="0" dirty="0">
                <a:latin typeface="+mn-ea"/>
              </a:rPr>
              <a:t>×√252(</a:t>
            </a:r>
            <a:r>
              <a:rPr sz="750" b="0" dirty="0" err="1">
                <a:latin typeface="+mn-ea"/>
              </a:rPr>
              <a:t>기초·펀드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동일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기준</a:t>
            </a:r>
            <a:r>
              <a:rPr sz="750" b="0" dirty="0">
                <a:latin typeface="+mn-ea"/>
              </a:rPr>
              <a:t>, </a:t>
            </a:r>
            <a:r>
              <a:rPr sz="750" b="0" dirty="0" err="1">
                <a:latin typeface="+mn-ea"/>
              </a:rPr>
              <a:t>상단</a:t>
            </a:r>
            <a:r>
              <a:rPr sz="750" b="0" dirty="0">
                <a:latin typeface="+mn-ea"/>
              </a:rPr>
              <a:t> </a:t>
            </a:r>
            <a:r>
              <a:rPr lang="en-US" sz="750" b="0" dirty="0">
                <a:latin typeface="+mn-ea"/>
              </a:rPr>
              <a:t>60</a:t>
            </a:r>
            <a:r>
              <a:rPr lang="ko-KR" altLang="en-US" sz="750" b="0" dirty="0">
                <a:latin typeface="+mn-ea"/>
              </a:rPr>
              <a:t>영업일 </a:t>
            </a:r>
            <a:r>
              <a:rPr sz="750" b="0" dirty="0" err="1">
                <a:latin typeface="+mn-ea"/>
              </a:rPr>
              <a:t>변동성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라벨은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국면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구분용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롤링</a:t>
            </a:r>
            <a:r>
              <a:rPr sz="750" b="0" dirty="0">
                <a:latin typeface="+mn-ea"/>
              </a:rPr>
              <a:t> 60영업일)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447703"/>
              </p:ext>
            </p:extLst>
          </p:nvPr>
        </p:nvGraphicFramePr>
        <p:xfrm>
          <a:off x="493776" y="4901184"/>
          <a:ext cx="8915397" cy="60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3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2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20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19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22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2474"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구간</a:t>
                      </a:r>
                      <a:endParaRPr sz="8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기간수익률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최대낙폭(MDD)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연율화 변동성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평균 편입비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+15% 달성(분배)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2026.07</a:t>
                      </a:r>
                      <a:endParaRPr sz="800" b="1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기초지수(삼전 50:하이닉스 50)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-39.6%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-39.6%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114%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2026.07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변동성전략 펀드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-22.0%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-22.0%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63%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56%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0회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차트제목"/>
          <p:cNvSpPr txBox="1"/>
          <p:nvPr/>
        </p:nvSpPr>
        <p:spPr>
          <a:xfrm>
            <a:off x="557784" y="1389888"/>
            <a:ext cx="8778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 err="1">
                <a:solidFill>
                  <a:srgbClr val="043B72"/>
                </a:solidFill>
                <a:latin typeface="맑은 고딕"/>
              </a:rPr>
              <a:t>초고변동 급락기 (2026.7 · 변동성 82→103%) · 막대=편입비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57784" y="1627632"/>
          <a:ext cx="877824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57784" y="4443984"/>
            <a:ext cx="8778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043B72"/>
                </a:solidFill>
                <a:latin typeface="맑은 고딕"/>
              </a:rPr>
              <a:t>좌축: 기초지수·변동성전략 펀드 누적수익률  |  우축: 주식 편입비(막대)</a:t>
            </a:r>
          </a:p>
        </p:txBody>
      </p:sp>
    </p:spTree>
    <p:extLst>
      <p:ext uri="{BB962C8B-B14F-4D97-AF65-F5344CB8AC3E}">
        <p14:creationId xmlns:p14="http://schemas.microsoft.com/office/powerpoint/2010/main" val="1864171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9BCE-15B9-D3A1-0A56-0BBBBC9C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4BB626B-182F-A743-3431-5F1292474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89" y="567301"/>
            <a:ext cx="8397661" cy="276999"/>
          </a:xfrm>
        </p:spPr>
        <p:txBody>
          <a:bodyPr/>
          <a:lstStyle/>
          <a:p>
            <a:r>
              <a:rPr lang="ko-KR" altLang="en-US" dirty="0"/>
              <a:t>변동성 하베스트 전략 - 과거 시뮬레이션 (변동성전략 펀드 수익률)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1163F13-C1E3-2E1C-EB6F-1E854F9BD6AB}"/>
              </a:ext>
            </a:extLst>
          </p:cNvPr>
          <p:cNvGrpSpPr/>
          <p:nvPr/>
        </p:nvGrpSpPr>
        <p:grpSpPr>
          <a:xfrm>
            <a:off x="493341" y="977427"/>
            <a:ext cx="8913137" cy="307777"/>
            <a:chOff x="724703" y="3216740"/>
            <a:chExt cx="8913137" cy="307777"/>
          </a:xfrm>
        </p:grpSpPr>
        <p:sp>
          <p:nvSpPr>
            <p:cNvPr id="5" name="화살표: 갈매기형 수장 4">
              <a:extLst>
                <a:ext uri="{FF2B5EF4-FFF2-40B4-BE49-F238E27FC236}">
                  <a16:creationId xmlns:a16="http://schemas.microsoft.com/office/drawing/2014/main" id="{CAEED57E-1F6F-7C70-FB46-DE71CEECCE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4703" y="3292000"/>
              <a:ext cx="144000" cy="144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5B1176-4558-A1C8-FA6D-F73675346A1C}"/>
                </a:ext>
              </a:extLst>
            </p:cNvPr>
            <p:cNvSpPr txBox="1"/>
            <p:nvPr/>
          </p:nvSpPr>
          <p:spPr>
            <a:xfrm>
              <a:off x="904914" y="3216740"/>
              <a:ext cx="873292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2021.07.29~2026.08.04 · 1년 </a:t>
              </a:r>
              <a:r>
                <a:rPr lang="ko-KR" altLang="en-US" sz="1400" dirty="0" err="1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텀</a:t>
              </a:r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 시뮬레이션 (+15% 도달 시 분배 후 원금 재운용 · </a:t>
              </a:r>
              <a:r>
                <a:rPr lang="ko-KR" altLang="en-US" sz="1400" dirty="0" err="1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미도달</a:t>
              </a:r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 시 만기 재설정)</a:t>
              </a:r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589653"/>
              </p:ext>
            </p:extLst>
          </p:nvPr>
        </p:nvGraphicFramePr>
        <p:xfrm>
          <a:off x="493776" y="4754880"/>
          <a:ext cx="7061699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0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06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원금 기준 누계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최대낙폭(MDD)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연율화 변동성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평균 편입비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턴 구성(목표·만기)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변동성전략 펀드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+84.4%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-24.1%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16.5%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44%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5·3 (총 8턴)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기초지수(삼전 50:하이닉스 50)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+789.5%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-36.1%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37.5%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3776" y="6016752"/>
            <a:ext cx="8915400" cy="20774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750" b="0" dirty="0" err="1">
                <a:latin typeface="+mn-ea"/>
              </a:rPr>
              <a:t>원금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기준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누계</a:t>
            </a:r>
            <a:r>
              <a:rPr sz="750" b="0" dirty="0">
                <a:latin typeface="+mn-ea"/>
              </a:rPr>
              <a:t> = 각 </a:t>
            </a:r>
            <a:r>
              <a:rPr sz="750" b="0" dirty="0" err="1">
                <a:latin typeface="+mn-ea"/>
              </a:rPr>
              <a:t>턴을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원금</a:t>
            </a:r>
            <a:r>
              <a:rPr sz="750" b="0" dirty="0">
                <a:latin typeface="+mn-ea"/>
              </a:rPr>
              <a:t> 100으로 </a:t>
            </a:r>
            <a:r>
              <a:rPr sz="750" b="0" dirty="0" err="1">
                <a:latin typeface="+mn-ea"/>
              </a:rPr>
              <a:t>재시작해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손익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합산</a:t>
            </a:r>
            <a:r>
              <a:rPr sz="750" b="0" dirty="0">
                <a:latin typeface="+mn-ea"/>
              </a:rPr>
              <a:t> · </a:t>
            </a:r>
            <a:r>
              <a:rPr sz="750" b="0" dirty="0" err="1">
                <a:latin typeface="+mn-ea"/>
              </a:rPr>
              <a:t>MDD는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누계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기준</a:t>
            </a:r>
            <a:r>
              <a:rPr sz="750" b="0" dirty="0">
                <a:latin typeface="+mn-ea"/>
              </a:rPr>
              <a:t> · </a:t>
            </a:r>
            <a:r>
              <a:rPr sz="750" b="0" dirty="0" err="1">
                <a:latin typeface="+mn-ea"/>
              </a:rPr>
              <a:t>완결</a:t>
            </a:r>
            <a:r>
              <a:rPr sz="750" b="0" dirty="0">
                <a:latin typeface="+mn-ea"/>
              </a:rPr>
              <a:t> 턴 8개 </a:t>
            </a:r>
            <a:r>
              <a:rPr sz="750" b="0" dirty="0" err="1">
                <a:latin typeface="+mn-ea"/>
              </a:rPr>
              <a:t>기준</a:t>
            </a:r>
            <a:r>
              <a:rPr sz="750" b="0" dirty="0">
                <a:latin typeface="+mn-ea"/>
              </a:rPr>
              <a:t>· </a:t>
            </a:r>
            <a:r>
              <a:rPr sz="750" b="0" dirty="0" err="1">
                <a:latin typeface="+mn-ea"/>
              </a:rPr>
              <a:t>매수</a:t>
            </a:r>
            <a:r>
              <a:rPr sz="750" b="0" dirty="0">
                <a:latin typeface="+mn-ea"/>
              </a:rPr>
              <a:t> 5bp·매도 30bp</a:t>
            </a:r>
            <a:r>
              <a:rPr lang="en-US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반영</a:t>
            </a:r>
            <a:r>
              <a:rPr lang="en-US" altLang="ko-KR" sz="750" dirty="0">
                <a:latin typeface="+mn-ea"/>
              </a:rPr>
              <a:t>. </a:t>
            </a:r>
            <a:r>
              <a:rPr sz="750" b="0" dirty="0" err="1">
                <a:latin typeface="+mn-ea"/>
              </a:rPr>
              <a:t>현금</a:t>
            </a:r>
            <a:r>
              <a:rPr sz="750" b="0" dirty="0">
                <a:latin typeface="+mn-ea"/>
              </a:rPr>
              <a:t> 연 2.5% </a:t>
            </a:r>
            <a:r>
              <a:rPr sz="750" b="0" dirty="0" err="1">
                <a:latin typeface="+mn-ea"/>
              </a:rPr>
              <a:t>반영</a:t>
            </a:r>
            <a:r>
              <a:rPr sz="750" b="0" dirty="0">
                <a:latin typeface="+mn-ea"/>
              </a:rPr>
              <a:t> · </a:t>
            </a:r>
            <a:r>
              <a:rPr sz="750" b="0" dirty="0" err="1">
                <a:latin typeface="+mn-ea"/>
              </a:rPr>
              <a:t>기초</a:t>
            </a:r>
            <a:r>
              <a:rPr lang="ko-KR" altLang="en-US" sz="750" b="0" dirty="0">
                <a:latin typeface="+mn-ea"/>
              </a:rPr>
              <a:t>지수</a:t>
            </a:r>
            <a:r>
              <a:rPr sz="750" b="0" dirty="0">
                <a:latin typeface="+mn-ea"/>
              </a:rPr>
              <a:t> = </a:t>
            </a:r>
            <a:r>
              <a:rPr sz="750" b="0" dirty="0" err="1">
                <a:latin typeface="+mn-ea"/>
              </a:rPr>
              <a:t>삼성전자</a:t>
            </a:r>
            <a:r>
              <a:rPr sz="750" b="0" dirty="0">
                <a:latin typeface="+mn-ea"/>
              </a:rPr>
              <a:t> 50:SK하이닉스 50 · </a:t>
            </a:r>
            <a:r>
              <a:rPr sz="750" b="0" dirty="0" err="1">
                <a:latin typeface="+mn-ea"/>
              </a:rPr>
              <a:t>최소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편입비</a:t>
            </a:r>
            <a:r>
              <a:rPr sz="750" b="0" dirty="0">
                <a:latin typeface="+mn-ea"/>
              </a:rPr>
              <a:t> 10% </a:t>
            </a:r>
            <a:r>
              <a:rPr sz="750" b="0" dirty="0" err="1">
                <a:latin typeface="+mn-ea"/>
              </a:rPr>
              <a:t>의무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보유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반영</a:t>
            </a:r>
            <a:endParaRPr sz="750" b="0" dirty="0">
              <a:latin typeface="+mn-ea"/>
            </a:endParaRPr>
          </a:p>
        </p:txBody>
      </p:sp>
      <p:sp>
        <p:nvSpPr>
          <p:cNvPr id="10" name="차트제목"/>
          <p:cNvSpPr txBox="1"/>
          <p:nvPr/>
        </p:nvSpPr>
        <p:spPr>
          <a:xfrm>
            <a:off x="713232" y="155448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 err="1">
                <a:solidFill>
                  <a:srgbClr val="043B72"/>
                </a:solidFill>
                <a:latin typeface="맑은 고딕"/>
              </a:rPr>
              <a:t>변동성전략 펀드 성과 시계열 (2021.07.29~2026.05.26 완결 8턴 · 원금 기준 누계 +84.4% · ▼=분배 · 점선=만기 재설정)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13232" y="1773936"/>
          <a:ext cx="8467344" cy="2642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" y="4443984"/>
            <a:ext cx="8467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043B72"/>
                </a:solidFill>
                <a:latin typeface="맑은 고딕"/>
              </a:rPr>
              <a:t>좌축: 원금기준 누계수익률  |  우축: 주식 편입비(막대) · 세로 점선 구간 경계 = 만기 재설정</a:t>
            </a:r>
          </a:p>
        </p:txBody>
      </p:sp>
    </p:spTree>
    <p:extLst>
      <p:ext uri="{BB962C8B-B14F-4D97-AF65-F5344CB8AC3E}">
        <p14:creationId xmlns:p14="http://schemas.microsoft.com/office/powerpoint/2010/main" val="26653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9BCE-15B9-D3A1-0A56-0BBBBC9C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71163F13-C1E3-2E1C-EB6F-1E854F9BD6AB}"/>
              </a:ext>
            </a:extLst>
          </p:cNvPr>
          <p:cNvGrpSpPr/>
          <p:nvPr/>
        </p:nvGrpSpPr>
        <p:grpSpPr>
          <a:xfrm>
            <a:off x="493341" y="977427"/>
            <a:ext cx="9163615" cy="523220"/>
            <a:chOff x="724703" y="3216740"/>
            <a:chExt cx="8913137" cy="523220"/>
          </a:xfrm>
        </p:grpSpPr>
        <p:sp>
          <p:nvSpPr>
            <p:cNvPr id="5" name="화살표: 갈매기형 수장 4">
              <a:extLst>
                <a:ext uri="{FF2B5EF4-FFF2-40B4-BE49-F238E27FC236}">
                  <a16:creationId xmlns:a16="http://schemas.microsoft.com/office/drawing/2014/main" id="{CAEED57E-1F6F-7C70-FB46-DE71CEECCE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4703" y="3292000"/>
              <a:ext cx="144000" cy="144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5B1176-4558-A1C8-FA6D-F73675346A1C}"/>
                </a:ext>
              </a:extLst>
            </p:cNvPr>
            <p:cNvSpPr txBox="1"/>
            <p:nvPr/>
          </p:nvSpPr>
          <p:spPr>
            <a:xfrm>
              <a:off x="904914" y="3216740"/>
              <a:ext cx="8732926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목표 +15% 달성 시 분배 후 재운용(목표) · </a:t>
              </a:r>
              <a:r>
                <a:rPr lang="ko-KR" altLang="en-US" sz="1400" dirty="0" err="1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미도달</a:t>
              </a:r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 시 만기 재설정(만기) — 2021.07.29~2026.08.04 전체 턴 시뮬레이션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93776" y="1463040"/>
            <a:ext cx="54864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50" b="1" dirty="0">
                <a:solidFill>
                  <a:srgbClr val="043B72"/>
                </a:solidFill>
                <a:latin typeface="맑은 고딕"/>
              </a:rPr>
              <a:t>턴 </a:t>
            </a:r>
            <a:r>
              <a:rPr sz="950" b="1" dirty="0" err="1">
                <a:solidFill>
                  <a:srgbClr val="043B72"/>
                </a:solidFill>
                <a:latin typeface="맑은 고딕"/>
              </a:rPr>
              <a:t>요약</a:t>
            </a:r>
            <a:r>
              <a:rPr sz="950" b="1" dirty="0">
                <a:solidFill>
                  <a:srgbClr val="043B72"/>
                </a:solidFill>
                <a:latin typeface="맑은 고딕"/>
              </a:rPr>
              <a:t> (</a:t>
            </a:r>
            <a:r>
              <a:rPr sz="950" b="1" dirty="0" err="1">
                <a:solidFill>
                  <a:srgbClr val="043B72"/>
                </a:solidFill>
                <a:latin typeface="맑은 고딕"/>
              </a:rPr>
              <a:t>완결</a:t>
            </a:r>
            <a:r>
              <a:rPr sz="950" b="1" dirty="0">
                <a:solidFill>
                  <a:srgbClr val="043B72"/>
                </a:solidFill>
                <a:latin typeface="맑은 고딕"/>
              </a:rPr>
              <a:t> 8턴 · </a:t>
            </a:r>
            <a:r>
              <a:rPr sz="950" b="1" dirty="0" err="1">
                <a:solidFill>
                  <a:srgbClr val="043B72"/>
                </a:solidFill>
                <a:latin typeface="맑은 고딕"/>
              </a:rPr>
              <a:t>원금</a:t>
            </a:r>
            <a:r>
              <a:rPr sz="950" b="1" dirty="0">
                <a:solidFill>
                  <a:srgbClr val="043B72"/>
                </a:solidFill>
                <a:latin typeface="맑은 고딕"/>
              </a:rPr>
              <a:t> 100 </a:t>
            </a:r>
            <a:r>
              <a:rPr sz="950" b="1" dirty="0" err="1">
                <a:solidFill>
                  <a:srgbClr val="043B72"/>
                </a:solidFill>
                <a:latin typeface="맑은 고딕"/>
              </a:rPr>
              <a:t>재시작</a:t>
            </a:r>
            <a:r>
              <a:rPr sz="95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950" b="1" dirty="0" err="1">
                <a:solidFill>
                  <a:srgbClr val="043B72"/>
                </a:solidFill>
                <a:latin typeface="맑은 고딕"/>
              </a:rPr>
              <a:t>기준</a:t>
            </a:r>
            <a:r>
              <a:rPr sz="950" b="1" dirty="0">
                <a:solidFill>
                  <a:srgbClr val="043B72"/>
                </a:solidFill>
                <a:latin typeface="맑은 고딕"/>
              </a:rPr>
              <a:t>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737360"/>
          <a:ext cx="4389116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6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턴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소요일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기초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펀드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턴 MDD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종료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21.07.29~22.08.08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252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-18.8%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43B72"/>
                          </a:solidFill>
                          <a:latin typeface="맑은 고딕"/>
                        </a:rPr>
                        <a:t>-11.9%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-23.3%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만기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22.08.09~23.08.16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252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+17.5%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+10.3%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-9.7%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만기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23.08.17~24.08.28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252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+35.9%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+9.6%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-3.0%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만기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24.08.29~25.07.10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206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+22.8%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+15.0%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-10.6%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25.07.11~25.11.03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75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+95.1%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+15.0%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-3.2%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0056" y="1737360"/>
          <a:ext cx="4389116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6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턴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소요일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기초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펀드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턴 MDD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종료</a:t>
                      </a:r>
                      <a:endParaRPr sz="85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25.11.04~26.02.03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62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+58.0%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+15.5%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-5.1%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26.02.04~26.04.16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47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+28.9%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+15.5%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-8.0%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26.04.17~26.05.26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+59.2%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+15.4%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-1.5%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3776" y="3803904"/>
            <a:ext cx="44805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 b="1">
                <a:solidFill>
                  <a:srgbClr val="043B72"/>
                </a:solidFill>
                <a:latin typeface="맑은 고딕"/>
              </a:rPr>
              <a:t>진입 청사진 — 신규 1년 텀 (AUM 100억 · 종가 26.08.04)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3776" y="4041648"/>
          <a:ext cx="438911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목표비중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금액(억)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수량(주)</a:t>
                      </a:r>
                    </a:p>
                  </a:txBody>
                  <a:tcPr marL="36576" marR="36576" marT="4572" marB="4572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삼성전자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20.5%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20.5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8,540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SK하이닉스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20.5%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20.5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1,299</a:t>
                      </a:r>
                    </a:p>
                  </a:txBody>
                  <a:tcPr marL="36576" marR="36576" marT="4572" marB="457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현금(이자 연 2.5%)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59.0%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59.0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36576" marR="36576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3341" y="5983185"/>
            <a:ext cx="8915400" cy="20774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750" b="0" dirty="0" err="1">
                <a:latin typeface="+mn-ea"/>
              </a:rPr>
              <a:t>기간</a:t>
            </a:r>
            <a:r>
              <a:rPr sz="750" b="0" dirty="0">
                <a:latin typeface="+mn-ea"/>
              </a:rPr>
              <a:t> = 각 </a:t>
            </a:r>
            <a:r>
              <a:rPr sz="750" b="0" dirty="0" err="1">
                <a:latin typeface="+mn-ea"/>
              </a:rPr>
              <a:t>턴의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설정~종료</a:t>
            </a:r>
            <a:r>
              <a:rPr sz="750" b="0" dirty="0">
                <a:latin typeface="+mn-ea"/>
              </a:rPr>
              <a:t> </a:t>
            </a:r>
            <a:r>
              <a:rPr lang="en-US" sz="750" dirty="0">
                <a:latin typeface="+mn-ea"/>
              </a:rPr>
              <a:t>. </a:t>
            </a:r>
            <a:r>
              <a:rPr sz="750" b="0" dirty="0">
                <a:latin typeface="+mn-ea"/>
              </a:rPr>
              <a:t>MDD = 턴 내 NAV </a:t>
            </a:r>
            <a:r>
              <a:rPr sz="750" b="0" dirty="0" err="1">
                <a:latin typeface="+mn-ea"/>
              </a:rPr>
              <a:t>최고점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대비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최대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하락</a:t>
            </a:r>
            <a:r>
              <a:rPr sz="750" b="0" dirty="0">
                <a:latin typeface="+mn-ea"/>
              </a:rPr>
              <a:t> · </a:t>
            </a:r>
            <a:r>
              <a:rPr sz="750" b="0" dirty="0" err="1">
                <a:latin typeface="+mn-ea"/>
              </a:rPr>
              <a:t>매수</a:t>
            </a:r>
            <a:r>
              <a:rPr sz="750" b="0" dirty="0">
                <a:latin typeface="+mn-ea"/>
              </a:rPr>
              <a:t> 5bp·매도 30bp</a:t>
            </a:r>
            <a:r>
              <a:rPr lang="en-US" sz="750" b="0" dirty="0">
                <a:latin typeface="+mn-ea"/>
              </a:rPr>
              <a:t> </a:t>
            </a:r>
            <a:r>
              <a:rPr lang="ko-KR" altLang="en-US" sz="750" b="0" dirty="0">
                <a:latin typeface="+mn-ea"/>
              </a:rPr>
              <a:t>반영</a:t>
            </a:r>
            <a:r>
              <a:rPr sz="750" b="0" dirty="0">
                <a:latin typeface="+mn-ea"/>
              </a:rPr>
              <a:t>·</a:t>
            </a:r>
            <a:r>
              <a:rPr sz="750" b="0" dirty="0" err="1">
                <a:latin typeface="+mn-ea"/>
              </a:rPr>
              <a:t>현금</a:t>
            </a:r>
            <a:r>
              <a:rPr sz="750" b="0" dirty="0">
                <a:latin typeface="+mn-ea"/>
              </a:rPr>
              <a:t> 연 2.5% </a:t>
            </a:r>
            <a:r>
              <a:rPr sz="750" b="0" dirty="0" err="1">
                <a:latin typeface="+mn-ea"/>
              </a:rPr>
              <a:t>반영</a:t>
            </a:r>
            <a:r>
              <a:rPr sz="750" b="0" dirty="0">
                <a:latin typeface="+mn-ea"/>
              </a:rPr>
              <a:t> · </a:t>
            </a:r>
            <a:r>
              <a:rPr sz="750" b="0" dirty="0" err="1">
                <a:latin typeface="+mn-ea"/>
              </a:rPr>
              <a:t>기초</a:t>
            </a:r>
            <a:r>
              <a:rPr lang="ko-KR" altLang="en-US" sz="750" b="0" dirty="0">
                <a:latin typeface="+mn-ea"/>
              </a:rPr>
              <a:t>지수</a:t>
            </a:r>
            <a:r>
              <a:rPr sz="750" b="0" dirty="0">
                <a:latin typeface="+mn-ea"/>
              </a:rPr>
              <a:t> = </a:t>
            </a:r>
            <a:r>
              <a:rPr sz="750" b="0" dirty="0" err="1">
                <a:latin typeface="+mn-ea"/>
              </a:rPr>
              <a:t>삼성전자</a:t>
            </a:r>
            <a:r>
              <a:rPr sz="750" b="0" dirty="0">
                <a:latin typeface="+mn-ea"/>
              </a:rPr>
              <a:t> 50:SK하이닉스 50 · </a:t>
            </a:r>
            <a:r>
              <a:rPr sz="750" b="0" dirty="0" err="1">
                <a:latin typeface="+mn-ea"/>
              </a:rPr>
              <a:t>최소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편입비</a:t>
            </a:r>
            <a:r>
              <a:rPr sz="750" b="0" dirty="0">
                <a:latin typeface="+mn-ea"/>
              </a:rPr>
              <a:t> 10% </a:t>
            </a:r>
            <a:r>
              <a:rPr sz="750" b="0" dirty="0" err="1">
                <a:latin typeface="+mn-ea"/>
              </a:rPr>
              <a:t>의무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보유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반영</a:t>
            </a:r>
            <a:endParaRPr sz="750" b="0" dirty="0">
              <a:latin typeface="+mn-ea"/>
            </a:endParaRPr>
          </a:p>
        </p:txBody>
      </p:sp>
      <p:sp>
        <p:nvSpPr>
          <p:cNvPr id="22" name="제목 2">
            <a:extLst>
              <a:ext uri="{FF2B5EF4-FFF2-40B4-BE49-F238E27FC236}">
                <a16:creationId xmlns:a16="http://schemas.microsoft.com/office/drawing/2014/main" id="{22BAAC90-3FC4-6804-E9F3-FA5FF153F42B}"/>
              </a:ext>
            </a:extLst>
          </p:cNvPr>
          <p:cNvSpPr txBox="1">
            <a:spLocks/>
          </p:cNvSpPr>
          <p:nvPr/>
        </p:nvSpPr>
        <p:spPr>
          <a:xfrm>
            <a:off x="493789" y="567301"/>
            <a:ext cx="8397661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변동성 하베스트 전략 - 과거 시뮬레이션 (변동성전략 펀드 수익률)</a:t>
            </a:r>
          </a:p>
        </p:txBody>
      </p:sp>
    </p:spTree>
    <p:extLst>
      <p:ext uri="{BB962C8B-B14F-4D97-AF65-F5344CB8AC3E}">
        <p14:creationId xmlns:p14="http://schemas.microsoft.com/office/powerpoint/2010/main" val="26653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D3E7B-3148-3FF1-5723-56D455391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9E68B9A-FA78-5FFD-A316-FFB2EC98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변동성 </a:t>
            </a:r>
            <a:r>
              <a:rPr lang="ko-KR" altLang="en-US" dirty="0" err="1"/>
              <a:t>하베스트</a:t>
            </a:r>
            <a:r>
              <a:rPr lang="ko-KR" altLang="en-US" dirty="0"/>
              <a:t> 전략 </a:t>
            </a:r>
            <a:r>
              <a:rPr lang="en-US" altLang="ko-KR" dirty="0"/>
              <a:t>- </a:t>
            </a:r>
            <a:r>
              <a:rPr lang="ko-KR" altLang="en-US" dirty="0"/>
              <a:t>과거 시뮬레이션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2ABF768-CEA7-EBE3-026B-7542701915E0}"/>
              </a:ext>
            </a:extLst>
          </p:cNvPr>
          <p:cNvGrpSpPr/>
          <p:nvPr/>
        </p:nvGrpSpPr>
        <p:grpSpPr>
          <a:xfrm>
            <a:off x="493341" y="977427"/>
            <a:ext cx="8913137" cy="307777"/>
            <a:chOff x="724703" y="3216740"/>
            <a:chExt cx="8913137" cy="307777"/>
          </a:xfrm>
        </p:grpSpPr>
        <p:sp>
          <p:nvSpPr>
            <p:cNvPr id="5" name="화살표: 갈매기형 수장 4">
              <a:extLst>
                <a:ext uri="{FF2B5EF4-FFF2-40B4-BE49-F238E27FC236}">
                  <a16:creationId xmlns:a16="http://schemas.microsoft.com/office/drawing/2014/main" id="{53B1615F-C504-5A40-993E-B1323D0E69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4703" y="3292000"/>
              <a:ext cx="144000" cy="144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5C9E09-D2E7-A142-D84A-F87316966BCA}"/>
                </a:ext>
              </a:extLst>
            </p:cNvPr>
            <p:cNvSpPr txBox="1"/>
            <p:nvPr/>
          </p:nvSpPr>
          <p:spPr>
            <a:xfrm>
              <a:off x="904914" y="3216740"/>
              <a:ext cx="873292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2023.7~2026.7</a:t>
              </a:r>
              <a:r>
                <a:rPr lang="en-US" altLang="ko-KR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, </a:t>
              </a:r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748영업일을 5개 국면으로 구분했을 때 해당 기간에서 기초보다 낙폭이 </a:t>
              </a:r>
              <a:r>
                <a:rPr lang="ko-KR" altLang="en-US" sz="1400" dirty="0" err="1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얕았습니다</a:t>
              </a:r>
              <a:endPara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endParaRPr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493776" y="5541264"/>
            <a:ext cx="8915400" cy="402336"/>
          </a:xfrm>
          <a:prstGeom prst="round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spcAft>
                <a:spcPts val="200"/>
              </a:spcAft>
            </a:pPr>
            <a:r>
              <a:rPr sz="1050" b="1" dirty="0" err="1">
                <a:solidFill>
                  <a:srgbClr val="FFFFFF"/>
                </a:solidFill>
                <a:latin typeface="맑은 고딕"/>
              </a:rPr>
              <a:t>기초가 가장 깊게 빠진 국면(초고변동 급락기, -39.6%)에서도 변동성전략 펀드는 -22.0% — 낙폭을 17.6%p 줄였습니다</a:t>
            </a:r>
            <a:endParaRPr sz="105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3776" y="1444752"/>
            <a:ext cx="4206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43B72"/>
                </a:solidFill>
                <a:latin typeface="맑은 고딕"/>
              </a:rPr>
              <a:t>① </a:t>
            </a:r>
            <a:r>
              <a:rPr sz="1000" b="1" dirty="0" err="1">
                <a:solidFill>
                  <a:srgbClr val="043B72"/>
                </a:solidFill>
                <a:latin typeface="맑은 고딕"/>
              </a:rPr>
              <a:t>국면</a:t>
            </a:r>
            <a:r>
              <a:rPr sz="10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43B72"/>
                </a:solidFill>
                <a:latin typeface="맑은 고딕"/>
              </a:rPr>
              <a:t>정의</a:t>
            </a:r>
            <a:r>
              <a:rPr lang="en-US" sz="1000" b="1" dirty="0">
                <a:solidFill>
                  <a:srgbClr val="043B72"/>
                </a:solidFill>
                <a:latin typeface="맑은 고딕"/>
              </a:rPr>
              <a:t>,</a:t>
            </a:r>
            <a:r>
              <a:rPr sz="10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43B72"/>
                </a:solidFill>
                <a:latin typeface="맑은 고딕"/>
              </a:rPr>
              <a:t>실현변동성과</a:t>
            </a:r>
            <a:r>
              <a:rPr sz="10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43B72"/>
                </a:solidFill>
                <a:latin typeface="맑은 고딕"/>
              </a:rPr>
              <a:t>방향으로</a:t>
            </a:r>
            <a:r>
              <a:rPr sz="10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43B72"/>
                </a:solidFill>
                <a:latin typeface="맑은 고딕"/>
              </a:rPr>
              <a:t>구분</a:t>
            </a:r>
            <a:endParaRPr sz="1000" b="1" dirty="0">
              <a:solidFill>
                <a:srgbClr val="043B72"/>
              </a:solidFill>
              <a:latin typeface="맑은 고딕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0298769"/>
              </p:ext>
            </p:extLst>
          </p:nvPr>
        </p:nvGraphicFramePr>
        <p:xfrm>
          <a:off x="493776" y="1719072"/>
          <a:ext cx="448056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6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국면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맑은 고딕"/>
                        </a:rPr>
                        <a:t>시기</a:t>
                      </a:r>
                      <a:endParaRPr sz="85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영업일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변동성</a:t>
                      </a: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맑은 고딕"/>
                        </a:rPr>
                        <a:t>연율화</a:t>
                      </a:r>
                      <a:r>
                        <a:rPr lang="en-US" altLang="ko-KR" sz="850" b="1" dirty="0">
                          <a:solidFill>
                            <a:srgbClr val="FFFFFF"/>
                          </a:solidFill>
                          <a:latin typeface="맑은 고딕"/>
                        </a:rPr>
                        <a:t>)</a:t>
                      </a:r>
                      <a:endParaRPr sz="85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1" kern="1200" dirty="0">
                          <a:solidFill>
                            <a:srgbClr val="FFFFFF"/>
                          </a:solidFill>
                          <a:latin typeface="맑은 고딕"/>
                          <a:ea typeface="+mn-ea"/>
                          <a:cs typeface="+mn-cs"/>
                        </a:rPr>
                        <a:t>삼성전자 </a:t>
                      </a:r>
                      <a:r>
                        <a:rPr lang="en-US" altLang="ko-KR" sz="850" b="1" kern="1200" dirty="0">
                          <a:solidFill>
                            <a:srgbClr val="FFFFFF"/>
                          </a:solidFill>
                          <a:latin typeface="맑은 고딕"/>
                          <a:ea typeface="+mn-ea"/>
                          <a:cs typeface="+mn-cs"/>
                        </a:rPr>
                        <a:t>50:</a:t>
                      </a:r>
                      <a:r>
                        <a:rPr lang="ko-KR" altLang="en-US" sz="850" b="1" kern="1200" dirty="0">
                          <a:solidFill>
                            <a:srgbClr val="FFFFFF"/>
                          </a:solidFill>
                          <a:latin typeface="맑은 고딕"/>
                          <a:ea typeface="+mn-ea"/>
                          <a:cs typeface="+mn-cs"/>
                        </a:rPr>
                        <a:t>하이닉스 </a:t>
                      </a:r>
                      <a:r>
                        <a:rPr lang="en-US" altLang="ko-KR" sz="850" b="1" kern="1200" dirty="0">
                          <a:solidFill>
                            <a:srgbClr val="FFFFFF"/>
                          </a:solidFill>
                          <a:latin typeface="맑은 고딕"/>
                          <a:ea typeface="+mn-ea"/>
                          <a:cs typeface="+mn-cs"/>
                        </a:rPr>
                        <a:t>50</a:t>
                      </a:r>
                    </a:p>
                    <a:p>
                      <a:pPr algn="ctr"/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맑은 고딕"/>
                        </a:rPr>
                        <a:t>수익률</a:t>
                      </a:r>
                      <a:endParaRPr sz="85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저변동 상승기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23.10~24.06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164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23~31%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+59%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고변동 하락기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24.07~24.11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104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30→48%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43B72"/>
                          </a:solidFill>
                          <a:latin typeface="맑은 고딕"/>
                        </a:rPr>
                        <a:t>-32%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중변동 횡보기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24.12~25.05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120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32~38%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+17%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고변동 급등기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25.07~26.06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244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27→82%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6015"/>
                          </a:solidFill>
                          <a:latin typeface="맑은 고딕"/>
                        </a:rPr>
                        <a:t>+638%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</a:rPr>
                        <a:t>초고변동 급락기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26.07~26.07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</a:rPr>
                        <a:t>82→103%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043B72"/>
                          </a:solidFill>
                          <a:latin typeface="맑은 고딕"/>
                        </a:rPr>
                        <a:t>-40%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93776" y="3566160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43B72"/>
                </a:solidFill>
                <a:latin typeface="맑은 고딕"/>
              </a:rPr>
              <a:t>② </a:t>
            </a:r>
            <a:r>
              <a:rPr sz="1000" b="1" dirty="0" err="1">
                <a:solidFill>
                  <a:srgbClr val="043B72"/>
                </a:solidFill>
                <a:latin typeface="맑은 고딕"/>
              </a:rPr>
              <a:t>국면별</a:t>
            </a:r>
            <a:r>
              <a:rPr sz="10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43B72"/>
                </a:solidFill>
                <a:latin typeface="맑은 고딕"/>
              </a:rPr>
              <a:t>성격</a:t>
            </a:r>
            <a:endParaRPr sz="1000" b="1" dirty="0">
              <a:solidFill>
                <a:srgbClr val="043B72"/>
              </a:solidFill>
              <a:latin typeface="맑은 고딕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93776" y="3785615"/>
          <a:ext cx="4224527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2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국면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이 국면에서 전략이 하는 일</a:t>
                      </a:r>
                    </a:p>
                  </a:txBody>
                  <a:tcPr marL="45720" marR="45720" marT="3657" marB="3657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</a:rPr>
                        <a:t>저변동 상승기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실현변동성 20%대 · 완만한 우상향 — 변동성 매매 기회는 적고 방향성이 성과를 좌우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</a:rPr>
                        <a:t>고변동 하락기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변동성 30→48% 확대 + 기초 -32% — 저가매수로 편입비를 늘리며 낙폭 완화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</a:rPr>
                        <a:t>중변동 횡보기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변동성 30%대 · 등락 반복 — 저가매수·고가매도가 가장 잘 작동하는 국면</a:t>
                      </a: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</a:rPr>
                        <a:t>고변동 급등기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</a:rPr>
                        <a:t>변동성 27→82% · 기초 +589% 급등 — 목표 달성·분배가 반복</a:t>
                      </a:r>
                    </a:p>
                  </a:txBody>
                  <a:tcPr marL="45720" marR="45720" marT="3657" marB="3657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750" b="1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초고변동</a:t>
                      </a:r>
                      <a:r>
                        <a:rPr sz="750" b="1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750" b="1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급락기</a:t>
                      </a:r>
                      <a:endParaRPr sz="750" b="1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변동성</a:t>
                      </a:r>
                      <a:r>
                        <a:rPr sz="7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82→103% · 20영업일 </a:t>
                      </a:r>
                      <a:r>
                        <a:rPr sz="7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만에</a:t>
                      </a:r>
                      <a:r>
                        <a:rPr sz="7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7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기초</a:t>
                      </a:r>
                      <a:r>
                        <a:rPr sz="7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-40% — </a:t>
                      </a:r>
                      <a:r>
                        <a:rPr sz="7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방어력의</a:t>
                      </a:r>
                      <a:r>
                        <a:rPr sz="7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7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한계</a:t>
                      </a:r>
                      <a:r>
                        <a:rPr sz="7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7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시험</a:t>
                      </a:r>
                      <a:r>
                        <a:rPr sz="7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7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구간</a:t>
                      </a:r>
                      <a:endParaRPr sz="75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45720" marR="45720" marT="3657" marB="365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901184" y="1444752"/>
            <a:ext cx="448056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43B72"/>
                </a:solidFill>
                <a:latin typeface="맑은 고딕"/>
              </a:rPr>
              <a:t>③ 최대낙폭 크기(|MDD|), 모든 국면에서 기초보다 얕다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6136094"/>
            <a:ext cx="89154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dirty="0">
                <a:latin typeface="+mn-ea"/>
              </a:rPr>
              <a:t>MDD = 원금 기준 누계의 최고점 대비 최대 하락(차트는 크기 |MDD|) · 매수 5bp·매도 30bp·보수 등 연 2.0% 반영 · 시뮬레이션이며 원금 비보장 · raw: 제안서_차트raw_20260812.xlsx 'P16_국면낙폭'</a:t>
            </a:r>
            <a:endParaRPr lang="en-US" sz="750" b="0" dirty="0">
              <a:latin typeface="+mn-ea"/>
            </a:endParaRPr>
          </a:p>
          <a:p>
            <a:r>
              <a:rPr lang="ko-KR" altLang="en-US" sz="750" b="0" dirty="0" err="1">
                <a:latin typeface="+mn-ea"/>
              </a:rPr>
              <a:t>실현변</a:t>
            </a:r>
            <a:r>
              <a:rPr sz="750" b="0" dirty="0" err="1">
                <a:latin typeface="+mn-ea"/>
              </a:rPr>
              <a:t>동성</a:t>
            </a:r>
            <a:r>
              <a:rPr sz="750" b="0" dirty="0">
                <a:latin typeface="+mn-ea"/>
              </a:rPr>
              <a:t> = </a:t>
            </a:r>
            <a:r>
              <a:rPr sz="750" b="0" dirty="0" err="1">
                <a:latin typeface="+mn-ea"/>
              </a:rPr>
              <a:t>기초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일간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수익률</a:t>
            </a:r>
            <a:r>
              <a:rPr sz="750" b="0" dirty="0">
                <a:latin typeface="+mn-ea"/>
              </a:rPr>
              <a:t> </a:t>
            </a:r>
            <a:r>
              <a:rPr sz="750" b="0" dirty="0" err="1">
                <a:latin typeface="+mn-ea"/>
              </a:rPr>
              <a:t>롤링</a:t>
            </a:r>
            <a:r>
              <a:rPr sz="750" b="0" dirty="0">
                <a:latin typeface="+mn-ea"/>
              </a:rPr>
              <a:t> 60영업일 </a:t>
            </a:r>
            <a:r>
              <a:rPr sz="750" b="0" dirty="0" err="1">
                <a:latin typeface="+mn-ea"/>
              </a:rPr>
              <a:t>표본표준편차</a:t>
            </a:r>
            <a:r>
              <a:rPr sz="750" b="0" dirty="0">
                <a:latin typeface="+mn-ea"/>
              </a:rPr>
              <a:t>×√252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901184" y="1700784"/>
          <a:ext cx="4507992" cy="3305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02062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DDA39-49D6-9479-6D0B-422E29FA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C39FCF1-FBFE-09E9-4D36-1A13BDA7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566928"/>
            <a:ext cx="8915400" cy="274320"/>
          </a:xfrm>
        </p:spPr>
        <p:txBody>
          <a:bodyPr/>
          <a:lstStyle/>
          <a:p>
            <a:r>
              <a:rPr lang="ko-KR" altLang="en-US" dirty="0"/>
              <a:t>변동성 하베스트 전략 - 예상 주식 편입비 (변동성전략 펀드)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D68C7FB-1952-DADB-25CB-C677E3AA7BD3}"/>
              </a:ext>
            </a:extLst>
          </p:cNvPr>
          <p:cNvGrpSpPr/>
          <p:nvPr/>
        </p:nvGrpSpPr>
        <p:grpSpPr>
          <a:xfrm>
            <a:off x="493341" y="977427"/>
            <a:ext cx="8913137" cy="307777"/>
            <a:chOff x="724703" y="3216740"/>
            <a:chExt cx="8913137" cy="307777"/>
          </a:xfrm>
        </p:grpSpPr>
        <p:sp>
          <p:nvSpPr>
            <p:cNvPr id="5" name="화살표: 갈매기형 수장 4">
              <a:extLst>
                <a:ext uri="{FF2B5EF4-FFF2-40B4-BE49-F238E27FC236}">
                  <a16:creationId xmlns:a16="http://schemas.microsoft.com/office/drawing/2014/main" id="{D52EC5F3-B26E-4093-013C-FBCF66E70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4703" y="3292000"/>
              <a:ext cx="144000" cy="144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B837D3-2252-5844-37BF-8E19085D6FFA}"/>
                </a:ext>
              </a:extLst>
            </p:cNvPr>
            <p:cNvSpPr txBox="1"/>
            <p:nvPr/>
          </p:nvSpPr>
          <p:spPr>
            <a:xfrm>
              <a:off x="904914" y="3216740"/>
              <a:ext cx="873292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sz="1400" dirty="0">
                  <a:latin typeface="KoPub돋움체_Pro Medium" panose="02020603020101020101" pitchFamily="18" charset="-127"/>
                  <a:ea typeface="KoPub돋움체_Pro Medium" panose="02020603020101020101" pitchFamily="18" charset="-127"/>
                </a:rPr>
                <a:t>설정 후 41% 편입 이후 기간 별 가격 변동에 따른 예상 편입 비중</a:t>
              </a:r>
            </a:p>
          </p:txBody>
        </p:sp>
      </p:grp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BC521641-32B6-2802-1843-64411CAF4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157391"/>
              </p:ext>
            </p:extLst>
          </p:nvPr>
        </p:nvGraphicFramePr>
        <p:xfrm>
          <a:off x="496892" y="1289304"/>
          <a:ext cx="8909586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798">
                  <a:extLst>
                    <a:ext uri="{9D8B030D-6E8A-4147-A177-3AD203B41FA5}">
                      <a16:colId xmlns:a16="http://schemas.microsoft.com/office/drawing/2014/main" val="986759774"/>
                    </a:ext>
                  </a:extLst>
                </a:gridCol>
                <a:gridCol w="1272798">
                  <a:extLst>
                    <a:ext uri="{9D8B030D-6E8A-4147-A177-3AD203B41FA5}">
                      <a16:colId xmlns:a16="http://schemas.microsoft.com/office/drawing/2014/main" val="1696418355"/>
                    </a:ext>
                  </a:extLst>
                </a:gridCol>
                <a:gridCol w="1272798">
                  <a:extLst>
                    <a:ext uri="{9D8B030D-6E8A-4147-A177-3AD203B41FA5}">
                      <a16:colId xmlns:a16="http://schemas.microsoft.com/office/drawing/2014/main" val="1692620824"/>
                    </a:ext>
                  </a:extLst>
                </a:gridCol>
                <a:gridCol w="1272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2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수익률</a:t>
                      </a:r>
                      <a:endParaRPr sz="900" b="1" i="0" dirty="0">
                        <a:solidFill>
                          <a:srgbClr val="FFFFFF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최초편입 비중</a:t>
                      </a:r>
                      <a:endParaRPr sz="900" b="1" i="0" dirty="0">
                        <a:solidFill>
                          <a:srgbClr val="FFFFFF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</a:t>
                      </a:r>
                      <a:r>
                        <a:rPr lang="ko-KR" altLang="en-US"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개월 </a:t>
                      </a:r>
                      <a:endParaRPr sz="900" b="1" i="0" dirty="0">
                        <a:solidFill>
                          <a:srgbClr val="FFFFFF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</a:t>
                      </a:r>
                      <a:r>
                        <a:rPr lang="ko-KR" altLang="en-US"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개월</a:t>
                      </a:r>
                      <a:endParaRPr sz="900" b="1" i="0" dirty="0">
                        <a:solidFill>
                          <a:srgbClr val="FFFFFF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</a:t>
                      </a:r>
                      <a:r>
                        <a:rPr lang="ko-KR" altLang="en-US"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개월</a:t>
                      </a:r>
                      <a:endParaRPr sz="900" b="1" i="0" dirty="0">
                        <a:solidFill>
                          <a:srgbClr val="FFFFFF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</a:t>
                      </a:r>
                      <a:r>
                        <a:rPr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</a:t>
                      </a:r>
                      <a:r>
                        <a:rPr sz="900" b="1" i="0" dirty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40%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21%(-20%)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20%(-21%)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17%(-24%)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11%(-30%)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10%(-31%)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35558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35%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22%(-19%)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22%(-19%)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19%(-22%)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14%(-27%)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10%(-31%)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073689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30%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25%(-16%)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24%(-17%)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22%(-19%)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17%(-24%)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10%(-31%)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410019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25%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27%(-14%)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26%(-15%)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25%(-16%)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20%(-21%)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10%(-31%)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20%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29%(-12%)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29%(-12%)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28%(-13%)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25%(-16%)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10%(-31%)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15%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32%(-9%)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32%(-9%)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32%(-9%)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29%(-12%)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10%(-31%)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35%(-6%)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35%(-6%)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36%(-5%)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35%(-6%)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10%(-31%)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5%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38%(-3%)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39%(-2%)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40%(-1%)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41%(+0%)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10%(-31%)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5022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0%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41%(+0%)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42%(+1%)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43%(+2%)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45%(+4%)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48%(+7%)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54%(+13%)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-5%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45%(+4%)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47%(+6%)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50%(+9%)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56%(+15%)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100%(+59%)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-10%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49%(+8%)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52%(+11%)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56%(+15%)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63%(+22%)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100%(+59%)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-15%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54%(+13%)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56%(+15%)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62%(+21%)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71%(+30%)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100%(+59%)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-20%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58%(+17%)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61%(+20%)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68%(+27%)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79%(+38%)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100%(+59%)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-25%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63%(+22%)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66%(+25%)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74%(+33%)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86%(+45%)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100%(+59%)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131346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-30%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68%(+27%)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72%(+31%)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80%(+39%)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93%(+52%)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100%(+59%)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446713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-35%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73%(+32%)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77%(+36%)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86%(+45%)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98%(+57%)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100%(+59%)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74389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-40%</a:t>
                      </a:r>
                      <a:endParaRPr sz="900" b="1" i="0" dirty="0">
                        <a:solidFill>
                          <a:srgbClr val="043B72"/>
                        </a:solidFill>
                        <a:latin typeface="KoPub돋움체_Pro Bold"/>
                        <a:ea typeface="KoPub돋움체_Pro Bold"/>
                        <a:cs typeface="KoPub돋움체_Pro Bold"/>
                      </a:endParaRP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78%(+37%)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83%(+42%)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91%(+50%)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100%(+59%)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222222"/>
                          </a:solidFill>
                          <a:effectLst/>
                          <a:latin typeface="KoPub돋움체_Pro Medium" panose="02020603020101020101" pitchFamily="18" charset="-127"/>
                          <a:ea typeface="KoPub돋움체_Pro Medium" panose="02020603020101020101" pitchFamily="18" charset="-127"/>
                        </a:rPr>
                        <a:t>100%(+59%)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93009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93776" y="5907024"/>
            <a:ext cx="8915400" cy="20774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dirty="0" err="1">
                <a:latin typeface="+mn-ea"/>
              </a:rPr>
              <a:t>변동성전략 펀드 · 잔존 12개월 설정 · σ60% 가정 · 괄호 = 최초 편입비(41%) 대비 변화(%p) · 최소 편입비 10% 의무 보유(하한) 반영</a:t>
            </a:r>
          </a:p>
        </p:txBody>
      </p:sp>
    </p:spTree>
    <p:extLst>
      <p:ext uri="{BB962C8B-B14F-4D97-AF65-F5344CB8AC3E}">
        <p14:creationId xmlns:p14="http://schemas.microsoft.com/office/powerpoint/2010/main" val="2308025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2E714-F9B0-B5E5-C765-9B6B2ACD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50EEF-239C-5F68-1560-49BA59EC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운용역</a:t>
            </a:r>
            <a:r>
              <a:rPr lang="ko-KR" altLang="en-US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소개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11DB5D-6024-9782-E63D-C1033E7222A2}"/>
              </a:ext>
            </a:extLst>
          </p:cNvPr>
          <p:cNvSpPr txBox="1"/>
          <p:nvPr/>
        </p:nvSpPr>
        <p:spPr>
          <a:xfrm>
            <a:off x="3040703" y="2379943"/>
            <a:ext cx="5345863" cy="1292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책임 담당자</a:t>
            </a:r>
            <a:endParaRPr lang="en-US" altLang="ko-KR" sz="1400" spc="-30" dirty="0">
              <a:solidFill>
                <a:schemeClr val="tx1">
                  <a:lumMod val="95000"/>
                  <a:lumOff val="5000"/>
                </a:schemeClr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900" spc="-30" dirty="0">
              <a:solidFill>
                <a:schemeClr val="tx1">
                  <a:lumMod val="95000"/>
                  <a:lumOff val="5000"/>
                </a:schemeClr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성명</a:t>
            </a: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: </a:t>
            </a:r>
            <a:r>
              <a:rPr lang="ko-KR" altLang="en-US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이현경</a:t>
            </a:r>
            <a:endParaRPr lang="en-US" altLang="ko-KR" sz="1000" spc="-30" dirty="0">
              <a:solidFill>
                <a:schemeClr val="tx1">
                  <a:lumMod val="95000"/>
                  <a:lumOff val="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소속</a:t>
            </a: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: AI</a:t>
            </a:r>
            <a:r>
              <a:rPr lang="ko-KR" altLang="en-US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금융공학운용부문 </a:t>
            </a: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/ </a:t>
            </a:r>
            <a:r>
              <a:rPr lang="ko-KR" altLang="en-US" sz="10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부문장</a:t>
            </a:r>
            <a:endParaRPr lang="en-US" altLang="ko-KR" sz="1000" spc="-30" dirty="0">
              <a:solidFill>
                <a:schemeClr val="tx1">
                  <a:lumMod val="95000"/>
                  <a:lumOff val="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학력</a:t>
            </a: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: </a:t>
            </a:r>
            <a:r>
              <a:rPr lang="en-US" altLang="ko-KR" sz="10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Mathmatics</a:t>
            </a:r>
            <a:r>
              <a:rPr lang="en-US" altLang="ko-KR" sz="10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(B.S.), Yonsei University / Economics (M.A.), Seoul National University</a:t>
            </a:r>
            <a:endParaRPr lang="ko-KR" altLang="ko-KR" sz="1000" spc="-30" dirty="0">
              <a:solidFill>
                <a:schemeClr val="tx1">
                  <a:lumMod val="95000"/>
                  <a:lumOff val="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E194655-AA48-45E6-9DFA-78E8E56DB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959273"/>
              </p:ext>
            </p:extLst>
          </p:nvPr>
        </p:nvGraphicFramePr>
        <p:xfrm>
          <a:off x="1620044" y="3864232"/>
          <a:ext cx="6665912" cy="1114424"/>
        </p:xfrm>
        <a:graphic>
          <a:graphicData uri="http://schemas.openxmlformats.org/drawingml/2006/table">
            <a:tbl>
              <a:tblPr/>
              <a:tblGrid>
                <a:gridCol w="2661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4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60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  <a:cs typeface="굴림"/>
                        </a:rPr>
                        <a:t>기간</a:t>
                      </a:r>
                      <a:endParaRPr lang="ko-KR" sz="1000" b="0" kern="100" dirty="0">
                        <a:solidFill>
                          <a:schemeClr val="tx1"/>
                        </a:solidFill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  <a:cs typeface="굴림"/>
                        </a:rPr>
                        <a:t>경력</a:t>
                      </a:r>
                      <a:endParaRPr lang="ko-KR" sz="1000" b="0" kern="100" dirty="0">
                        <a:solidFill>
                          <a:schemeClr val="tx1"/>
                        </a:solidFill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0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굴림"/>
                        </a:rPr>
                        <a:t>2001.02 ~ 2008.03 </a:t>
                      </a:r>
                      <a:endParaRPr 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미래에셋투신운용</a:t>
                      </a:r>
                      <a:r>
                        <a:rPr lang="ko-KR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 </a:t>
                      </a:r>
                      <a:r>
                        <a:rPr lang="en-US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/ </a:t>
                      </a:r>
                      <a:r>
                        <a:rPr lang="ko-KR" altLang="en-US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금융공학팀</a:t>
                      </a:r>
                      <a:endParaRPr lang="ko-KR" alt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0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2008.03 ~ 2012.03</a:t>
                      </a:r>
                      <a:endParaRPr 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미래에셋맵스자산운용</a:t>
                      </a:r>
                      <a:r>
                        <a:rPr lang="ko-KR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 </a:t>
                      </a:r>
                      <a:r>
                        <a:rPr lang="en-US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/ </a:t>
                      </a:r>
                      <a:r>
                        <a:rPr lang="en-US" altLang="ko-KR" sz="1000" kern="0" spc="-20" dirty="0">
                          <a:ln>
                            <a:solidFill>
                              <a:srgbClr val="F58220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lt"/>
                          <a:ea typeface="KoPub돋움체_Pro Bold" panose="02020603020101020101" pitchFamily="18" charset="-127"/>
                          <a:cs typeface="Pretendard Light" panose="02000403000000020004" pitchFamily="50" charset="-127"/>
                        </a:rPr>
                        <a:t>Multi Strategy </a:t>
                      </a:r>
                      <a:r>
                        <a:rPr lang="ko-KR" altLang="en-US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본부</a:t>
                      </a:r>
                      <a:endParaRPr lang="ko-KR" alt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60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2012.03 ~ </a:t>
                      </a:r>
                      <a:r>
                        <a:rPr lang="ko-KR" altLang="en-US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현재  </a:t>
                      </a:r>
                      <a:endParaRPr 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미래에셋자산운용</a:t>
                      </a:r>
                      <a:r>
                        <a:rPr lang="en-US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 /</a:t>
                      </a:r>
                      <a:r>
                        <a:rPr lang="en-US" altLang="ko-KR" sz="1000" kern="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 AI</a:t>
                      </a:r>
                      <a:r>
                        <a:rPr lang="ko-KR" altLang="en-US" sz="1000" kern="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금융공학운용부문</a:t>
                      </a:r>
                      <a:endParaRPr lang="ko-KR" alt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CC4A8C-0D20-2459-E40D-9359A9F5952D}"/>
              </a:ext>
            </a:extLst>
          </p:cNvPr>
          <p:cNvSpPr txBox="1"/>
          <p:nvPr/>
        </p:nvSpPr>
        <p:spPr>
          <a:xfrm>
            <a:off x="2582667" y="5007512"/>
            <a:ext cx="5803900" cy="215900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dirty="0">
                <a:latin typeface="KoPub돋움체_Pro Light" pitchFamily="18" charset="-127"/>
                <a:ea typeface="KoPub돋움체_Pro Light" pitchFamily="18" charset="-127"/>
                <a:cs typeface="[Yoon] 윤고딕 120_OTF"/>
              </a:rPr>
              <a:t>(2026.07.31 </a:t>
            </a:r>
            <a:r>
              <a:rPr kumimoji="0" lang="ko-KR" altLang="en-US" sz="800" dirty="0">
                <a:latin typeface="KoPub돋움체_Pro Light" pitchFamily="18" charset="-127"/>
                <a:ea typeface="KoPub돋움체_Pro Light" pitchFamily="18" charset="-127"/>
                <a:cs typeface="[Yoon] 윤고딕 120_OTF"/>
              </a:rPr>
              <a:t>기준</a:t>
            </a:r>
            <a:r>
              <a:rPr kumimoji="0" lang="en-US" altLang="ko-KR" sz="800" dirty="0">
                <a:latin typeface="KoPub돋움체_Pro Light" pitchFamily="18" charset="-127"/>
                <a:ea typeface="KoPub돋움체_Pro Light" pitchFamily="18" charset="-127"/>
                <a:cs typeface="[Yoon] 윤고딕 120_OTF"/>
              </a:rPr>
              <a:t>)</a:t>
            </a:r>
            <a:endParaRPr kumimoji="0" lang="ko-KR" altLang="en-US" sz="800" dirty="0">
              <a:latin typeface="KoPub돋움체_Pro Light" pitchFamily="18" charset="-127"/>
              <a:ea typeface="KoPub돋움체_Pro Light" pitchFamily="18" charset="-127"/>
              <a:cs typeface="[Yoon] 윤고딕 120_OTF"/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D57C0C8D-3D31-291B-75FF-E66D6F4629BE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172" y="1907693"/>
            <a:ext cx="1285200" cy="17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082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5A83-30EB-57C6-31C3-80842B98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6070FC6-C774-CBCE-A319-282682D3B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96" y="1585298"/>
            <a:ext cx="4359104" cy="36874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5B0075E-6583-64A4-8DD3-433C49A6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금융공학운용부문 </a:t>
            </a:r>
            <a:r>
              <a:rPr lang="ko-KR" altLang="en-US" dirty="0" err="1"/>
              <a:t>퀀트</a:t>
            </a:r>
            <a:r>
              <a:rPr lang="ko-KR" altLang="en-US" dirty="0"/>
              <a:t> 시스템 </a:t>
            </a:r>
            <a:r>
              <a:rPr lang="en-US" altLang="ko-KR" dirty="0"/>
              <a:t>(QPMS Vol Trading)</a:t>
            </a:r>
            <a:endParaRPr lang="ko-KR" altLang="en-US" dirty="0"/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EF40496F-426C-7D1E-9982-858815FDEAE2}"/>
              </a:ext>
            </a:extLst>
          </p:cNvPr>
          <p:cNvSpPr/>
          <p:nvPr/>
        </p:nvSpPr>
        <p:spPr>
          <a:xfrm>
            <a:off x="6244683" y="2105028"/>
            <a:ext cx="3402238" cy="3472812"/>
          </a:xfrm>
          <a:prstGeom prst="roundRect">
            <a:avLst>
              <a:gd name="adj" fmla="val 4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bIns="0" rtlCol="0" anchor="t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300" b="1" dirty="0">
              <a:solidFill>
                <a:srgbClr val="F58220"/>
              </a:solidFill>
              <a:latin typeface="KoPub돋움체_Pro Bold"/>
              <a:ea typeface="KoPub돋움체_Pro Bold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일별 </a:t>
            </a: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리밸런싱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실시간으로 목표 편입비를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재산출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자의적 판단 배제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규칙대로 집행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일별 종가기준 목표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매칭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저가매수</a:t>
            </a:r>
            <a:r>
              <a:rPr lang="en-US" altLang="ko-KR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·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고가매도 규칙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지수 하락 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확대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상승 시 축소합니다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endParaRPr lang="en-US"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급등장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청산 규칙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지수가 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+10%·+20%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상승하면 편입비를 단계적으로 축소해 이익을 확정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F2337-45A9-8980-CA45-0D6F09C9C012}"/>
              </a:ext>
            </a:extLst>
          </p:cNvPr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규칙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기반의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리밸런싱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로직을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sz="1350" b="1" i="0" dirty="0"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시스템에서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연산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23679FB-5598-84D4-B602-8DFBC9D01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986" y="2150232"/>
            <a:ext cx="4694664" cy="34728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2493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FEF7-5F24-6FAB-31FA-F718D167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E3E6DD4-FD4A-36C9-9E2E-D9AD6D58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FAQ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9B6DE6-DAB5-4AF0-5879-7ED4B42C03F1}"/>
              </a:ext>
            </a:extLst>
          </p:cNvPr>
          <p:cNvSpPr txBox="1"/>
          <p:nvPr/>
        </p:nvSpPr>
        <p:spPr>
          <a:xfrm>
            <a:off x="493790" y="1058091"/>
            <a:ext cx="873252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43B72"/>
                </a:solidFill>
                <a:latin typeface="KoPub돋움체_Pro Bold"/>
              </a:rPr>
              <a:t>Q. 지수가 하락하면 펀드도 같이 떨어지는 것 아닌가요?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 dirty="0">
                <a:solidFill>
                  <a:srgbClr val="222222"/>
                </a:solidFill>
                <a:latin typeface="KoPub돋움체_Pro Medium"/>
              </a:rPr>
              <a:t>A. 같이 떨어지지만 낙폭이 더 얕도록 설계되어 있습니다. 하락할수록 저가매수로 편입비를 늘리는 구조로, 시뮬레이션(1만경로·변동성 60%) 기준 지수 -30% 구간의 평균 수익률은 -7%입니다. 실측 백테스트에서 기초가 -39.6% 급락한 2026년 7월에도 최대낙폭을 -22.0%로 방어했습니다. (가정에 따른 예시, 원금 보장 아님)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ECFC01-746D-D8E8-B39C-4FF3D7993C6A}"/>
              </a:ext>
            </a:extLst>
          </p:cNvPr>
          <p:cNvSpPr txBox="1"/>
          <p:nvPr/>
        </p:nvSpPr>
        <p:spPr>
          <a:xfrm>
            <a:off x="493790" y="2017118"/>
            <a:ext cx="873252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43B72"/>
                </a:solidFill>
                <a:latin typeface="KoPub돋움체_Pro Bold"/>
              </a:rPr>
              <a:t>Q. 상방 수익은 제한되는 것 아닌가요?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 dirty="0">
                <a:solidFill>
                  <a:srgbClr val="222222"/>
                </a:solidFill>
                <a:latin typeface="KoPub돋움체_Pro Medium"/>
              </a:rPr>
              <a:t>A. 일부 제한됩니다. 다만 최소 편입비 10%로 상승 참여를 유지하며, +15% 도달 시 분배 후 원금 재운용으로 사이클을 반복합니다. 2025.7~2026.6 급등기에 목표를 4회 달성해 원금 기준 +70%를 기록했습니다.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5E9D2-3E78-CC0E-2D5C-C77C9F76DA45}"/>
              </a:ext>
            </a:extLst>
          </p:cNvPr>
          <p:cNvSpPr txBox="1"/>
          <p:nvPr/>
        </p:nvSpPr>
        <p:spPr>
          <a:xfrm>
            <a:off x="493790" y="2976145"/>
            <a:ext cx="873252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43B72"/>
                </a:solidFill>
                <a:latin typeface="KoPub돋움체_Pro Bold"/>
              </a:rPr>
              <a:t>Q. 편입비는 어떻게 정해지나요?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 dirty="0">
                <a:solidFill>
                  <a:srgbClr val="222222"/>
                </a:solidFill>
                <a:latin typeface="KoPub돋움체_Pro Medium"/>
              </a:rPr>
              <a:t>A. 지수 위치(설정일=100)·잔존만기·변동성을 반영해 매일 목표 편입비를 산출하고, 최소 10%~최대 100% 범위에서 운용합니다. 설정일에는 41%로 시작해 남은 현금을 하락 시 저가매수 재원으로 씁니다. 시장 전망이나 타이밍 판단은 개입하지 않습니다.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7DCAFE-88C2-3662-D205-9191139A788A}"/>
              </a:ext>
            </a:extLst>
          </p:cNvPr>
          <p:cNvSpPr txBox="1"/>
          <p:nvPr/>
        </p:nvSpPr>
        <p:spPr>
          <a:xfrm>
            <a:off x="493790" y="4050357"/>
            <a:ext cx="8732520" cy="109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43B72"/>
                </a:solidFill>
                <a:latin typeface="KoPub돋움체_Pro Bold"/>
              </a:rPr>
              <a:t>Q. 상승장이 지속되면 조기에 끝나는 것 아닌가요?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 dirty="0">
                <a:solidFill>
                  <a:srgbClr val="222222"/>
                </a:solidFill>
                <a:latin typeface="KoPub돋움체_Pro Medium"/>
              </a:rPr>
              <a:t>A. 종료가 아니라 다음 사이클로 이어집니다. 2021.7~2026.5 완결 8턴 중 5턴에서 +15%를 달성해 분배했고, 원금 기준 누계는 +84%입니다. 목표 달성 시 수익을 분배하고 원금만 남겨 재운용합니다.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2D7B4B-24FE-87DB-8931-133A0D3A10B2}"/>
              </a:ext>
            </a:extLst>
          </p:cNvPr>
          <p:cNvSpPr txBox="1"/>
          <p:nvPr/>
        </p:nvSpPr>
        <p:spPr>
          <a:xfrm>
            <a:off x="493790" y="5009384"/>
            <a:ext cx="8732520" cy="109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43B72"/>
                </a:solidFill>
                <a:latin typeface="KoPub돋움체_Pro Bold"/>
              </a:rPr>
              <a:t>Q. 변동성이 줄어들면 수익을 못 내나요?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 dirty="0">
                <a:solidFill>
                  <a:srgbClr val="222222"/>
                </a:solidFill>
                <a:latin typeface="KoPub돋움체_Pro Medium"/>
              </a:rPr>
              <a:t>A. 매매 기회는 줄지만 보유 포지션으로 상승 수익을 확보합니다. 저변동 국면(변동성 23~31%) 월평균 +1.4%, 중변동 횡보 +1.8%였고, 변동성이 커질수록 수익 폭이 확대됩니다(고변동 급등기 월평균 +6.0%). 현재 실현변동성은 삼성전자 109%·SK하이닉스 129%로 '23~'24 평균(26%·41%)을 크게 웃도는 국면입니다.</a:t>
            </a:r>
          </a:p>
        </p:txBody>
      </p:sp>
    </p:spTree>
    <p:extLst>
      <p:ext uri="{BB962C8B-B14F-4D97-AF65-F5344CB8AC3E}">
        <p14:creationId xmlns:p14="http://schemas.microsoft.com/office/powerpoint/2010/main" val="4239422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4EFF8-B96D-0D12-6AA0-11FD3E3A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363253B-471B-FBC1-1874-3747DAC1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펀드 정보</a:t>
            </a:r>
          </a:p>
        </p:txBody>
      </p:sp>
    </p:spTree>
    <p:extLst>
      <p:ext uri="{BB962C8B-B14F-4D97-AF65-F5344CB8AC3E}">
        <p14:creationId xmlns:p14="http://schemas.microsoft.com/office/powerpoint/2010/main" val="927095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00C5-570E-99B4-33E3-1B39CB620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8281EFB-27A1-CEC7-70DF-46BC4959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투자 위험</a:t>
            </a:r>
          </a:p>
        </p:txBody>
      </p:sp>
    </p:spTree>
    <p:extLst>
      <p:ext uri="{BB962C8B-B14F-4D97-AF65-F5344CB8AC3E}">
        <p14:creationId xmlns:p14="http://schemas.microsoft.com/office/powerpoint/2010/main" val="3511596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1. </a:t>
            </a:r>
            <a:r>
              <a:rPr lang="ko-KR" altLang="en-US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투자철학</a:t>
            </a:r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및 </a:t>
            </a:r>
            <a:r>
              <a:rPr lang="ko-KR" altLang="en-US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운용전략</a:t>
            </a:r>
            <a:endParaRPr lang="en-US" altLang="ko-KR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marL="216000"/>
            <a:r>
              <a:rPr lang="en-US" altLang="ko-KR" dirty="0"/>
              <a:t>1) </a:t>
            </a:r>
            <a:r>
              <a:rPr lang="ko-KR" altLang="en-US" dirty="0" err="1"/>
              <a:t>투자철학</a:t>
            </a:r>
            <a:r>
              <a:rPr lang="ko-KR" altLang="en-US" dirty="0"/>
              <a:t> 및 목적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운용프로세스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916659" y="1890853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FEF2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5015055" y="3830682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F7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916659" y="3830682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E5EB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5015055" y="1890853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E5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자유형 38"/>
          <p:cNvSpPr/>
          <p:nvPr/>
        </p:nvSpPr>
        <p:spPr>
          <a:xfrm>
            <a:off x="4877998" y="3696430"/>
            <a:ext cx="138741" cy="138741"/>
          </a:xfrm>
          <a:custGeom>
            <a:avLst/>
            <a:gdLst>
              <a:gd name="connsiteX0" fmla="*/ 0 w 138741"/>
              <a:gd name="connsiteY0" fmla="*/ 0 h 138741"/>
              <a:gd name="connsiteX1" fmla="*/ 138741 w 138741"/>
              <a:gd name="connsiteY1" fmla="*/ 0 h 138741"/>
              <a:gd name="connsiteX2" fmla="*/ 138741 w 138741"/>
              <a:gd name="connsiteY2" fmla="*/ 138741 h 138741"/>
              <a:gd name="connsiteX3" fmla="*/ 0 w 138741"/>
              <a:gd name="connsiteY3" fmla="*/ 138741 h 138741"/>
              <a:gd name="connsiteX4" fmla="*/ 0 w 138741"/>
              <a:gd name="connsiteY4" fmla="*/ 0 h 138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741" h="138741">
                <a:moveTo>
                  <a:pt x="0" y="0"/>
                </a:moveTo>
                <a:lnTo>
                  <a:pt x="138741" y="0"/>
                </a:lnTo>
                <a:lnTo>
                  <a:pt x="138741" y="138741"/>
                </a:lnTo>
                <a:lnTo>
                  <a:pt x="0" y="1387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812239" y="2628401"/>
            <a:ext cx="2268000" cy="2268000"/>
            <a:chOff x="3808497" y="2588829"/>
            <a:chExt cx="2277741" cy="2277741"/>
          </a:xfrm>
        </p:grpSpPr>
        <p:sp>
          <p:nvSpPr>
            <p:cNvPr id="46" name="자유형 45"/>
            <p:cNvSpPr/>
            <p:nvPr/>
          </p:nvSpPr>
          <p:spPr>
            <a:xfrm>
              <a:off x="3808497" y="2588829"/>
              <a:ext cx="1069501" cy="1069501"/>
            </a:xfrm>
            <a:custGeom>
              <a:avLst/>
              <a:gdLst>
                <a:gd name="connsiteX0" fmla="*/ 1069501 w 1069501"/>
                <a:gd name="connsiteY0" fmla="*/ 0 h 1069501"/>
                <a:gd name="connsiteX1" fmla="*/ 1069501 w 1069501"/>
                <a:gd name="connsiteY1" fmla="*/ 1069501 h 1069501"/>
                <a:gd name="connsiteX2" fmla="*/ 0 w 1069501"/>
                <a:gd name="connsiteY2" fmla="*/ 1069501 h 1069501"/>
                <a:gd name="connsiteX3" fmla="*/ 2395 w 1069501"/>
                <a:gd name="connsiteY3" fmla="*/ 1022070 h 1069501"/>
                <a:gd name="connsiteX4" fmla="*/ 1022070 w 1069501"/>
                <a:gd name="connsiteY4" fmla="*/ 2395 h 1069501"/>
                <a:gd name="connsiteX5" fmla="*/ 1069501 w 1069501"/>
                <a:gd name="connsiteY5" fmla="*/ 0 h 106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1" h="1069501">
                  <a:moveTo>
                    <a:pt x="1069501" y="0"/>
                  </a:moveTo>
                  <a:lnTo>
                    <a:pt x="1069501" y="1069501"/>
                  </a:lnTo>
                  <a:lnTo>
                    <a:pt x="0" y="1069501"/>
                  </a:lnTo>
                  <a:lnTo>
                    <a:pt x="2395" y="1022070"/>
                  </a:lnTo>
                  <a:cubicBezTo>
                    <a:pt x="56996" y="484424"/>
                    <a:pt x="484424" y="56996"/>
                    <a:pt x="1022070" y="2395"/>
                  </a:cubicBezTo>
                  <a:lnTo>
                    <a:pt x="10695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  <p:sp>
          <p:nvSpPr>
            <p:cNvPr id="44" name="자유형 43"/>
            <p:cNvSpPr/>
            <p:nvPr/>
          </p:nvSpPr>
          <p:spPr>
            <a:xfrm>
              <a:off x="5016738" y="2588829"/>
              <a:ext cx="1069500" cy="1069501"/>
            </a:xfrm>
            <a:custGeom>
              <a:avLst/>
              <a:gdLst>
                <a:gd name="connsiteX0" fmla="*/ 0 w 1069500"/>
                <a:gd name="connsiteY0" fmla="*/ 0 h 1069501"/>
                <a:gd name="connsiteX1" fmla="*/ 47430 w 1069500"/>
                <a:gd name="connsiteY1" fmla="*/ 2395 h 1069501"/>
                <a:gd name="connsiteX2" fmla="*/ 1067105 w 1069500"/>
                <a:gd name="connsiteY2" fmla="*/ 1022070 h 1069501"/>
                <a:gd name="connsiteX3" fmla="*/ 1069500 w 1069500"/>
                <a:gd name="connsiteY3" fmla="*/ 1069501 h 1069501"/>
                <a:gd name="connsiteX4" fmla="*/ 0 w 1069500"/>
                <a:gd name="connsiteY4" fmla="*/ 1069501 h 1069501"/>
                <a:gd name="connsiteX5" fmla="*/ 0 w 1069500"/>
                <a:gd name="connsiteY5" fmla="*/ 0 h 106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0" h="1069501">
                  <a:moveTo>
                    <a:pt x="0" y="0"/>
                  </a:moveTo>
                  <a:lnTo>
                    <a:pt x="47430" y="2395"/>
                  </a:lnTo>
                  <a:cubicBezTo>
                    <a:pt x="585076" y="56996"/>
                    <a:pt x="1012504" y="484424"/>
                    <a:pt x="1067105" y="1022070"/>
                  </a:cubicBezTo>
                  <a:lnTo>
                    <a:pt x="1069500" y="1069501"/>
                  </a:lnTo>
                  <a:lnTo>
                    <a:pt x="0" y="1069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  <p:sp>
          <p:nvSpPr>
            <p:cNvPr id="36" name="자유형 35"/>
            <p:cNvSpPr/>
            <p:nvPr/>
          </p:nvSpPr>
          <p:spPr>
            <a:xfrm>
              <a:off x="3808497" y="3797070"/>
              <a:ext cx="1069501" cy="1069500"/>
            </a:xfrm>
            <a:custGeom>
              <a:avLst/>
              <a:gdLst>
                <a:gd name="connsiteX0" fmla="*/ 0 w 1069501"/>
                <a:gd name="connsiteY0" fmla="*/ 0 h 1069500"/>
                <a:gd name="connsiteX1" fmla="*/ 1069501 w 1069501"/>
                <a:gd name="connsiteY1" fmla="*/ 0 h 1069500"/>
                <a:gd name="connsiteX2" fmla="*/ 1069501 w 1069501"/>
                <a:gd name="connsiteY2" fmla="*/ 1069500 h 1069500"/>
                <a:gd name="connsiteX3" fmla="*/ 1022070 w 1069501"/>
                <a:gd name="connsiteY3" fmla="*/ 1067105 h 1069500"/>
                <a:gd name="connsiteX4" fmla="*/ 2395 w 1069501"/>
                <a:gd name="connsiteY4" fmla="*/ 47430 h 1069500"/>
                <a:gd name="connsiteX5" fmla="*/ 0 w 1069501"/>
                <a:gd name="connsiteY5" fmla="*/ 0 h 106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1" h="1069500">
                  <a:moveTo>
                    <a:pt x="0" y="0"/>
                  </a:moveTo>
                  <a:lnTo>
                    <a:pt x="1069501" y="0"/>
                  </a:lnTo>
                  <a:lnTo>
                    <a:pt x="1069501" y="1069500"/>
                  </a:lnTo>
                  <a:lnTo>
                    <a:pt x="1022070" y="1067105"/>
                  </a:lnTo>
                  <a:cubicBezTo>
                    <a:pt x="484424" y="1012504"/>
                    <a:pt x="56996" y="585076"/>
                    <a:pt x="2395" y="474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  <p:sp>
          <p:nvSpPr>
            <p:cNvPr id="35" name="자유형 34"/>
            <p:cNvSpPr/>
            <p:nvPr/>
          </p:nvSpPr>
          <p:spPr>
            <a:xfrm>
              <a:off x="5016738" y="3797070"/>
              <a:ext cx="1069500" cy="1069500"/>
            </a:xfrm>
            <a:custGeom>
              <a:avLst/>
              <a:gdLst>
                <a:gd name="connsiteX0" fmla="*/ 0 w 1069500"/>
                <a:gd name="connsiteY0" fmla="*/ 0 h 1069500"/>
                <a:gd name="connsiteX1" fmla="*/ 1069500 w 1069500"/>
                <a:gd name="connsiteY1" fmla="*/ 0 h 1069500"/>
                <a:gd name="connsiteX2" fmla="*/ 1067105 w 1069500"/>
                <a:gd name="connsiteY2" fmla="*/ 47430 h 1069500"/>
                <a:gd name="connsiteX3" fmla="*/ 47430 w 1069500"/>
                <a:gd name="connsiteY3" fmla="*/ 1067105 h 1069500"/>
                <a:gd name="connsiteX4" fmla="*/ 0 w 1069500"/>
                <a:gd name="connsiteY4" fmla="*/ 1069500 h 1069500"/>
                <a:gd name="connsiteX5" fmla="*/ 0 w 1069500"/>
                <a:gd name="connsiteY5" fmla="*/ 0 h 106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0" h="1069500">
                  <a:moveTo>
                    <a:pt x="0" y="0"/>
                  </a:moveTo>
                  <a:lnTo>
                    <a:pt x="1069500" y="0"/>
                  </a:lnTo>
                  <a:lnTo>
                    <a:pt x="1067105" y="47430"/>
                  </a:lnTo>
                  <a:cubicBezTo>
                    <a:pt x="1012504" y="585076"/>
                    <a:pt x="585076" y="1012504"/>
                    <a:pt x="47430" y="1067105"/>
                  </a:cubicBezTo>
                  <a:lnTo>
                    <a:pt x="0" y="1069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2189868" y="2838963"/>
            <a:ext cx="1413849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경쟁력의</a:t>
            </a:r>
            <a:r>
              <a:rPr lang="en-US" altLang="ko-KR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관점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에서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투자기업을</a:t>
            </a:r>
            <a:r>
              <a:rPr lang="en-US" altLang="ko-KR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봅니다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189868" y="3978737"/>
            <a:ext cx="1413849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장기적인</a:t>
            </a:r>
            <a:r>
              <a:rPr lang="en-US" altLang="ko-KR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관점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에서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투자합니다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280133" y="2838963"/>
            <a:ext cx="1673535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기대수익</a:t>
            </a: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과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함께</a:t>
            </a:r>
            <a:r>
              <a:rPr lang="en-US" altLang="ko-KR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위험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을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살핍니다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280133" y="3978737"/>
            <a:ext cx="2426946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팀 어프로치</a:t>
            </a:r>
            <a:r>
              <a:rPr lang="en-US" altLang="ko-KR" sz="11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(team-approach)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에 의해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신중하게 </a:t>
            </a: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의사결정합니다</a:t>
            </a:r>
            <a:endParaRPr lang="ko-KR" altLang="en-US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830097" y="5743395"/>
            <a:ext cx="2245807" cy="184666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이상의 원칙을 일관성 있게 지킵니다</a:t>
            </a:r>
            <a:r>
              <a:rPr lang="en-US" altLang="ko-KR" sz="1200" dirty="0">
                <a:solidFill>
                  <a:schemeClr val="accent2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.</a:t>
            </a:r>
            <a:endParaRPr lang="ko-KR" altLang="en-US" sz="1200" dirty="0">
              <a:solidFill>
                <a:schemeClr val="accent2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4100239" y="2916401"/>
            <a:ext cx="1692000" cy="1692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sx="110000" sy="110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866" y="3428156"/>
            <a:ext cx="1413782" cy="565287"/>
          </a:xfrm>
          <a:prstGeom prst="rect">
            <a:avLst/>
          </a:prstGeom>
        </p:spPr>
      </p:pic>
      <p:sp>
        <p:nvSpPr>
          <p:cNvPr id="43" name="직사각형 42"/>
          <p:cNvSpPr/>
          <p:nvPr/>
        </p:nvSpPr>
        <p:spPr>
          <a:xfrm>
            <a:off x="5328392" y="4917860"/>
            <a:ext cx="3480120" cy="5509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미래에셋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글로벌 및 자산간 리서치를 활용한 운용 프로세스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당사 글로벌 네트워크 기반의 차별화된 리서치로 신중한 투자 의사결정 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 </a:t>
            </a: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리서치가 차별화된 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MP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를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제시하고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, </a:t>
            </a:r>
            <a:r>
              <a:rPr lang="ko-KR" altLang="en-US" sz="900" spc="-2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운용역이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일정수준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복제하는 프로세스</a:t>
            </a:r>
            <a:endParaRPr lang="en-US" altLang="ko-KR" sz="900" spc="-2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225492" y="4917860"/>
            <a:ext cx="2689839" cy="36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경쟁력 있는 </a:t>
            </a:r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우량자산에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장기투자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높은 </a:t>
            </a: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우량자산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선정확률을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기반으로 장기투자를 지향 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5328392" y="2066952"/>
            <a:ext cx="3004027" cy="5509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체계적인 </a:t>
            </a:r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리스크관리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프로세스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운용전략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및 운용프로세스 점검을 통해 적정성 및 개선방안 검토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투자자산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개별기업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하위펀드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등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의 체계적인 점검 프로세스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1225492" y="2066952"/>
            <a:ext cx="3097002" cy="5509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미래에셋의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투자철학</a:t>
            </a:r>
            <a:r>
              <a:rPr lang="en-US" altLang="ko-KR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차별화된 경쟁력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리서치 기반의 경쟁력 있는 투자자산 발굴 및 제안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투자자산의 경쟁력을 정량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/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정성 평가하여 투자 의사결정에 반영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983184" y="1589039"/>
            <a:ext cx="1939635" cy="200055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en-US" altLang="ko-KR" sz="1300" dirty="0">
                <a:solidFill>
                  <a:schemeClr val="accent2"/>
                </a:solidFill>
                <a:latin typeface="+mj-ea"/>
                <a:ea typeface="+mj-ea"/>
              </a:rPr>
              <a:t>&lt;</a:t>
            </a:r>
            <a:r>
              <a:rPr lang="ko-KR" altLang="en-US" sz="1300" dirty="0" err="1">
                <a:solidFill>
                  <a:schemeClr val="accent2"/>
                </a:solidFill>
                <a:latin typeface="+mj-ea"/>
                <a:ea typeface="+mj-ea"/>
              </a:rPr>
              <a:t>미래에셋자산운용</a:t>
            </a:r>
            <a:r>
              <a:rPr lang="ko-KR" altLang="en-US" sz="1300" dirty="0">
                <a:solidFill>
                  <a:schemeClr val="accent2"/>
                </a:solidFill>
                <a:latin typeface="+mj-ea"/>
                <a:ea typeface="+mj-ea"/>
              </a:rPr>
              <a:t> 투자원칙</a:t>
            </a:r>
            <a:r>
              <a:rPr lang="en-US" altLang="ko-KR" sz="1300" dirty="0">
                <a:solidFill>
                  <a:schemeClr val="accent2"/>
                </a:solidFill>
                <a:latin typeface="+mj-ea"/>
                <a:ea typeface="+mj-ea"/>
              </a:rPr>
              <a:t>&gt;</a:t>
            </a:r>
            <a:endParaRPr lang="ko-KR" altLang="en-US" sz="13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167219" y="2986144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endParaRPr lang="ko-KR" altLang="en-US" sz="1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626795" y="2986144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165631" y="4328470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610127" y="4328470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78056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직선 연결선 98"/>
          <p:cNvCxnSpPr/>
          <p:nvPr/>
        </p:nvCxnSpPr>
        <p:spPr>
          <a:xfrm flipH="1">
            <a:off x="2729225" y="3153359"/>
            <a:ext cx="6021" cy="239661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 flipH="1">
            <a:off x="4188031" y="3153359"/>
            <a:ext cx="1" cy="139515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/>
          <p:nvPr/>
        </p:nvCxnSpPr>
        <p:spPr>
          <a:xfrm flipH="1">
            <a:off x="5663268" y="3153359"/>
            <a:ext cx="1" cy="18961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 flipH="1">
            <a:off x="8577098" y="3153359"/>
            <a:ext cx="1" cy="139515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H="1">
            <a:off x="7119454" y="3153359"/>
            <a:ext cx="1" cy="18961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 flipH="1">
            <a:off x="1256098" y="3153359"/>
            <a:ext cx="6021" cy="239661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1. </a:t>
            </a:r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전체 조직도</a:t>
            </a:r>
            <a:endParaRPr lang="en-US" altLang="ko-KR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 err="1"/>
              <a:t>운용조직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9777A5E-BD2B-3544-8CCA-D4A952A68A7A}"/>
              </a:ext>
            </a:extLst>
          </p:cNvPr>
          <p:cNvSpPr txBox="1">
            <a:spLocks/>
          </p:cNvSpPr>
          <p:nvPr/>
        </p:nvSpPr>
        <p:spPr>
          <a:xfrm>
            <a:off x="369416" y="1475788"/>
            <a:ext cx="8915400" cy="51668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dirty="0"/>
              <a:t>    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729BBA9-AB58-EA41-8107-328105F7951E}"/>
              </a:ext>
            </a:extLst>
          </p:cNvPr>
          <p:cNvSpPr txBox="1">
            <a:spLocks/>
          </p:cNvSpPr>
          <p:nvPr/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kern="1200">
                <a:solidFill>
                  <a:srgbClr val="3C3C3B"/>
                </a:solidFill>
                <a:latin typeface="+mn-ea"/>
                <a:ea typeface="+mn-ea"/>
                <a:cs typeface="KoPub돋움체_Pro Medium"/>
              </a:defRPr>
            </a:lvl1pPr>
            <a:lvl2pPr marL="457200" indent="0" algn="l" defTabSz="457200" rtl="0" eaLnBrk="1" latinLnBrk="1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914400" indent="0" algn="l" defTabSz="457200" rtl="0" eaLnBrk="1" latinLnBrk="1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371600" indent="0" algn="l" defTabSz="457200" rtl="0" eaLnBrk="1" latinLnBrk="1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1828800" indent="0" algn="l" defTabSz="457200" rtl="0" eaLnBrk="1" latinLnBrk="1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20"/>
              </a:lnSpc>
              <a:spcBef>
                <a:spcPts val="660"/>
              </a:spcBef>
            </a:pPr>
            <a:endParaRPr kumimoji="1" lang="en-US" altLang="ko-KR" dirty="0"/>
          </a:p>
          <a:p>
            <a:pPr>
              <a:lnSpc>
                <a:spcPts val="1320"/>
              </a:lnSpc>
              <a:spcBef>
                <a:spcPts val="660"/>
              </a:spcBef>
            </a:pPr>
            <a:endParaRPr kumimoji="1" lang="en-US" altLang="ko-KR" dirty="0"/>
          </a:p>
          <a:p>
            <a:pPr>
              <a:lnSpc>
                <a:spcPts val="1320"/>
              </a:lnSpc>
              <a:spcBef>
                <a:spcPts val="660"/>
              </a:spcBef>
            </a:pPr>
            <a:r>
              <a:rPr kumimoji="1" lang="en-US" altLang="ko-KR" dirty="0">
                <a:solidFill>
                  <a:schemeClr val="tx1"/>
                </a:solidFill>
              </a:rPr>
              <a:t>   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89777A5E-BD2B-3544-8CCA-D4A952A68A7A}"/>
              </a:ext>
            </a:extLst>
          </p:cNvPr>
          <p:cNvSpPr txBox="1">
            <a:spLocks/>
          </p:cNvSpPr>
          <p:nvPr/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dirty="0"/>
              <a:t>    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</p:txBody>
      </p:sp>
      <p:cxnSp>
        <p:nvCxnSpPr>
          <p:cNvPr id="20" name="직선 연결선 19"/>
          <p:cNvCxnSpPr/>
          <p:nvPr/>
        </p:nvCxnSpPr>
        <p:spPr>
          <a:xfrm flipH="1">
            <a:off x="1268798" y="2314528"/>
            <a:ext cx="1771" cy="398574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4924719" y="1906466"/>
            <a:ext cx="0" cy="1065794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21" idx="3"/>
            <a:endCxn id="29" idx="1"/>
          </p:cNvCxnSpPr>
          <p:nvPr/>
        </p:nvCxnSpPr>
        <p:spPr>
          <a:xfrm>
            <a:off x="5552948" y="1771870"/>
            <a:ext cx="2394150" cy="0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84" idx="3"/>
            <a:endCxn id="30" idx="1"/>
          </p:cNvCxnSpPr>
          <p:nvPr/>
        </p:nvCxnSpPr>
        <p:spPr>
          <a:xfrm>
            <a:off x="1898798" y="2218032"/>
            <a:ext cx="6048300" cy="0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/>
          <p:cNvGrpSpPr/>
          <p:nvPr/>
        </p:nvGrpSpPr>
        <p:grpSpPr>
          <a:xfrm>
            <a:off x="2732229" y="2972260"/>
            <a:ext cx="4389010" cy="134060"/>
            <a:chOff x="2760510" y="2859638"/>
            <a:chExt cx="4389010" cy="137346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276051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>
              <a:off x="422043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>
              <a:off x="568960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/>
            <p:cNvCxnSpPr/>
            <p:nvPr/>
          </p:nvCxnSpPr>
          <p:spPr>
            <a:xfrm>
              <a:off x="714952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모서리가 둥근 직사각형 28"/>
          <p:cNvSpPr/>
          <p:nvPr/>
        </p:nvSpPr>
        <p:spPr>
          <a:xfrm>
            <a:off x="7947098" y="1591870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금융소비자보호책임자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7947098" y="2038032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리스크관리위원회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cxnSp>
        <p:nvCxnSpPr>
          <p:cNvPr id="31" name="꺾인 연결선 30"/>
          <p:cNvCxnSpPr/>
          <p:nvPr/>
        </p:nvCxnSpPr>
        <p:spPr>
          <a:xfrm rot="5400000" flipH="1" flipV="1">
            <a:off x="4916012" y="-557941"/>
            <a:ext cx="13873" cy="7308300"/>
          </a:xfrm>
          <a:prstGeom prst="bentConnector3">
            <a:avLst>
              <a:gd name="adj1" fmla="val 944937"/>
            </a:avLst>
          </a:prstGeom>
          <a:ln w="6350" cap="sq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53"/>
          <p:cNvSpPr/>
          <p:nvPr/>
        </p:nvSpPr>
        <p:spPr>
          <a:xfrm>
            <a:off x="644819" y="442672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부동산부문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2106247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금융공학운용부문</a:t>
            </a:r>
            <a:endParaRPr lang="en-US" altLang="ko-KR" sz="900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3567675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ETF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마케팅부문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5027521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투자솔루션부문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6492546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디지털혁신부문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638798" y="2038032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투자전략위원회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638798" y="2484194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스튜어드십본부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2106247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글로벌투자부문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3567675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WM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마케팅부문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5027521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주택도시기금운용부문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6492546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경영혁신부문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7951959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상품전략본부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</a:p>
        </p:txBody>
      </p:sp>
      <p:sp>
        <p:nvSpPr>
          <p:cNvPr id="65" name="모서리가 둥근 직사각형 64"/>
          <p:cNvSpPr/>
          <p:nvPr/>
        </p:nvSpPr>
        <p:spPr>
          <a:xfrm>
            <a:off x="644819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주식운용부문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644819" y="353971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리서치부문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2106247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멀티전략투자부문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3567675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연금마케팅부문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5027521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기금솔루션부문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6492546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글로벌혁신부문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644819" y="398321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채권운용부문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2106247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ETF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3567675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기업솔루션부문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5027521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투자플랫폼사업부문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6492546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리스크관리부문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644819" y="531372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인프라투자부문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644819" y="487022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PEF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2106247" y="486949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자산배분부문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5027521" y="486949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투자와연금센터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7951959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법무실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7951959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감사실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7951959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홍보실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168858" y="5538428"/>
            <a:ext cx="10371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/>
              <a:t>(2000.00</a:t>
            </a:r>
            <a:r>
              <a:rPr lang="ko-KR" altLang="en-US" sz="1000" dirty="0"/>
              <a:t>월말 기준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92" name="모서리가 둥근 직사각형 91"/>
          <p:cNvSpPr/>
          <p:nvPr/>
        </p:nvSpPr>
        <p:spPr>
          <a:xfrm>
            <a:off x="6492546" y="486949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준법감시인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2106247" y="531282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pc="-5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글로벌</a:t>
            </a:r>
            <a:r>
              <a:rPr lang="en-US" altLang="ko-KR" sz="900" spc="-5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ETF</a:t>
            </a:r>
            <a:r>
              <a:rPr lang="ko-KR" altLang="en-US" sz="900" spc="-5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상품전략부문</a:t>
            </a:r>
            <a:endParaRPr lang="en-US" altLang="ko-KR" sz="900" spc="-5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4292948" y="1591870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대표이사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782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3790" y="1040633"/>
            <a:ext cx="8928000" cy="5166864"/>
          </a:xfrm>
        </p:spPr>
        <p:txBody>
          <a:bodyPr wrap="square" lIns="0" rIns="0" numCol="1">
            <a:spAutoFit/>
          </a:bodyPr>
          <a:lstStyle/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자료는 집합투자상품의 청약을 권유하기 위한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판촉물이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아니며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청약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권유시에는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반드시 투자설명서를 사용하여야 합니다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자료에 수록된 내용은 신뢰할 만한 자료 및 정보로부터 얻어진 것이나 당사는 그 정확성이나 안전성을 보장할 수 없습니다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  <a:b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</a:b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따라서 어떠한 경우에도 본 자료는 투자자의 투자 결과에 대한 법적 책임소재에 대한 증빙자료로 사용될 수 없습니다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자료는 판매회사 임직원의 이해를 돕기 위한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안내자료이며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임의로 일반투자자에게 제공했을 경우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당사는 일체의 법적 책임을 지지 않습니다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관련법령은 수익증권 투자에 대해서는 원리금을 보장하거나 보호하지 않습니다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따라서 투자원본의 전부 또는 일부에 대한 손실의 위험이 존재하며 투자금액의 손실 내지 감소의 위험은 전적으로 투자자가 부담하며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집합투자업자나 판매회사 등 어떤 당사자도 투자손실에 대하여 책임을 지지 아니합니다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집합투자상품은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운용결과에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따른 이익 또는 손실이 투자자에게 귀속되는 실적배당 상품이며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예금자 보호법의 보호 대상이 아닙니다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과거의 실적이 미래의 수익을 보장하는 것은 아닙니다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신탁재산을 주식 및 채권 등에 투자함으로써 투자신탁은 증권의 가격변동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이자율 등 기타 거시경제지표의 변화에 따른 위험에 노출됩니다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또한 신탁재산의 가치는 투자대상 종목의 영업환경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재무상황 및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신용상태의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악화에 따라 급격히 변동될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주식투자에 따른 비체계적 위험은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시장위험과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달리 분산투자로도 회피할 수 없는 위험이므로 투자종목에 대한 정기적 분석 및 점검을 통해 포트폴리오에 미치는 영향의 최소화를 추구하지만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개별주식에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대한 위험이 실제 발생할 경우 손실이 발생할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파생상품은 작은 증거금으로 거액의 결제가 가능한 지렛대효과로 인하여 기초자산에 직접 투자하는 경우에 비하여 높은 위험에 노출될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증권시장 규모 등을 감안할 때 신탁재산에서 거래량이 풍부하지 못한 종목에 투자하는 경우 투자대상 종목의 유동성 부족에 따른 환금성에 제약이 발생할 수 있으며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b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</a:b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이는 신탁재산의 가치하락을 초래할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법령 또는 법령에 의한 사유 발생시 및 투자신탁재산의 매각 불능과 투자자의 이익 또는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투자자간의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형평성을 해할 우려가 있는 경우 및 기타 금융감독위원회가 인정하는 경우 수익증권의 환매가 연기 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자료에 기재된 내용 중 투자참고 및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예측자료는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신뢰할 수 있다고 판단되는 각종 자료와 통계자료를 이용하여 작성한 것으로 향후 결과를 보증하는 것이 아닙니다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신탁재산은 “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자본시장법”에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의하여 신탁업자가 안전하게 보관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관리하고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자료에 포함된 모든 정보는 당사의 승인 없이 복제되어 유통될 수 없습니다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Compliance Notice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9754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5126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heme/theme1.xml><?xml version="1.0" encoding="utf-8"?>
<a:theme xmlns:a="http://schemas.openxmlformats.org/drawingml/2006/main" name="Office 테마">
  <a:themeElements>
    <a:clrScheme name="Mirae Asset Color">
      <a:dk1>
        <a:srgbClr val="000000"/>
      </a:dk1>
      <a:lt1>
        <a:srgbClr val="FFFFFF"/>
      </a:lt1>
      <a:dk2>
        <a:srgbClr val="F0B26B"/>
      </a:dk2>
      <a:lt2>
        <a:srgbClr val="84888B"/>
      </a:lt2>
      <a:accent1>
        <a:srgbClr val="F58220"/>
      </a:accent1>
      <a:accent2>
        <a:srgbClr val="043B72"/>
      </a:accent2>
      <a:accent3>
        <a:srgbClr val="00A9CE"/>
      </a:accent3>
      <a:accent4>
        <a:srgbClr val="0086B8"/>
      </a:accent4>
      <a:accent5>
        <a:srgbClr val="AE634E"/>
      </a:accent5>
      <a:accent6>
        <a:srgbClr val="E12F00"/>
      </a:accent6>
      <a:hlink>
        <a:srgbClr val="000000"/>
      </a:hlink>
      <a:folHlink>
        <a:srgbClr val="FF0000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10248</TotalTime>
  <Words>3521</Words>
  <Application>Microsoft Office PowerPoint</Application>
  <PresentationFormat>A4 용지(210x297mm)</PresentationFormat>
  <Paragraphs>678</Paragraphs>
  <Slides>25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7" baseType="lpstr">
      <vt:lpstr>[Yoon] 윤고딕 120_OTF</vt:lpstr>
      <vt:lpstr>KoPubWorld돋움체 Bold</vt:lpstr>
      <vt:lpstr>KoPubWorld돋움체 Medium</vt:lpstr>
      <vt:lpstr>KoPub돋움체_Pro Bold</vt:lpstr>
      <vt:lpstr>KoPub돋움체_Pro Light</vt:lpstr>
      <vt:lpstr>KoPub돋움체_Pro Medium</vt:lpstr>
      <vt:lpstr>맑은 고딕</vt:lpstr>
      <vt:lpstr>시스템 서체 일반체</vt:lpstr>
      <vt:lpstr>Arial</vt:lpstr>
      <vt:lpstr>Calibri</vt:lpstr>
      <vt:lpstr>Noto Sans</vt:lpstr>
      <vt:lpstr>Office 테마</vt:lpstr>
      <vt:lpstr>미래에셋 변동성하베스트 일반사모투자신탁</vt:lpstr>
      <vt:lpstr>PowerPoint 프레젠테이션</vt:lpstr>
      <vt:lpstr>Concept : 변동성 매매로 안정적 절대수익 추구</vt:lpstr>
      <vt:lpstr>Concept : 목표배당형 사모펀드</vt:lpstr>
      <vt:lpstr>시장 환경 : 역대급 변동성 시장 환경</vt:lpstr>
      <vt:lpstr>시장 환경 : 역대급 SK하이닉스, 삼성전자 변동성 </vt:lpstr>
      <vt:lpstr>펀드 전략 : 오르면 팔고 내리면 산다 </vt:lpstr>
      <vt:lpstr>펀드 전략 : 지수가 내려가면 목표 편입비가 올라간다 </vt:lpstr>
      <vt:lpstr>변동성 하베스트 전략 - 횡보장</vt:lpstr>
      <vt:lpstr>변동성 하베스트 전략 - 상승장</vt:lpstr>
      <vt:lpstr>변동성 하베스트 전략 - 하락장(1)</vt:lpstr>
      <vt:lpstr>변동성 하베스트 전략 - 하락장(2)</vt:lpstr>
      <vt:lpstr>변동성 하베스트 전략 - 과거 시뮬레이션 (변동성전략 펀드 수익률)</vt:lpstr>
      <vt:lpstr>PowerPoint 프레젠테이션</vt:lpstr>
      <vt:lpstr>변동성 하베스트 전략 - 과거 시뮬레이션</vt:lpstr>
      <vt:lpstr>변동성 하베스트 전략 - 예상 주식 편입비 (변동성전략 펀드)</vt:lpstr>
      <vt:lpstr>운용역 소개</vt:lpstr>
      <vt:lpstr>AI금융공학운용부문 퀀트 시스템 (QPMS Vol Trading)</vt:lpstr>
      <vt:lpstr>FAQ</vt:lpstr>
      <vt:lpstr>펀드 정보</vt:lpstr>
      <vt:lpstr>투자 위험</vt:lpstr>
      <vt:lpstr>Ⅰ. 운용프로세스 </vt:lpstr>
      <vt:lpstr>Ⅱ. 운용조직</vt:lpstr>
      <vt:lpstr>Compliance Notice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미래에셋자산운용 WM 및 연금마케팅 제안서 PPT 디자인 가이드라인</dc:title>
  <dc:creator>Joonho Shin(신준호)</dc:creator>
  <cp:lastModifiedBy>Joonho Shin(신준호)</cp:lastModifiedBy>
  <cp:revision>170</cp:revision>
  <cp:lastPrinted>2026-08-12T04:55:03Z</cp:lastPrinted>
  <dcterms:created xsi:type="dcterms:W3CDTF">2020-05-26T08:18:33Z</dcterms:created>
  <dcterms:modified xsi:type="dcterms:W3CDTF">2026-08-12T10:50:07Z</dcterms:modified>
</cp:coreProperties>
</file>