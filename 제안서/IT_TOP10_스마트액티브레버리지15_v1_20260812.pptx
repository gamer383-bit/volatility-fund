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7"/>
  </p:notesMasterIdLst>
  <p:handoutMasterIdLst>
    <p:handoutMasterId r:id="rId28"/>
  </p:handoutMasterIdLst>
  <p:sldIdLst>
    <p:sldId id="369" r:id="rId2"/>
    <p:sldId id="1073" r:id="rId3"/>
    <p:sldId id="392" r:id="rId4"/>
    <p:sldId id="1076" r:id="rId5"/>
    <p:sldId id="1090" r:id="rId6"/>
    <p:sldId id="1091" r:id="rId7"/>
    <p:sldId id="1092" r:id="rId8"/>
    <p:sldId id="1093" r:id="rId9"/>
    <p:sldId id="396" r:id="rId10"/>
    <p:sldId id="397" r:id="rId11"/>
    <p:sldId id="398" r:id="rId12"/>
    <p:sldId id="1094" r:id="rId13"/>
    <p:sldId id="412" r:id="rId14"/>
    <p:sldId id="411" r:id="rId15"/>
    <p:sldId id="399" r:id="rId16"/>
    <p:sldId id="413" r:id="rId17"/>
    <p:sldId id="406" r:id="rId18"/>
    <p:sldId id="402" r:id="rId19"/>
    <p:sldId id="414" r:id="rId20"/>
    <p:sldId id="404" r:id="rId21"/>
    <p:sldId id="405" r:id="rId22"/>
    <p:sldId id="390" r:id="rId23"/>
    <p:sldId id="391" r:id="rId24"/>
    <p:sldId id="368" r:id="rId25"/>
    <p:sldId id="272" r:id="rId26"/>
  </p:sldIdLst>
  <p:sldSz cx="9906000" cy="6858000" type="A4"/>
  <p:notesSz cx="6797675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pos="308" userDrawn="1">
          <p15:clr>
            <a:srgbClr val="A4A3A4"/>
          </p15:clr>
        </p15:guide>
        <p15:guide id="7" pos="5932" userDrawn="1">
          <p15:clr>
            <a:srgbClr val="A4A3A4"/>
          </p15:clr>
        </p15:guide>
        <p15:guide id="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38" y="78"/>
      </p:cViewPr>
      <p:guideLst>
        <p:guide pos="308"/>
        <p:guide pos="5932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10" d="100"/>
          <a:sy n="110" d="100"/>
        </p:scale>
        <p:origin x="1728" y="84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삼성전자</c:v>
                </c:pt>
              </c:strCache>
            </c:strRef>
          </c:tx>
          <c:spPr>
            <a:solidFill>
              <a:srgbClr val="043B72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2026*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0.23089999999999999</c:v>
                </c:pt>
                <c:pt idx="1">
                  <c:v>0.3337</c:v>
                </c:pt>
                <c:pt idx="2">
                  <c:v>0.21729999999999999</c:v>
                </c:pt>
                <c:pt idx="3">
                  <c:v>0.22800000000000001</c:v>
                </c:pt>
                <c:pt idx="4">
                  <c:v>0.21079999999999999</c:v>
                </c:pt>
                <c:pt idx="5">
                  <c:v>0.3201</c:v>
                </c:pt>
                <c:pt idx="6">
                  <c:v>0.34420000000000001</c:v>
                </c:pt>
                <c:pt idx="7">
                  <c:v>0.8952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18C-4BB7-8986-423C18DFF9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SK하이닉스</c:v>
                </c:pt>
              </c:strCache>
            </c:strRef>
          </c:tx>
          <c:spPr>
            <a:solidFill>
              <a:srgbClr val="F58220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2026*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0.35299999999999998</c:v>
                </c:pt>
                <c:pt idx="1">
                  <c:v>0.41339999999999999</c:v>
                </c:pt>
                <c:pt idx="2">
                  <c:v>0.3579</c:v>
                </c:pt>
                <c:pt idx="3">
                  <c:v>0.3322</c:v>
                </c:pt>
                <c:pt idx="4">
                  <c:v>0.35089999999999999</c:v>
                </c:pt>
                <c:pt idx="5">
                  <c:v>0.4945</c:v>
                </c:pt>
                <c:pt idx="6">
                  <c:v>0.54800000000000004</c:v>
                </c:pt>
                <c:pt idx="7">
                  <c:v>1.052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18C-4BB7-8986-423C18DFF9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잔존 12개월</c:v>
                </c:pt>
              </c:strCache>
            </c:strRef>
          </c:tx>
          <c:spPr>
            <a:ln w="3175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75</c:v>
                </c:pt>
                <c:pt idx="4">
                  <c:v>80</c:v>
                </c:pt>
                <c:pt idx="5">
                  <c:v>85</c:v>
                </c:pt>
                <c:pt idx="6">
                  <c:v>90</c:v>
                </c:pt>
                <c:pt idx="7">
                  <c:v>95</c:v>
                </c:pt>
                <c:pt idx="8">
                  <c:v>100</c:v>
                </c:pt>
                <c:pt idx="9">
                  <c:v>105</c:v>
                </c:pt>
                <c:pt idx="10">
                  <c:v>110</c:v>
                </c:pt>
                <c:pt idx="11">
                  <c:v>115</c:v>
                </c:pt>
                <c:pt idx="12">
                  <c:v>120</c:v>
                </c:pt>
                <c:pt idx="13">
                  <c:v>125</c:v>
                </c:pt>
                <c:pt idx="14">
                  <c:v>130</c:v>
                </c:pt>
                <c:pt idx="15">
                  <c:v>135</c:v>
                </c:pt>
                <c:pt idx="16">
                  <c:v>140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0.76100000000000001</c:v>
                </c:pt>
                <c:pt idx="1">
                  <c:v>0.71020000000000005</c:v>
                </c:pt>
                <c:pt idx="2">
                  <c:v>0.66069999999999995</c:v>
                </c:pt>
                <c:pt idx="3">
                  <c:v>0.61280000000000001</c:v>
                </c:pt>
                <c:pt idx="4">
                  <c:v>0.56720000000000004</c:v>
                </c:pt>
                <c:pt idx="5">
                  <c:v>0.52400000000000002</c:v>
                </c:pt>
                <c:pt idx="6">
                  <c:v>0.48330000000000001</c:v>
                </c:pt>
                <c:pt idx="7">
                  <c:v>0.44529999999999997</c:v>
                </c:pt>
                <c:pt idx="8">
                  <c:v>0.40989999999999999</c:v>
                </c:pt>
                <c:pt idx="9">
                  <c:v>0.37709999999999999</c:v>
                </c:pt>
                <c:pt idx="10">
                  <c:v>0.34670000000000001</c:v>
                </c:pt>
                <c:pt idx="11">
                  <c:v>0.31869999999999998</c:v>
                </c:pt>
                <c:pt idx="12">
                  <c:v>0.2928</c:v>
                </c:pt>
                <c:pt idx="13">
                  <c:v>0.26910000000000001</c:v>
                </c:pt>
                <c:pt idx="14">
                  <c:v>0.24729999999999999</c:v>
                </c:pt>
                <c:pt idx="15">
                  <c:v>0.22720000000000001</c:v>
                </c:pt>
                <c:pt idx="16">
                  <c:v>0.2089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75-40A9-AC7A-F6DAFB0920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잔존 6개월</c:v>
                </c:pt>
              </c:strCache>
            </c:strRef>
          </c:tx>
          <c:spPr>
            <a:ln w="22225">
              <a:solidFill>
                <a:srgbClr val="043B72"/>
              </a:solidFill>
              <a:prstDash val="dash"/>
            </a:ln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75</c:v>
                </c:pt>
                <c:pt idx="4">
                  <c:v>80</c:v>
                </c:pt>
                <c:pt idx="5">
                  <c:v>85</c:v>
                </c:pt>
                <c:pt idx="6">
                  <c:v>90</c:v>
                </c:pt>
                <c:pt idx="7">
                  <c:v>95</c:v>
                </c:pt>
                <c:pt idx="8">
                  <c:v>100</c:v>
                </c:pt>
                <c:pt idx="9">
                  <c:v>105</c:v>
                </c:pt>
                <c:pt idx="10">
                  <c:v>110</c:v>
                </c:pt>
                <c:pt idx="11">
                  <c:v>115</c:v>
                </c:pt>
                <c:pt idx="12">
                  <c:v>120</c:v>
                </c:pt>
                <c:pt idx="13">
                  <c:v>125</c:v>
                </c:pt>
                <c:pt idx="14">
                  <c:v>130</c:v>
                </c:pt>
                <c:pt idx="15">
                  <c:v>135</c:v>
                </c:pt>
                <c:pt idx="16">
                  <c:v>140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0.91180000000000005</c:v>
                </c:pt>
                <c:pt idx="1">
                  <c:v>0.85719999999999996</c:v>
                </c:pt>
                <c:pt idx="2">
                  <c:v>0.79869999999999997</c:v>
                </c:pt>
                <c:pt idx="3">
                  <c:v>0.73799999999999999</c:v>
                </c:pt>
                <c:pt idx="4">
                  <c:v>0.67700000000000005</c:v>
                </c:pt>
                <c:pt idx="5">
                  <c:v>0.6169</c:v>
                </c:pt>
                <c:pt idx="6">
                  <c:v>0.55889999999999995</c:v>
                </c:pt>
                <c:pt idx="7">
                  <c:v>0.50370000000000004</c:v>
                </c:pt>
                <c:pt idx="8">
                  <c:v>0.45190000000000002</c:v>
                </c:pt>
                <c:pt idx="9">
                  <c:v>0.40389999999999998</c:v>
                </c:pt>
                <c:pt idx="10">
                  <c:v>0.35970000000000002</c:v>
                </c:pt>
                <c:pt idx="11">
                  <c:v>0.31950000000000001</c:v>
                </c:pt>
                <c:pt idx="12">
                  <c:v>0.28299999999999997</c:v>
                </c:pt>
                <c:pt idx="13">
                  <c:v>0.25009999999999999</c:v>
                </c:pt>
                <c:pt idx="14">
                  <c:v>0.22070000000000001</c:v>
                </c:pt>
                <c:pt idx="15">
                  <c:v>0.19439999999999999</c:v>
                </c:pt>
                <c:pt idx="16">
                  <c:v>0.17100000000000001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75-40A9-AC7A-F6DAFB0920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잔존 1개월</c:v>
                </c:pt>
              </c:strCache>
            </c:strRef>
          </c:tx>
          <c:spPr>
            <a:ln w="22225">
              <a:solidFill>
                <a:srgbClr val="7F848A"/>
              </a:solidFill>
              <a:prstDash val="sysDot"/>
            </a:ln>
          </c:spPr>
          <c:marker>
            <c:symbol val="none"/>
          </c:marker>
          <c:cat>
            <c:strRef>
              <c:f>Sheet1!$A$2:$A$18</c:f>
              <c:strCache>
                <c:ptCount val="17"/>
                <c:pt idx="0">
                  <c:v>60</c:v>
                </c:pt>
                <c:pt idx="1">
                  <c:v>65</c:v>
                </c:pt>
                <c:pt idx="2">
                  <c:v>70</c:v>
                </c:pt>
                <c:pt idx="3">
                  <c:v>75</c:v>
                </c:pt>
                <c:pt idx="4">
                  <c:v>80</c:v>
                </c:pt>
                <c:pt idx="5">
                  <c:v>85</c:v>
                </c:pt>
                <c:pt idx="6">
                  <c:v>90</c:v>
                </c:pt>
                <c:pt idx="7">
                  <c:v>95</c:v>
                </c:pt>
                <c:pt idx="8">
                  <c:v>100</c:v>
                </c:pt>
                <c:pt idx="9">
                  <c:v>105</c:v>
                </c:pt>
                <c:pt idx="10">
                  <c:v>110</c:v>
                </c:pt>
                <c:pt idx="11">
                  <c:v>115</c:v>
                </c:pt>
                <c:pt idx="12">
                  <c:v>120</c:v>
                </c:pt>
                <c:pt idx="13">
                  <c:v>125</c:v>
                </c:pt>
                <c:pt idx="14">
                  <c:v>130</c:v>
                </c:pt>
                <c:pt idx="15">
                  <c:v>135</c:v>
                </c:pt>
                <c:pt idx="16">
                  <c:v>140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0.9718</c:v>
                </c:pt>
                <c:pt idx="5">
                  <c:v>0.88129999999999997</c:v>
                </c:pt>
                <c:pt idx="6">
                  <c:v>0.76739999999999997</c:v>
                </c:pt>
                <c:pt idx="7">
                  <c:v>0.64</c:v>
                </c:pt>
                <c:pt idx="8">
                  <c:v>0.51100000000000001</c:v>
                </c:pt>
                <c:pt idx="9">
                  <c:v>0.3911</c:v>
                </c:pt>
                <c:pt idx="10">
                  <c:v>0.28770000000000001</c:v>
                </c:pt>
                <c:pt idx="11">
                  <c:v>0.2039</c:v>
                </c:pt>
                <c:pt idx="12">
                  <c:v>0.13969999999999999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75-40A9-AC7A-F6DAFB0920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편입비(우축)</c:v>
                </c:pt>
              </c:strCache>
            </c:strRef>
          </c:tx>
          <c:spPr>
            <a:solidFill>
              <a:srgbClr val="F6C17C"/>
            </a:solidFill>
            <a:ln>
              <a:noFill/>
            </a:ln>
          </c:spPr>
          <c:invertIfNegative val="1"/>
          <c:cat>
            <c:strRef>
              <c:f>Sheet1!$A$2:$A$120</c:f>
              <c:strCache>
                <c:ptCount val="119"/>
                <c:pt idx="0">
                  <c:v>2024-12</c:v>
                </c:pt>
                <c:pt idx="20">
                  <c:v>2025-01</c:v>
                </c:pt>
                <c:pt idx="38">
                  <c:v>2025-02</c:v>
                </c:pt>
                <c:pt idx="58">
                  <c:v>2025-03</c:v>
                </c:pt>
                <c:pt idx="78">
                  <c:v>2025-04</c:v>
                </c:pt>
                <c:pt idx="100">
                  <c:v>2025-05</c:v>
                </c:pt>
              </c:strCache>
            </c:strRef>
          </c:cat>
          <c:val>
            <c:numRef>
              <c:f>Sheet1!$D$2:$D$120</c:f>
              <c:numCache>
                <c:formatCode>General</c:formatCode>
                <c:ptCount val="119"/>
                <c:pt idx="0">
                  <c:v>0.45290000000000002</c:v>
                </c:pt>
                <c:pt idx="1">
                  <c:v>0.43240000000000001</c:v>
                </c:pt>
                <c:pt idx="2">
                  <c:v>0.43359999999999999</c:v>
                </c:pt>
                <c:pt idx="3">
                  <c:v>0.40799999999999997</c:v>
                </c:pt>
                <c:pt idx="4">
                  <c:v>0.42280000000000001</c:v>
                </c:pt>
                <c:pt idx="5">
                  <c:v>0.42249999999999999</c:v>
                </c:pt>
                <c:pt idx="6">
                  <c:v>0.41320000000000001</c:v>
                </c:pt>
                <c:pt idx="7">
                  <c:v>0.41420000000000001</c:v>
                </c:pt>
                <c:pt idx="8">
                  <c:v>0.37669999999999998</c:v>
                </c:pt>
                <c:pt idx="9">
                  <c:v>0.37669999999999998</c:v>
                </c:pt>
                <c:pt idx="10">
                  <c:v>0.37819999999999998</c:v>
                </c:pt>
                <c:pt idx="11">
                  <c:v>0.36799999999999999</c:v>
                </c:pt>
                <c:pt idx="12">
                  <c:v>0.36919999999999997</c:v>
                </c:pt>
                <c:pt idx="13">
                  <c:v>0.40889999999999999</c:v>
                </c:pt>
                <c:pt idx="14">
                  <c:v>0.432</c:v>
                </c:pt>
                <c:pt idx="15">
                  <c:v>0.42270000000000002</c:v>
                </c:pt>
                <c:pt idx="16">
                  <c:v>0.42399999999999999</c:v>
                </c:pt>
                <c:pt idx="17">
                  <c:v>0.42330000000000001</c:v>
                </c:pt>
                <c:pt idx="18">
                  <c:v>0.40450000000000003</c:v>
                </c:pt>
                <c:pt idx="19">
                  <c:v>0.41310000000000002</c:v>
                </c:pt>
                <c:pt idx="20">
                  <c:v>0.41160000000000002</c:v>
                </c:pt>
                <c:pt idx="21">
                  <c:v>0.36890000000000001</c:v>
                </c:pt>
                <c:pt idx="22">
                  <c:v>0.30059999999999998</c:v>
                </c:pt>
                <c:pt idx="23">
                  <c:v>0.31919999999999998</c:v>
                </c:pt>
                <c:pt idx="24">
                  <c:v>0.30130000000000001</c:v>
                </c:pt>
                <c:pt idx="25">
                  <c:v>0.28389999999999999</c:v>
                </c:pt>
                <c:pt idx="26">
                  <c:v>0.29520000000000002</c:v>
                </c:pt>
                <c:pt idx="27">
                  <c:v>0.33410000000000001</c:v>
                </c:pt>
                <c:pt idx="28">
                  <c:v>0.33400000000000002</c:v>
                </c:pt>
                <c:pt idx="29">
                  <c:v>0.32519999999999999</c:v>
                </c:pt>
                <c:pt idx="30">
                  <c:v>0.28799999999999998</c:v>
                </c:pt>
                <c:pt idx="31">
                  <c:v>0.28899999999999998</c:v>
                </c:pt>
                <c:pt idx="32">
                  <c:v>0.28720000000000001</c:v>
                </c:pt>
                <c:pt idx="33">
                  <c:v>0.27210000000000001</c:v>
                </c:pt>
                <c:pt idx="34">
                  <c:v>0.2475</c:v>
                </c:pt>
                <c:pt idx="35">
                  <c:v>0.26779999999999998</c:v>
                </c:pt>
                <c:pt idx="36">
                  <c:v>0.26840000000000003</c:v>
                </c:pt>
                <c:pt idx="37">
                  <c:v>0.33860000000000001</c:v>
                </c:pt>
                <c:pt idx="38">
                  <c:v>0.37859999999999999</c:v>
                </c:pt>
                <c:pt idx="39">
                  <c:v>0.35899999999999999</c:v>
                </c:pt>
                <c:pt idx="40">
                  <c:v>0.33360000000000001</c:v>
                </c:pt>
                <c:pt idx="41">
                  <c:v>0.30959999999999999</c:v>
                </c:pt>
                <c:pt idx="42">
                  <c:v>0.30880000000000002</c:v>
                </c:pt>
                <c:pt idx="43">
                  <c:v>0.30990000000000001</c:v>
                </c:pt>
                <c:pt idx="44">
                  <c:v>0.311</c:v>
                </c:pt>
                <c:pt idx="45">
                  <c:v>0.31069999999999998</c:v>
                </c:pt>
                <c:pt idx="46">
                  <c:v>0.27350000000000002</c:v>
                </c:pt>
                <c:pt idx="47">
                  <c:v>0.27450000000000002</c:v>
                </c:pt>
                <c:pt idx="48">
                  <c:v>0.25679999999999997</c:v>
                </c:pt>
                <c:pt idx="49">
                  <c:v>0.2465</c:v>
                </c:pt>
                <c:pt idx="50">
                  <c:v>0.21210000000000001</c:v>
                </c:pt>
                <c:pt idx="51">
                  <c:v>0.2306</c:v>
                </c:pt>
                <c:pt idx="52">
                  <c:v>0.22919999999999999</c:v>
                </c:pt>
                <c:pt idx="53">
                  <c:v>0.25940000000000002</c:v>
                </c:pt>
                <c:pt idx="54">
                  <c:v>0.2722</c:v>
                </c:pt>
                <c:pt idx="55">
                  <c:v>0.27239999999999998</c:v>
                </c:pt>
                <c:pt idx="56">
                  <c:v>0.28439999999999999</c:v>
                </c:pt>
                <c:pt idx="57">
                  <c:v>0.3322</c:v>
                </c:pt>
                <c:pt idx="58">
                  <c:v>0.34510000000000002</c:v>
                </c:pt>
                <c:pt idx="59">
                  <c:v>0.32619999999999999</c:v>
                </c:pt>
                <c:pt idx="60">
                  <c:v>0.32640000000000002</c:v>
                </c:pt>
                <c:pt idx="61">
                  <c:v>0.32519999999999999</c:v>
                </c:pt>
                <c:pt idx="62">
                  <c:v>0.34710000000000002</c:v>
                </c:pt>
                <c:pt idx="63">
                  <c:v>0.3468</c:v>
                </c:pt>
                <c:pt idx="64">
                  <c:v>0.29699999999999999</c:v>
                </c:pt>
                <c:pt idx="65">
                  <c:v>0.29699999999999999</c:v>
                </c:pt>
                <c:pt idx="66">
                  <c:v>0.28149999999999997</c:v>
                </c:pt>
                <c:pt idx="67">
                  <c:v>0.24840000000000001</c:v>
                </c:pt>
                <c:pt idx="68">
                  <c:v>0.247</c:v>
                </c:pt>
                <c:pt idx="69">
                  <c:v>0.2387</c:v>
                </c:pt>
                <c:pt idx="70">
                  <c:v>0.21279999999999999</c:v>
                </c:pt>
                <c:pt idx="71">
                  <c:v>0.18890000000000001</c:v>
                </c:pt>
                <c:pt idx="72">
                  <c:v>0.20880000000000001</c:v>
                </c:pt>
                <c:pt idx="73">
                  <c:v>0.21840000000000001</c:v>
                </c:pt>
                <c:pt idx="74">
                  <c:v>0.19009999999999999</c:v>
                </c:pt>
                <c:pt idx="75">
                  <c:v>0.20369999999999999</c:v>
                </c:pt>
                <c:pt idx="76">
                  <c:v>0.24110000000000001</c:v>
                </c:pt>
                <c:pt idx="77">
                  <c:v>0.29420000000000002</c:v>
                </c:pt>
                <c:pt idx="78">
                  <c:v>0.2656</c:v>
                </c:pt>
                <c:pt idx="79">
                  <c:v>0.26600000000000001</c:v>
                </c:pt>
                <c:pt idx="80">
                  <c:v>0.28449999999999998</c:v>
                </c:pt>
                <c:pt idx="81">
                  <c:v>0.3417</c:v>
                </c:pt>
                <c:pt idx="82">
                  <c:v>0.44379999999999997</c:v>
                </c:pt>
                <c:pt idx="83">
                  <c:v>0.42080000000000001</c:v>
                </c:pt>
                <c:pt idx="84">
                  <c:v>0.4456</c:v>
                </c:pt>
                <c:pt idx="85">
                  <c:v>0.34150000000000003</c:v>
                </c:pt>
                <c:pt idx="86">
                  <c:v>0.36149999999999999</c:v>
                </c:pt>
                <c:pt idx="87">
                  <c:v>0.3523</c:v>
                </c:pt>
                <c:pt idx="88">
                  <c:v>0.3533</c:v>
                </c:pt>
                <c:pt idx="89">
                  <c:v>0.3896</c:v>
                </c:pt>
                <c:pt idx="90">
                  <c:v>0.3911</c:v>
                </c:pt>
                <c:pt idx="91">
                  <c:v>0.37919999999999998</c:v>
                </c:pt>
                <c:pt idx="92">
                  <c:v>0.3805</c:v>
                </c:pt>
                <c:pt idx="93">
                  <c:v>0.37769999999999998</c:v>
                </c:pt>
                <c:pt idx="94">
                  <c:v>0.35389999999999999</c:v>
                </c:pt>
                <c:pt idx="95">
                  <c:v>0.36280000000000001</c:v>
                </c:pt>
                <c:pt idx="96">
                  <c:v>0.34229999999999999</c:v>
                </c:pt>
                <c:pt idx="97">
                  <c:v>0.34100000000000003</c:v>
                </c:pt>
                <c:pt idx="98">
                  <c:v>0.34029999999999999</c:v>
                </c:pt>
                <c:pt idx="99">
                  <c:v>0.36430000000000001</c:v>
                </c:pt>
                <c:pt idx="100">
                  <c:v>0.34670000000000001</c:v>
                </c:pt>
                <c:pt idx="101">
                  <c:v>0.32600000000000001</c:v>
                </c:pt>
                <c:pt idx="102">
                  <c:v>0.32569999999999999</c:v>
                </c:pt>
                <c:pt idx="103">
                  <c:v>0.32600000000000001</c:v>
                </c:pt>
                <c:pt idx="104">
                  <c:v>0.28060000000000002</c:v>
                </c:pt>
                <c:pt idx="105">
                  <c:v>0.28120000000000001</c:v>
                </c:pt>
                <c:pt idx="106">
                  <c:v>0.24990000000000001</c:v>
                </c:pt>
                <c:pt idx="107">
                  <c:v>0.2661</c:v>
                </c:pt>
                <c:pt idx="108">
                  <c:v>0.26719999999999999</c:v>
                </c:pt>
                <c:pt idx="109">
                  <c:v>0.28489999999999999</c:v>
                </c:pt>
                <c:pt idx="110">
                  <c:v>0.27329999999999999</c:v>
                </c:pt>
                <c:pt idx="111">
                  <c:v>0.27210000000000001</c:v>
                </c:pt>
                <c:pt idx="112">
                  <c:v>0.30170000000000002</c:v>
                </c:pt>
                <c:pt idx="113">
                  <c:v>0.3024</c:v>
                </c:pt>
                <c:pt idx="114">
                  <c:v>0.28110000000000002</c:v>
                </c:pt>
                <c:pt idx="115">
                  <c:v>0.29160000000000003</c:v>
                </c:pt>
                <c:pt idx="116">
                  <c:v>0.25419999999999998</c:v>
                </c:pt>
                <c:pt idx="117">
                  <c:v>0.23710000000000001</c:v>
                </c:pt>
                <c:pt idx="118">
                  <c:v>0.2571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D8C-4354-AA84-D38BF60171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00000001"/>
        <c:axId val="50000000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기초지수(삼성전자 50:SK하이닉스 50)</c:v>
                </c:pt>
              </c:strCache>
            </c:strRef>
          </c:tx>
          <c:spPr>
            <a:ln w="19050">
              <a:solidFill>
                <a:srgbClr val="7F848A"/>
              </a:solidFill>
              <a:prstDash val="dash"/>
            </a:ln>
          </c:spPr>
          <c:marker>
            <c:symbol val="none"/>
          </c:marker>
          <c:cat>
            <c:strRef>
              <c:f>Sheet1!$A$2:$A$120</c:f>
              <c:strCache>
                <c:ptCount val="119"/>
                <c:pt idx="0">
                  <c:v>2024-12</c:v>
                </c:pt>
                <c:pt idx="20">
                  <c:v>2025-01</c:v>
                </c:pt>
                <c:pt idx="38">
                  <c:v>2025-02</c:v>
                </c:pt>
                <c:pt idx="58">
                  <c:v>2025-03</c:v>
                </c:pt>
                <c:pt idx="78">
                  <c:v>2025-04</c:v>
                </c:pt>
                <c:pt idx="100">
                  <c:v>2025-05</c:v>
                </c:pt>
              </c:strCache>
            </c:strRef>
          </c:cat>
          <c:val>
            <c:numRef>
              <c:f>Sheet1!$B$2:$B$120</c:f>
              <c:numCache>
                <c:formatCode>General</c:formatCode>
                <c:ptCount val="119"/>
                <c:pt idx="0">
                  <c:v>0</c:v>
                </c:pt>
                <c:pt idx="1">
                  <c:v>1.9199999999999998E-2</c:v>
                </c:pt>
                <c:pt idx="2">
                  <c:v>2.4E-2</c:v>
                </c:pt>
                <c:pt idx="3">
                  <c:v>4.5100000000000001E-2</c:v>
                </c:pt>
                <c:pt idx="4">
                  <c:v>3.1099999999999999E-2</c:v>
                </c:pt>
                <c:pt idx="5">
                  <c:v>0.03</c:v>
                </c:pt>
                <c:pt idx="6">
                  <c:v>4.0399999999999998E-2</c:v>
                </c:pt>
                <c:pt idx="7">
                  <c:v>4.4600000000000001E-2</c:v>
                </c:pt>
                <c:pt idx="8">
                  <c:v>7.6100000000000001E-2</c:v>
                </c:pt>
                <c:pt idx="9">
                  <c:v>7.6200000000000004E-2</c:v>
                </c:pt>
                <c:pt idx="10">
                  <c:v>8.3000000000000004E-2</c:v>
                </c:pt>
                <c:pt idx="11">
                  <c:v>8.3599999999999994E-2</c:v>
                </c:pt>
                <c:pt idx="12">
                  <c:v>8.9099999999999999E-2</c:v>
                </c:pt>
                <c:pt idx="13">
                  <c:v>4.5999999999999999E-2</c:v>
                </c:pt>
                <c:pt idx="14">
                  <c:v>2.5600000000000001E-2</c:v>
                </c:pt>
                <c:pt idx="15">
                  <c:v>3.3799999999999997E-2</c:v>
                </c:pt>
                <c:pt idx="16">
                  <c:v>3.9199999999999999E-2</c:v>
                </c:pt>
                <c:pt idx="17">
                  <c:v>3.6499999999999998E-2</c:v>
                </c:pt>
                <c:pt idx="18">
                  <c:v>5.0799999999999998E-2</c:v>
                </c:pt>
                <c:pt idx="19">
                  <c:v>4.41E-2</c:v>
                </c:pt>
                <c:pt idx="20">
                  <c:v>3.7999999999999999E-2</c:v>
                </c:pt>
                <c:pt idx="21">
                  <c:v>8.0100000000000005E-2</c:v>
                </c:pt>
                <c:pt idx="22">
                  <c:v>0.1482</c:v>
                </c:pt>
                <c:pt idx="23">
                  <c:v>0.1293</c:v>
                </c:pt>
                <c:pt idx="24">
                  <c:v>0.14779999999999999</c:v>
                </c:pt>
                <c:pt idx="25">
                  <c:v>0.1661</c:v>
                </c:pt>
                <c:pt idx="26">
                  <c:v>0.1535</c:v>
                </c:pt>
                <c:pt idx="27">
                  <c:v>0.1149</c:v>
                </c:pt>
                <c:pt idx="28">
                  <c:v>0.1149</c:v>
                </c:pt>
                <c:pt idx="29">
                  <c:v>0.12189999999999999</c:v>
                </c:pt>
                <c:pt idx="30">
                  <c:v>0.16159999999999999</c:v>
                </c:pt>
                <c:pt idx="31">
                  <c:v>0.1676</c:v>
                </c:pt>
                <c:pt idx="32">
                  <c:v>0.15759999999999999</c:v>
                </c:pt>
                <c:pt idx="33">
                  <c:v>0.17499999999999999</c:v>
                </c:pt>
                <c:pt idx="34">
                  <c:v>0.20399999999999999</c:v>
                </c:pt>
                <c:pt idx="35">
                  <c:v>0.18140000000000001</c:v>
                </c:pt>
                <c:pt idx="36">
                  <c:v>0.18540000000000001</c:v>
                </c:pt>
                <c:pt idx="37">
                  <c:v>0.11260000000000001</c:v>
                </c:pt>
                <c:pt idx="38">
                  <c:v>7.46E-2</c:v>
                </c:pt>
                <c:pt idx="39">
                  <c:v>9.2999999999999999E-2</c:v>
                </c:pt>
                <c:pt idx="40">
                  <c:v>0.1171</c:v>
                </c:pt>
                <c:pt idx="41">
                  <c:v>0.1419</c:v>
                </c:pt>
                <c:pt idx="42">
                  <c:v>0.13739999999999999</c:v>
                </c:pt>
                <c:pt idx="43">
                  <c:v>0.14380000000000001</c:v>
                </c:pt>
                <c:pt idx="44">
                  <c:v>0.14940000000000001</c:v>
                </c:pt>
                <c:pt idx="45">
                  <c:v>0.14810000000000001</c:v>
                </c:pt>
                <c:pt idx="46">
                  <c:v>0.17580000000000001</c:v>
                </c:pt>
                <c:pt idx="47">
                  <c:v>0.1822</c:v>
                </c:pt>
                <c:pt idx="48">
                  <c:v>0.18779999999999999</c:v>
                </c:pt>
                <c:pt idx="49">
                  <c:v>0.19170000000000001</c:v>
                </c:pt>
                <c:pt idx="50">
                  <c:v>0.23469999999999999</c:v>
                </c:pt>
                <c:pt idx="51">
                  <c:v>0.2132</c:v>
                </c:pt>
                <c:pt idx="52">
                  <c:v>0.20399999999999999</c:v>
                </c:pt>
                <c:pt idx="53">
                  <c:v>0.1817</c:v>
                </c:pt>
                <c:pt idx="54">
                  <c:v>0.16769999999999999</c:v>
                </c:pt>
                <c:pt idx="55">
                  <c:v>0.16889999999999999</c:v>
                </c:pt>
                <c:pt idx="56">
                  <c:v>0.15479999999999999</c:v>
                </c:pt>
                <c:pt idx="57">
                  <c:v>0.1103</c:v>
                </c:pt>
                <c:pt idx="58">
                  <c:v>9.8299999999999998E-2</c:v>
                </c:pt>
                <c:pt idx="59">
                  <c:v>0.1139</c:v>
                </c:pt>
                <c:pt idx="60">
                  <c:v>0.115</c:v>
                </c:pt>
                <c:pt idx="61">
                  <c:v>0.1089</c:v>
                </c:pt>
                <c:pt idx="62">
                  <c:v>9.5899999999999999E-2</c:v>
                </c:pt>
                <c:pt idx="63">
                  <c:v>9.4600000000000004E-2</c:v>
                </c:pt>
                <c:pt idx="64">
                  <c:v>0.14019999999999999</c:v>
                </c:pt>
                <c:pt idx="65">
                  <c:v>0.1404</c:v>
                </c:pt>
                <c:pt idx="66">
                  <c:v>0.15409999999999999</c:v>
                </c:pt>
                <c:pt idx="67">
                  <c:v>0.189</c:v>
                </c:pt>
                <c:pt idx="68">
                  <c:v>0.18029999999999999</c:v>
                </c:pt>
                <c:pt idx="69">
                  <c:v>0.1968</c:v>
                </c:pt>
                <c:pt idx="70">
                  <c:v>0.2273</c:v>
                </c:pt>
                <c:pt idx="71">
                  <c:v>0.2586</c:v>
                </c:pt>
                <c:pt idx="72">
                  <c:v>0.23469999999999999</c:v>
                </c:pt>
                <c:pt idx="73">
                  <c:v>0.21740000000000001</c:v>
                </c:pt>
                <c:pt idx="74">
                  <c:v>0.25119999999999998</c:v>
                </c:pt>
                <c:pt idx="75">
                  <c:v>0.23480000000000001</c:v>
                </c:pt>
                <c:pt idx="76">
                  <c:v>0.19589999999999999</c:v>
                </c:pt>
                <c:pt idx="77">
                  <c:v>0.1462</c:v>
                </c:pt>
                <c:pt idx="78">
                  <c:v>0.17510000000000001</c:v>
                </c:pt>
                <c:pt idx="79">
                  <c:v>0.17780000000000001</c:v>
                </c:pt>
                <c:pt idx="80">
                  <c:v>0.15590000000000001</c:v>
                </c:pt>
                <c:pt idx="81">
                  <c:v>0.104</c:v>
                </c:pt>
                <c:pt idx="82">
                  <c:v>2.2800000000000001E-2</c:v>
                </c:pt>
                <c:pt idx="83">
                  <c:v>4.0300000000000002E-2</c:v>
                </c:pt>
                <c:pt idx="84">
                  <c:v>2.1600000000000001E-2</c:v>
                </c:pt>
                <c:pt idx="85">
                  <c:v>0.11070000000000001</c:v>
                </c:pt>
                <c:pt idx="86">
                  <c:v>9.1600000000000001E-2</c:v>
                </c:pt>
                <c:pt idx="87">
                  <c:v>9.9699999999999997E-2</c:v>
                </c:pt>
                <c:pt idx="88">
                  <c:v>0.1048</c:v>
                </c:pt>
                <c:pt idx="89">
                  <c:v>6.6100000000000006E-2</c:v>
                </c:pt>
                <c:pt idx="90">
                  <c:v>7.2999999999999995E-2</c:v>
                </c:pt>
                <c:pt idx="91">
                  <c:v>7.4999999999999997E-2</c:v>
                </c:pt>
                <c:pt idx="92">
                  <c:v>8.09E-2</c:v>
                </c:pt>
                <c:pt idx="93">
                  <c:v>6.8400000000000002E-2</c:v>
                </c:pt>
                <c:pt idx="94">
                  <c:v>9.7299999999999998E-2</c:v>
                </c:pt>
                <c:pt idx="95">
                  <c:v>8.9200000000000002E-2</c:v>
                </c:pt>
                <c:pt idx="96">
                  <c:v>0.10780000000000001</c:v>
                </c:pt>
                <c:pt idx="97">
                  <c:v>0.1016</c:v>
                </c:pt>
                <c:pt idx="98">
                  <c:v>9.7900000000000001E-2</c:v>
                </c:pt>
                <c:pt idx="99">
                  <c:v>8.5000000000000006E-2</c:v>
                </c:pt>
                <c:pt idx="100">
                  <c:v>9.9199999999999997E-2</c:v>
                </c:pt>
                <c:pt idx="101">
                  <c:v>0.1164</c:v>
                </c:pt>
                <c:pt idx="102">
                  <c:v>0.115</c:v>
                </c:pt>
                <c:pt idx="103">
                  <c:v>0.1164</c:v>
                </c:pt>
                <c:pt idx="104">
                  <c:v>0.1593</c:v>
                </c:pt>
                <c:pt idx="105">
                  <c:v>0.16270000000000001</c:v>
                </c:pt>
                <c:pt idx="106">
                  <c:v>0.1898</c:v>
                </c:pt>
                <c:pt idx="107">
                  <c:v>0.1729</c:v>
                </c:pt>
                <c:pt idx="108">
                  <c:v>0.1794</c:v>
                </c:pt>
                <c:pt idx="109">
                  <c:v>0.15429999999999999</c:v>
                </c:pt>
                <c:pt idx="110">
                  <c:v>0.16289999999999999</c:v>
                </c:pt>
                <c:pt idx="111">
                  <c:v>0.1565</c:v>
                </c:pt>
                <c:pt idx="112">
                  <c:v>0.13569999999999999</c:v>
                </c:pt>
                <c:pt idx="113">
                  <c:v>0.13950000000000001</c:v>
                </c:pt>
                <c:pt idx="114">
                  <c:v>0.15329999999999999</c:v>
                </c:pt>
                <c:pt idx="115">
                  <c:v>0.1434</c:v>
                </c:pt>
                <c:pt idx="116">
                  <c:v>0.1802</c:v>
                </c:pt>
                <c:pt idx="117">
                  <c:v>0.19359999999999999</c:v>
                </c:pt>
                <c:pt idx="118">
                  <c:v>0.1736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8C-4354-AA84-D38BF60171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변동성전략 펀드</c:v>
                </c:pt>
              </c:strCache>
            </c:strRef>
          </c:tx>
          <c:spPr>
            <a:ln w="2540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Sheet1!$A$2:$A$120</c:f>
              <c:strCache>
                <c:ptCount val="119"/>
                <c:pt idx="0">
                  <c:v>2024-12</c:v>
                </c:pt>
                <c:pt idx="20">
                  <c:v>2025-01</c:v>
                </c:pt>
                <c:pt idx="38">
                  <c:v>2025-02</c:v>
                </c:pt>
                <c:pt idx="58">
                  <c:v>2025-03</c:v>
                </c:pt>
                <c:pt idx="78">
                  <c:v>2025-04</c:v>
                </c:pt>
                <c:pt idx="100">
                  <c:v>2025-05</c:v>
                </c:pt>
              </c:strCache>
            </c:strRef>
          </c:cat>
          <c:val>
            <c:numRef>
              <c:f>Sheet1!$C$2:$C$120</c:f>
              <c:numCache>
                <c:formatCode>General</c:formatCode>
                <c:ptCount val="119"/>
                <c:pt idx="0">
                  <c:v>-2.0000000000000001E-4</c:v>
                </c:pt>
                <c:pt idx="1">
                  <c:v>8.3999999999999995E-3</c:v>
                </c:pt>
                <c:pt idx="2">
                  <c:v>1.04E-2</c:v>
                </c:pt>
                <c:pt idx="3">
                  <c:v>1.9300000000000001E-2</c:v>
                </c:pt>
                <c:pt idx="4">
                  <c:v>1.37E-2</c:v>
                </c:pt>
                <c:pt idx="5">
                  <c:v>1.32E-2</c:v>
                </c:pt>
                <c:pt idx="6">
                  <c:v>1.7500000000000002E-2</c:v>
                </c:pt>
                <c:pt idx="7">
                  <c:v>1.9199999999999998E-2</c:v>
                </c:pt>
                <c:pt idx="8">
                  <c:v>3.1699999999999999E-2</c:v>
                </c:pt>
                <c:pt idx="9">
                  <c:v>3.1699999999999999E-2</c:v>
                </c:pt>
                <c:pt idx="10">
                  <c:v>3.4200000000000001E-2</c:v>
                </c:pt>
                <c:pt idx="11">
                  <c:v>3.44E-2</c:v>
                </c:pt>
                <c:pt idx="12">
                  <c:v>3.6299999999999999E-2</c:v>
                </c:pt>
                <c:pt idx="13">
                  <c:v>2.1100000000000001E-2</c:v>
                </c:pt>
                <c:pt idx="14">
                  <c:v>1.29E-2</c:v>
                </c:pt>
                <c:pt idx="15">
                  <c:v>1.6400000000000001E-2</c:v>
                </c:pt>
                <c:pt idx="16">
                  <c:v>1.8599999999999998E-2</c:v>
                </c:pt>
                <c:pt idx="17">
                  <c:v>1.7399999999999999E-2</c:v>
                </c:pt>
                <c:pt idx="18">
                  <c:v>2.3300000000000001E-2</c:v>
                </c:pt>
                <c:pt idx="19">
                  <c:v>2.06E-2</c:v>
                </c:pt>
                <c:pt idx="20">
                  <c:v>1.8100000000000002E-2</c:v>
                </c:pt>
                <c:pt idx="21">
                  <c:v>3.5000000000000003E-2</c:v>
                </c:pt>
                <c:pt idx="22">
                  <c:v>5.8700000000000002E-2</c:v>
                </c:pt>
                <c:pt idx="23">
                  <c:v>5.3499999999999999E-2</c:v>
                </c:pt>
                <c:pt idx="24">
                  <c:v>5.8900000000000001E-2</c:v>
                </c:pt>
                <c:pt idx="25">
                  <c:v>6.3899999999999998E-2</c:v>
                </c:pt>
                <c:pt idx="26">
                  <c:v>6.0600000000000001E-2</c:v>
                </c:pt>
                <c:pt idx="27">
                  <c:v>5.0099999999999999E-2</c:v>
                </c:pt>
                <c:pt idx="28">
                  <c:v>5.0099999999999999E-2</c:v>
                </c:pt>
                <c:pt idx="29">
                  <c:v>5.2299999999999999E-2</c:v>
                </c:pt>
                <c:pt idx="30">
                  <c:v>6.4199999999999993E-2</c:v>
                </c:pt>
                <c:pt idx="31">
                  <c:v>6.5799999999999997E-2</c:v>
                </c:pt>
                <c:pt idx="32">
                  <c:v>6.3100000000000003E-2</c:v>
                </c:pt>
                <c:pt idx="33">
                  <c:v>6.7699999999999996E-2</c:v>
                </c:pt>
                <c:pt idx="34">
                  <c:v>7.4700000000000003E-2</c:v>
                </c:pt>
                <c:pt idx="35">
                  <c:v>6.9699999999999998E-2</c:v>
                </c:pt>
                <c:pt idx="36">
                  <c:v>7.0699999999999999E-2</c:v>
                </c:pt>
                <c:pt idx="37">
                  <c:v>5.2999999999999999E-2</c:v>
                </c:pt>
                <c:pt idx="38">
                  <c:v>4.07E-2</c:v>
                </c:pt>
                <c:pt idx="39">
                  <c:v>4.7399999999999998E-2</c:v>
                </c:pt>
                <c:pt idx="40">
                  <c:v>5.5599999999999997E-2</c:v>
                </c:pt>
                <c:pt idx="41">
                  <c:v>6.3299999999999995E-2</c:v>
                </c:pt>
                <c:pt idx="42">
                  <c:v>6.2E-2</c:v>
                </c:pt>
                <c:pt idx="43">
                  <c:v>6.3799999999999996E-2</c:v>
                </c:pt>
                <c:pt idx="44">
                  <c:v>6.54E-2</c:v>
                </c:pt>
                <c:pt idx="45">
                  <c:v>6.5100000000000005E-2</c:v>
                </c:pt>
                <c:pt idx="46">
                  <c:v>7.2900000000000006E-2</c:v>
                </c:pt>
                <c:pt idx="47">
                  <c:v>7.4499999999999997E-2</c:v>
                </c:pt>
                <c:pt idx="48">
                  <c:v>7.5800000000000006E-2</c:v>
                </c:pt>
                <c:pt idx="49">
                  <c:v>7.6700000000000004E-2</c:v>
                </c:pt>
                <c:pt idx="50">
                  <c:v>8.6099999999999996E-2</c:v>
                </c:pt>
                <c:pt idx="51">
                  <c:v>8.2100000000000006E-2</c:v>
                </c:pt>
                <c:pt idx="52">
                  <c:v>8.0199999999999994E-2</c:v>
                </c:pt>
                <c:pt idx="53">
                  <c:v>7.5600000000000001E-2</c:v>
                </c:pt>
                <c:pt idx="54">
                  <c:v>7.2300000000000003E-2</c:v>
                </c:pt>
                <c:pt idx="55">
                  <c:v>7.2599999999999998E-2</c:v>
                </c:pt>
                <c:pt idx="56">
                  <c:v>6.9000000000000006E-2</c:v>
                </c:pt>
                <c:pt idx="57">
                  <c:v>5.7299999999999997E-2</c:v>
                </c:pt>
                <c:pt idx="58">
                  <c:v>5.3499999999999999E-2</c:v>
                </c:pt>
                <c:pt idx="59">
                  <c:v>5.8500000000000003E-2</c:v>
                </c:pt>
                <c:pt idx="60">
                  <c:v>5.8900000000000001E-2</c:v>
                </c:pt>
                <c:pt idx="61">
                  <c:v>5.6899999999999999E-2</c:v>
                </c:pt>
                <c:pt idx="62">
                  <c:v>5.2900000000000003E-2</c:v>
                </c:pt>
                <c:pt idx="63">
                  <c:v>5.2400000000000002E-2</c:v>
                </c:pt>
                <c:pt idx="64">
                  <c:v>6.7400000000000002E-2</c:v>
                </c:pt>
                <c:pt idx="65">
                  <c:v>6.7500000000000004E-2</c:v>
                </c:pt>
                <c:pt idx="66">
                  <c:v>7.1199999999999999E-2</c:v>
                </c:pt>
                <c:pt idx="67">
                  <c:v>8.0199999999999994E-2</c:v>
                </c:pt>
                <c:pt idx="68">
                  <c:v>7.8200000000000006E-2</c:v>
                </c:pt>
                <c:pt idx="69">
                  <c:v>8.1900000000000001E-2</c:v>
                </c:pt>
                <c:pt idx="70">
                  <c:v>8.8400000000000006E-2</c:v>
                </c:pt>
                <c:pt idx="71">
                  <c:v>9.4200000000000006E-2</c:v>
                </c:pt>
                <c:pt idx="72">
                  <c:v>9.0300000000000005E-2</c:v>
                </c:pt>
                <c:pt idx="73">
                  <c:v>8.7099999999999997E-2</c:v>
                </c:pt>
                <c:pt idx="74">
                  <c:v>9.3600000000000003E-2</c:v>
                </c:pt>
                <c:pt idx="75">
                  <c:v>9.0800000000000006E-2</c:v>
                </c:pt>
                <c:pt idx="76">
                  <c:v>8.3799999999999999E-2</c:v>
                </c:pt>
                <c:pt idx="77">
                  <c:v>7.2900000000000006E-2</c:v>
                </c:pt>
                <c:pt idx="78">
                  <c:v>8.0799999999999997E-2</c:v>
                </c:pt>
                <c:pt idx="79">
                  <c:v>8.14E-2</c:v>
                </c:pt>
                <c:pt idx="80">
                  <c:v>7.5999999999999998E-2</c:v>
                </c:pt>
                <c:pt idx="81">
                  <c:v>6.2300000000000001E-2</c:v>
                </c:pt>
                <c:pt idx="82">
                  <c:v>3.5499999999999997E-2</c:v>
                </c:pt>
                <c:pt idx="83">
                  <c:v>4.3200000000000002E-2</c:v>
                </c:pt>
                <c:pt idx="84">
                  <c:v>3.5299999999999998E-2</c:v>
                </c:pt>
                <c:pt idx="85">
                  <c:v>7.51E-2</c:v>
                </c:pt>
                <c:pt idx="86">
                  <c:v>6.88E-2</c:v>
                </c:pt>
                <c:pt idx="87">
                  <c:v>7.1599999999999997E-2</c:v>
                </c:pt>
                <c:pt idx="88">
                  <c:v>7.3300000000000004E-2</c:v>
                </c:pt>
                <c:pt idx="89">
                  <c:v>0.06</c:v>
                </c:pt>
                <c:pt idx="90">
                  <c:v>6.2700000000000006E-2</c:v>
                </c:pt>
                <c:pt idx="91">
                  <c:v>6.3399999999999998E-2</c:v>
                </c:pt>
                <c:pt idx="92">
                  <c:v>6.5600000000000006E-2</c:v>
                </c:pt>
                <c:pt idx="93">
                  <c:v>6.0900000000000003E-2</c:v>
                </c:pt>
                <c:pt idx="94">
                  <c:v>7.1599999999999997E-2</c:v>
                </c:pt>
                <c:pt idx="95">
                  <c:v>6.8699999999999997E-2</c:v>
                </c:pt>
                <c:pt idx="96">
                  <c:v>7.5300000000000006E-2</c:v>
                </c:pt>
                <c:pt idx="97">
                  <c:v>7.3200000000000001E-2</c:v>
                </c:pt>
                <c:pt idx="98">
                  <c:v>7.1999999999999995E-2</c:v>
                </c:pt>
                <c:pt idx="99">
                  <c:v>6.7599999999999993E-2</c:v>
                </c:pt>
                <c:pt idx="100">
                  <c:v>7.2700000000000001E-2</c:v>
                </c:pt>
                <c:pt idx="101">
                  <c:v>7.8399999999999997E-2</c:v>
                </c:pt>
                <c:pt idx="102">
                  <c:v>7.7899999999999997E-2</c:v>
                </c:pt>
                <c:pt idx="103">
                  <c:v>7.8399999999999997E-2</c:v>
                </c:pt>
                <c:pt idx="104">
                  <c:v>9.1700000000000004E-2</c:v>
                </c:pt>
                <c:pt idx="105">
                  <c:v>9.2600000000000002E-2</c:v>
                </c:pt>
                <c:pt idx="106">
                  <c:v>9.9599999999999994E-2</c:v>
                </c:pt>
                <c:pt idx="107">
                  <c:v>9.5699999999999993E-2</c:v>
                </c:pt>
                <c:pt idx="108">
                  <c:v>9.7299999999999998E-2</c:v>
                </c:pt>
                <c:pt idx="109">
                  <c:v>9.0999999999999998E-2</c:v>
                </c:pt>
                <c:pt idx="110">
                  <c:v>9.3299999999999994E-2</c:v>
                </c:pt>
                <c:pt idx="111">
                  <c:v>9.1600000000000001E-2</c:v>
                </c:pt>
                <c:pt idx="112">
                  <c:v>8.6300000000000002E-2</c:v>
                </c:pt>
                <c:pt idx="113">
                  <c:v>8.7300000000000003E-2</c:v>
                </c:pt>
                <c:pt idx="114">
                  <c:v>9.1200000000000003E-2</c:v>
                </c:pt>
                <c:pt idx="115">
                  <c:v>8.8599999999999998E-2</c:v>
                </c:pt>
                <c:pt idx="116">
                  <c:v>9.8699999999999996E-2</c:v>
                </c:pt>
                <c:pt idx="117">
                  <c:v>0.1018</c:v>
                </c:pt>
                <c:pt idx="118">
                  <c:v>9.74E-2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8C-4354-AA84-D38BF60171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9525">
            <a:solidFill>
              <a:srgbClr val="C9CDD1"/>
            </a:solidFill>
          </a:ln>
        </c:spPr>
        <c:txPr>
          <a:bodyPr rot="0" vert="horz" wrap="none" anchor="ctr" anchorCtr="1"/>
          <a:lstStyle/>
          <a:p>
            <a:pPr>
              <a:defRPr sz="85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3"/>
          <c:min val="-0.05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  <c:valAx>
        <c:axId val="500000002"/>
        <c:scaling>
          <c:orientation val="minMax"/>
          <c:max val="1.05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500000001"/>
        <c:crosses val="max"/>
        <c:crossBetween val="between"/>
      </c:valAx>
      <c:catAx>
        <c:axId val="500000001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one"/>
        <c:crossAx val="500000002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편입비 · 우축</c:v>
                </c:pt>
              </c:strCache>
            </c:strRef>
          </c:tx>
          <c:spPr>
            <a:solidFill>
              <a:srgbClr val="F6C17C"/>
            </a:solidFill>
            <a:ln>
              <a:noFill/>
            </a:ln>
          </c:spPr>
          <c:invertIfNegative val="1"/>
          <c:cat>
            <c:strRef>
              <c:f>Sheet1!$A$2:$A$245</c:f>
              <c:strCache>
                <c:ptCount val="244"/>
                <c:pt idx="0">
                  <c:v>2025-07</c:v>
                </c:pt>
                <c:pt idx="43">
                  <c:v>2025-09</c:v>
                </c:pt>
                <c:pt idx="83">
                  <c:v>2025-11</c:v>
                </c:pt>
                <c:pt idx="124">
                  <c:v>2026-01</c:v>
                </c:pt>
                <c:pt idx="162">
                  <c:v>2026-03</c:v>
                </c:pt>
                <c:pt idx="205">
                  <c:v>2026-05</c:v>
                </c:pt>
              </c:strCache>
            </c:strRef>
          </c:cat>
          <c:val>
            <c:numRef>
              <c:f>Sheet1!$D$2:$D$245</c:f>
              <c:numCache>
                <c:formatCode>General</c:formatCode>
                <c:ptCount val="244"/>
                <c:pt idx="0">
                  <c:v>0.45789999999999997</c:v>
                </c:pt>
                <c:pt idx="1">
                  <c:v>0.45619999999999999</c:v>
                </c:pt>
                <c:pt idx="2">
                  <c:v>0.43880000000000002</c:v>
                </c:pt>
                <c:pt idx="3">
                  <c:v>0.46250000000000002</c:v>
                </c:pt>
                <c:pt idx="4">
                  <c:v>0.4864</c:v>
                </c:pt>
                <c:pt idx="5">
                  <c:v>0.46289999999999998</c:v>
                </c:pt>
                <c:pt idx="6">
                  <c:v>0.47689999999999999</c:v>
                </c:pt>
                <c:pt idx="7">
                  <c:v>0.43619999999999998</c:v>
                </c:pt>
                <c:pt idx="8">
                  <c:v>0.42280000000000001</c:v>
                </c:pt>
                <c:pt idx="9">
                  <c:v>0.40970000000000001</c:v>
                </c:pt>
                <c:pt idx="10">
                  <c:v>0.39889999999999998</c:v>
                </c:pt>
                <c:pt idx="11">
                  <c:v>0.39979999999999999</c:v>
                </c:pt>
                <c:pt idx="12">
                  <c:v>0.4395</c:v>
                </c:pt>
                <c:pt idx="13">
                  <c:v>0.44</c:v>
                </c:pt>
                <c:pt idx="14">
                  <c:v>0.41789999999999999</c:v>
                </c:pt>
                <c:pt idx="15">
                  <c:v>0.45079999999999998</c:v>
                </c:pt>
                <c:pt idx="16">
                  <c:v>0.45179999999999998</c:v>
                </c:pt>
                <c:pt idx="17">
                  <c:v>0.45119999999999999</c:v>
                </c:pt>
                <c:pt idx="18">
                  <c:v>0.46039999999999998</c:v>
                </c:pt>
                <c:pt idx="19">
                  <c:v>0.41799999999999998</c:v>
                </c:pt>
                <c:pt idx="20">
                  <c:v>0.41849999999999998</c:v>
                </c:pt>
                <c:pt idx="21">
                  <c:v>0.38890000000000002</c:v>
                </c:pt>
                <c:pt idx="22">
                  <c:v>0.37219999999999998</c:v>
                </c:pt>
                <c:pt idx="23">
                  <c:v>0.44569999999999999</c:v>
                </c:pt>
                <c:pt idx="24">
                  <c:v>0.437</c:v>
                </c:pt>
                <c:pt idx="25">
                  <c:v>0.41880000000000001</c:v>
                </c:pt>
                <c:pt idx="26">
                  <c:v>0.44590000000000002</c:v>
                </c:pt>
                <c:pt idx="27">
                  <c:v>0.41660000000000003</c:v>
                </c:pt>
                <c:pt idx="28">
                  <c:v>0.4163</c:v>
                </c:pt>
                <c:pt idx="29">
                  <c:v>0.39550000000000002</c:v>
                </c:pt>
                <c:pt idx="30">
                  <c:v>0.39660000000000001</c:v>
                </c:pt>
                <c:pt idx="31">
                  <c:v>0.35449999999999998</c:v>
                </c:pt>
                <c:pt idx="32">
                  <c:v>0.35339999999999999</c:v>
                </c:pt>
                <c:pt idx="33">
                  <c:v>0.40529999999999999</c:v>
                </c:pt>
                <c:pt idx="34">
                  <c:v>0.41830000000000001</c:v>
                </c:pt>
                <c:pt idx="35">
                  <c:v>0.43530000000000002</c:v>
                </c:pt>
                <c:pt idx="36">
                  <c:v>0.46679999999999999</c:v>
                </c:pt>
                <c:pt idx="37">
                  <c:v>0.43880000000000002</c:v>
                </c:pt>
                <c:pt idx="38">
                  <c:v>0.41139999999999999</c:v>
                </c:pt>
                <c:pt idx="39">
                  <c:v>0.4103</c:v>
                </c:pt>
                <c:pt idx="40">
                  <c:v>0.41010000000000002</c:v>
                </c:pt>
                <c:pt idx="41">
                  <c:v>0.4123</c:v>
                </c:pt>
                <c:pt idx="42">
                  <c:v>0.40160000000000001</c:v>
                </c:pt>
                <c:pt idx="43">
                  <c:v>0.4672</c:v>
                </c:pt>
                <c:pt idx="44">
                  <c:v>0.43509999999999999</c:v>
                </c:pt>
                <c:pt idx="45">
                  <c:v>0.42080000000000001</c:v>
                </c:pt>
                <c:pt idx="46">
                  <c:v>0.40799999999999997</c:v>
                </c:pt>
                <c:pt idx="47">
                  <c:v>0.39050000000000001</c:v>
                </c:pt>
                <c:pt idx="48">
                  <c:v>0.37319999999999998</c:v>
                </c:pt>
                <c:pt idx="49">
                  <c:v>0.32879999999999998</c:v>
                </c:pt>
                <c:pt idx="50">
                  <c:v>0.28189999999999998</c:v>
                </c:pt>
                <c:pt idx="51">
                  <c:v>0.26769999999999999</c:v>
                </c:pt>
                <c:pt idx="52">
                  <c:v>0.21659999999999999</c:v>
                </c:pt>
                <c:pt idx="53">
                  <c:v>0.2024</c:v>
                </c:pt>
                <c:pt idx="54">
                  <c:v>0.1641</c:v>
                </c:pt>
                <c:pt idx="55">
                  <c:v>0.1842</c:v>
                </c:pt>
                <c:pt idx="56">
                  <c:v>0.14849999999999999</c:v>
                </c:pt>
                <c:pt idx="57">
                  <c:v>0.1479</c:v>
                </c:pt>
                <c:pt idx="58">
                  <c:v>0.13469999999999999</c:v>
                </c:pt>
                <c:pt idx="59">
                  <c:v>0.1188</c:v>
                </c:pt>
                <c:pt idx="60">
                  <c:v>0.1187</c:v>
                </c:pt>
                <c:pt idx="61">
                  <c:v>0.11899999999999999</c:v>
                </c:pt>
                <c:pt idx="62">
                  <c:v>0.1603</c:v>
                </c:pt>
                <c:pt idx="63">
                  <c:v>0.13900000000000001</c:v>
                </c:pt>
                <c:pt idx="64">
                  <c:v>0.13850000000000001</c:v>
                </c:pt>
                <c:pt idx="65">
                  <c:v>0.11899999999999999</c:v>
                </c:pt>
                <c:pt idx="66">
                  <c:v>0.1</c:v>
                </c:pt>
                <c:pt idx="67">
                  <c:v>0.10639999999999999</c:v>
                </c:pt>
                <c:pt idx="68">
                  <c:v>0.10440000000000001</c:v>
                </c:pt>
                <c:pt idx="69">
                  <c:v>0.1031</c:v>
                </c:pt>
                <c:pt idx="70">
                  <c:v>0.106</c:v>
                </c:pt>
                <c:pt idx="71">
                  <c:v>0.1</c:v>
                </c:pt>
                <c:pt idx="72">
                  <c:v>0.1014</c:v>
                </c:pt>
                <c:pt idx="73">
                  <c:v>0.10340000000000001</c:v>
                </c:pt>
                <c:pt idx="74">
                  <c:v>0.10249999999999999</c:v>
                </c:pt>
                <c:pt idx="75">
                  <c:v>0.1032</c:v>
                </c:pt>
                <c:pt idx="76">
                  <c:v>0.10199999999999999</c:v>
                </c:pt>
                <c:pt idx="77">
                  <c:v>0.106</c:v>
                </c:pt>
                <c:pt idx="78">
                  <c:v>0.1099</c:v>
                </c:pt>
                <c:pt idx="79">
                  <c:v>0.1074</c:v>
                </c:pt>
                <c:pt idx="80">
                  <c:v>0.1</c:v>
                </c:pt>
                <c:pt idx="81">
                  <c:v>0.1024</c:v>
                </c:pt>
                <c:pt idx="82">
                  <c:v>0.1032</c:v>
                </c:pt>
                <c:pt idx="83">
                  <c:v>0.10970000000000001</c:v>
                </c:pt>
                <c:pt idx="84">
                  <c:v>0.44579999999999997</c:v>
                </c:pt>
                <c:pt idx="85">
                  <c:v>0.4708</c:v>
                </c:pt>
                <c:pt idx="86">
                  <c:v>0.47199999999999998</c:v>
                </c:pt>
                <c:pt idx="87">
                  <c:v>0.48380000000000001</c:v>
                </c:pt>
                <c:pt idx="88">
                  <c:v>0.44850000000000001</c:v>
                </c:pt>
                <c:pt idx="89">
                  <c:v>0.42459999999999998</c:v>
                </c:pt>
                <c:pt idx="90">
                  <c:v>0.42370000000000002</c:v>
                </c:pt>
                <c:pt idx="91">
                  <c:v>0.4335</c:v>
                </c:pt>
                <c:pt idx="92">
                  <c:v>0.49490000000000001</c:v>
                </c:pt>
                <c:pt idx="93">
                  <c:v>0.44180000000000003</c:v>
                </c:pt>
                <c:pt idx="94">
                  <c:v>0.4793</c:v>
                </c:pt>
                <c:pt idx="95">
                  <c:v>0.4919</c:v>
                </c:pt>
                <c:pt idx="96">
                  <c:v>0.46689999999999998</c:v>
                </c:pt>
                <c:pt idx="97">
                  <c:v>0.5242</c:v>
                </c:pt>
                <c:pt idx="98">
                  <c:v>0.52649999999999997</c:v>
                </c:pt>
                <c:pt idx="99">
                  <c:v>0.50700000000000001</c:v>
                </c:pt>
                <c:pt idx="100">
                  <c:v>0.48809999999999998</c:v>
                </c:pt>
                <c:pt idx="101">
                  <c:v>0.46910000000000002</c:v>
                </c:pt>
                <c:pt idx="102">
                  <c:v>0.49170000000000003</c:v>
                </c:pt>
                <c:pt idx="103">
                  <c:v>0.49390000000000001</c:v>
                </c:pt>
                <c:pt idx="104">
                  <c:v>0.46029999999999999</c:v>
                </c:pt>
                <c:pt idx="105">
                  <c:v>0.46029999999999999</c:v>
                </c:pt>
                <c:pt idx="106">
                  <c:v>0.4587</c:v>
                </c:pt>
                <c:pt idx="107">
                  <c:v>0.45119999999999999</c:v>
                </c:pt>
                <c:pt idx="108">
                  <c:v>0.42099999999999999</c:v>
                </c:pt>
                <c:pt idx="109">
                  <c:v>0.43359999999999999</c:v>
                </c:pt>
                <c:pt idx="110">
                  <c:v>0.42020000000000002</c:v>
                </c:pt>
                <c:pt idx="111">
                  <c:v>0.43869999999999998</c:v>
                </c:pt>
                <c:pt idx="112">
                  <c:v>0.42930000000000001</c:v>
                </c:pt>
                <c:pt idx="113">
                  <c:v>0.45800000000000002</c:v>
                </c:pt>
                <c:pt idx="114">
                  <c:v>0.48609999999999998</c:v>
                </c:pt>
                <c:pt idx="115">
                  <c:v>0.44800000000000001</c:v>
                </c:pt>
                <c:pt idx="116">
                  <c:v>0.44779999999999998</c:v>
                </c:pt>
                <c:pt idx="117">
                  <c:v>0.45939999999999998</c:v>
                </c:pt>
                <c:pt idx="118">
                  <c:v>0.41589999999999999</c:v>
                </c:pt>
                <c:pt idx="119">
                  <c:v>0.4178</c:v>
                </c:pt>
                <c:pt idx="120">
                  <c:v>0.41810000000000003</c:v>
                </c:pt>
                <c:pt idx="121">
                  <c:v>0.37819999999999998</c:v>
                </c:pt>
                <c:pt idx="122">
                  <c:v>0.34239999999999998</c:v>
                </c:pt>
                <c:pt idx="123">
                  <c:v>0.33410000000000001</c:v>
                </c:pt>
                <c:pt idx="124">
                  <c:v>0.2923</c:v>
                </c:pt>
                <c:pt idx="125">
                  <c:v>0.25669999999999998</c:v>
                </c:pt>
                <c:pt idx="126">
                  <c:v>0.23780000000000001</c:v>
                </c:pt>
                <c:pt idx="127">
                  <c:v>0.2218</c:v>
                </c:pt>
                <c:pt idx="128">
                  <c:v>0.222</c:v>
                </c:pt>
                <c:pt idx="129">
                  <c:v>0.2208</c:v>
                </c:pt>
                <c:pt idx="130">
                  <c:v>0.22120000000000001</c:v>
                </c:pt>
                <c:pt idx="131">
                  <c:v>0.21920000000000001</c:v>
                </c:pt>
                <c:pt idx="132">
                  <c:v>0.2213</c:v>
                </c:pt>
                <c:pt idx="133">
                  <c:v>0.20660000000000001</c:v>
                </c:pt>
                <c:pt idx="134">
                  <c:v>0.19170000000000001</c:v>
                </c:pt>
                <c:pt idx="135">
                  <c:v>0.19270000000000001</c:v>
                </c:pt>
                <c:pt idx="136">
                  <c:v>0.20610000000000001</c:v>
                </c:pt>
                <c:pt idx="137">
                  <c:v>0.1956</c:v>
                </c:pt>
                <c:pt idx="138">
                  <c:v>0.18129999999999999</c:v>
                </c:pt>
                <c:pt idx="139">
                  <c:v>0.18240000000000001</c:v>
                </c:pt>
                <c:pt idx="140">
                  <c:v>0.17929999999999999</c:v>
                </c:pt>
                <c:pt idx="141">
                  <c:v>0.15129999999999999</c:v>
                </c:pt>
                <c:pt idx="142">
                  <c:v>0.1336</c:v>
                </c:pt>
                <c:pt idx="143">
                  <c:v>0.1234</c:v>
                </c:pt>
                <c:pt idx="144">
                  <c:v>0.1041</c:v>
                </c:pt>
                <c:pt idx="145">
                  <c:v>0.1537</c:v>
                </c:pt>
                <c:pt idx="146">
                  <c:v>0.1157</c:v>
                </c:pt>
                <c:pt idx="147">
                  <c:v>0.42720000000000002</c:v>
                </c:pt>
                <c:pt idx="148">
                  <c:v>0.47389999999999999</c:v>
                </c:pt>
                <c:pt idx="149">
                  <c:v>0.47289999999999999</c:v>
                </c:pt>
                <c:pt idx="150">
                  <c:v>0.435</c:v>
                </c:pt>
                <c:pt idx="151">
                  <c:v>0.433</c:v>
                </c:pt>
                <c:pt idx="152">
                  <c:v>0.45019999999999999</c:v>
                </c:pt>
                <c:pt idx="153">
                  <c:v>0.41260000000000002</c:v>
                </c:pt>
                <c:pt idx="154">
                  <c:v>0.41320000000000001</c:v>
                </c:pt>
                <c:pt idx="155">
                  <c:v>0.38650000000000001</c:v>
                </c:pt>
                <c:pt idx="156">
                  <c:v>0.3619</c:v>
                </c:pt>
                <c:pt idx="157">
                  <c:v>0.3639</c:v>
                </c:pt>
                <c:pt idx="158">
                  <c:v>0.31869999999999998</c:v>
                </c:pt>
                <c:pt idx="159">
                  <c:v>0.30669999999999997</c:v>
                </c:pt>
                <c:pt idx="160">
                  <c:v>0.25490000000000002</c:v>
                </c:pt>
                <c:pt idx="161">
                  <c:v>0.27010000000000001</c:v>
                </c:pt>
                <c:pt idx="162">
                  <c:v>0.35370000000000001</c:v>
                </c:pt>
                <c:pt idx="163">
                  <c:v>0.42830000000000001</c:v>
                </c:pt>
                <c:pt idx="164">
                  <c:v>0.35539999999999999</c:v>
                </c:pt>
                <c:pt idx="165">
                  <c:v>0.36780000000000002</c:v>
                </c:pt>
                <c:pt idx="166">
                  <c:v>0.43180000000000002</c:v>
                </c:pt>
                <c:pt idx="167">
                  <c:v>0.3634</c:v>
                </c:pt>
                <c:pt idx="168">
                  <c:v>0.35370000000000001</c:v>
                </c:pt>
                <c:pt idx="169">
                  <c:v>0.36670000000000003</c:v>
                </c:pt>
                <c:pt idx="170">
                  <c:v>0.3826</c:v>
                </c:pt>
                <c:pt idx="171">
                  <c:v>0.34960000000000002</c:v>
                </c:pt>
                <c:pt idx="172">
                  <c:v>0.34189999999999998</c:v>
                </c:pt>
                <c:pt idx="173">
                  <c:v>0.29060000000000002</c:v>
                </c:pt>
                <c:pt idx="174">
                  <c:v>0.3165</c:v>
                </c:pt>
                <c:pt idx="175">
                  <c:v>0.31519999999999998</c:v>
                </c:pt>
                <c:pt idx="176">
                  <c:v>0.3695</c:v>
                </c:pt>
                <c:pt idx="177">
                  <c:v>0.34420000000000001</c:v>
                </c:pt>
                <c:pt idx="178">
                  <c:v>0.3448</c:v>
                </c:pt>
                <c:pt idx="179">
                  <c:v>0.38190000000000002</c:v>
                </c:pt>
                <c:pt idx="180">
                  <c:v>0.38030000000000003</c:v>
                </c:pt>
                <c:pt idx="181">
                  <c:v>0.41420000000000001</c:v>
                </c:pt>
                <c:pt idx="182">
                  <c:v>0.46379999999999999</c:v>
                </c:pt>
                <c:pt idx="183">
                  <c:v>0.37980000000000003</c:v>
                </c:pt>
                <c:pt idx="184">
                  <c:v>0.4294</c:v>
                </c:pt>
                <c:pt idx="185">
                  <c:v>0.39379999999999998</c:v>
                </c:pt>
                <c:pt idx="186">
                  <c:v>0.37659999999999999</c:v>
                </c:pt>
                <c:pt idx="187">
                  <c:v>0.35849999999999999</c:v>
                </c:pt>
                <c:pt idx="188">
                  <c:v>0.29380000000000001</c:v>
                </c:pt>
                <c:pt idx="189">
                  <c:v>0.31569999999999998</c:v>
                </c:pt>
                <c:pt idx="190">
                  <c:v>0.30280000000000001</c:v>
                </c:pt>
                <c:pt idx="191">
                  <c:v>0.30149999999999999</c:v>
                </c:pt>
                <c:pt idx="192">
                  <c:v>0.27839999999999998</c:v>
                </c:pt>
                <c:pt idx="193">
                  <c:v>0.26219999999999999</c:v>
                </c:pt>
                <c:pt idx="194">
                  <c:v>0.2477</c:v>
                </c:pt>
                <c:pt idx="195">
                  <c:v>0.40989999999999999</c:v>
                </c:pt>
                <c:pt idx="196">
                  <c:v>0.4012</c:v>
                </c:pt>
                <c:pt idx="197">
                  <c:v>0.378</c:v>
                </c:pt>
                <c:pt idx="198">
                  <c:v>0.37709999999999999</c:v>
                </c:pt>
                <c:pt idx="199">
                  <c:v>0.36980000000000002</c:v>
                </c:pt>
                <c:pt idx="200">
                  <c:v>0.37830000000000003</c:v>
                </c:pt>
                <c:pt idx="201">
                  <c:v>0.35249999999999998</c:v>
                </c:pt>
                <c:pt idx="202">
                  <c:v>0.35189999999999999</c:v>
                </c:pt>
                <c:pt idx="203">
                  <c:v>0.3533</c:v>
                </c:pt>
                <c:pt idx="204">
                  <c:v>0.36030000000000001</c:v>
                </c:pt>
                <c:pt idx="205">
                  <c:v>0.30520000000000003</c:v>
                </c:pt>
                <c:pt idx="206">
                  <c:v>0.23649999999999999</c:v>
                </c:pt>
                <c:pt idx="207">
                  <c:v>0.22220000000000001</c:v>
                </c:pt>
                <c:pt idx="208">
                  <c:v>0.22289999999999999</c:v>
                </c:pt>
                <c:pt idx="209">
                  <c:v>0.17780000000000001</c:v>
                </c:pt>
                <c:pt idx="210">
                  <c:v>0.18870000000000001</c:v>
                </c:pt>
                <c:pt idx="211">
                  <c:v>0.16719999999999999</c:v>
                </c:pt>
                <c:pt idx="212">
                  <c:v>0.15859999999999999</c:v>
                </c:pt>
                <c:pt idx="213">
                  <c:v>0.19750000000000001</c:v>
                </c:pt>
                <c:pt idx="214">
                  <c:v>0.1852</c:v>
                </c:pt>
                <c:pt idx="215">
                  <c:v>0.20280000000000001</c:v>
                </c:pt>
                <c:pt idx="216">
                  <c:v>0.2029</c:v>
                </c:pt>
                <c:pt idx="217">
                  <c:v>0.158</c:v>
                </c:pt>
                <c:pt idx="218">
                  <c:v>0.1565</c:v>
                </c:pt>
                <c:pt idx="219">
                  <c:v>0.14599999999999999</c:v>
                </c:pt>
                <c:pt idx="220">
                  <c:v>0.40989999999999999</c:v>
                </c:pt>
                <c:pt idx="221">
                  <c:v>0.40939999999999999</c:v>
                </c:pt>
                <c:pt idx="222">
                  <c:v>0.38600000000000001</c:v>
                </c:pt>
                <c:pt idx="223">
                  <c:v>0.34960000000000002</c:v>
                </c:pt>
                <c:pt idx="224">
                  <c:v>0.33960000000000001</c:v>
                </c:pt>
                <c:pt idx="225">
                  <c:v>0.35659999999999997</c:v>
                </c:pt>
                <c:pt idx="226">
                  <c:v>0.4143</c:v>
                </c:pt>
                <c:pt idx="227">
                  <c:v>0.48080000000000001</c:v>
                </c:pt>
                <c:pt idx="228">
                  <c:v>0.39860000000000001</c:v>
                </c:pt>
                <c:pt idx="229">
                  <c:v>0.44819999999999999</c:v>
                </c:pt>
                <c:pt idx="230">
                  <c:v>0.44990000000000002</c:v>
                </c:pt>
                <c:pt idx="231">
                  <c:v>0.4088</c:v>
                </c:pt>
                <c:pt idx="232">
                  <c:v>0.3725</c:v>
                </c:pt>
                <c:pt idx="233">
                  <c:v>0.35310000000000002</c:v>
                </c:pt>
                <c:pt idx="234">
                  <c:v>0.33110000000000001</c:v>
                </c:pt>
                <c:pt idx="235">
                  <c:v>0.2969</c:v>
                </c:pt>
                <c:pt idx="236">
                  <c:v>0.29749999999999999</c:v>
                </c:pt>
                <c:pt idx="237">
                  <c:v>0.2787</c:v>
                </c:pt>
                <c:pt idx="238">
                  <c:v>0.36370000000000002</c:v>
                </c:pt>
                <c:pt idx="239">
                  <c:v>0.32869999999999999</c:v>
                </c:pt>
                <c:pt idx="240">
                  <c:v>0.2737</c:v>
                </c:pt>
                <c:pt idx="241">
                  <c:v>0.31780000000000003</c:v>
                </c:pt>
                <c:pt idx="242">
                  <c:v>0.3397</c:v>
                </c:pt>
                <c:pt idx="243">
                  <c:v>0.32590000000000002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D0E-4D92-BD9C-D5E1B4F5C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00000001"/>
        <c:axId val="50000000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기초지수(삼성전자 50:SK하이닉스 50) · 좌축</c:v>
                </c:pt>
              </c:strCache>
            </c:strRef>
          </c:tx>
          <c:spPr>
            <a:ln w="19050">
              <a:solidFill>
                <a:srgbClr val="7F848A"/>
              </a:solidFill>
              <a:prstDash val="dash"/>
            </a:ln>
          </c:spPr>
          <c:marker>
            <c:symbol val="none"/>
          </c:marker>
          <c:cat>
            <c:strRef>
              <c:f>Sheet1!$A$2:$A$245</c:f>
              <c:strCache>
                <c:ptCount val="244"/>
                <c:pt idx="0">
                  <c:v>2025-07</c:v>
                </c:pt>
                <c:pt idx="43">
                  <c:v>2025-09</c:v>
                </c:pt>
                <c:pt idx="83">
                  <c:v>2025-11</c:v>
                </c:pt>
                <c:pt idx="124">
                  <c:v>2026-01</c:v>
                </c:pt>
                <c:pt idx="162">
                  <c:v>2026-03</c:v>
                </c:pt>
                <c:pt idx="205">
                  <c:v>2026-05</c:v>
                </c:pt>
              </c:strCache>
            </c:strRef>
          </c:cat>
          <c:val>
            <c:numRef>
              <c:f>Sheet1!$B$2:$B$245</c:f>
              <c:numCache>
                <c:formatCode>General</c:formatCode>
                <c:ptCount val="244"/>
                <c:pt idx="0">
                  <c:v>0</c:v>
                </c:pt>
                <c:pt idx="1">
                  <c:v>-6.4000000000000003E-3</c:v>
                </c:pt>
                <c:pt idx="2">
                  <c:v>1.72E-2</c:v>
                </c:pt>
                <c:pt idx="3">
                  <c:v>-1.4E-3</c:v>
                </c:pt>
                <c:pt idx="4">
                  <c:v>-1.3100000000000001E-2</c:v>
                </c:pt>
                <c:pt idx="5">
                  <c:v>4.5999999999999999E-3</c:v>
                </c:pt>
                <c:pt idx="6">
                  <c:v>-5.4000000000000003E-3</c:v>
                </c:pt>
                <c:pt idx="7">
                  <c:v>2.7900000000000001E-2</c:v>
                </c:pt>
                <c:pt idx="8">
                  <c:v>3.6999999999999998E-2</c:v>
                </c:pt>
                <c:pt idx="9">
                  <c:v>4.5900000000000003E-2</c:v>
                </c:pt>
                <c:pt idx="10">
                  <c:v>5.33E-2</c:v>
                </c:pt>
                <c:pt idx="11">
                  <c:v>5.7099999999999998E-2</c:v>
                </c:pt>
                <c:pt idx="12">
                  <c:v>2.6200000000000001E-2</c:v>
                </c:pt>
                <c:pt idx="13">
                  <c:v>2.8299999999999999E-2</c:v>
                </c:pt>
                <c:pt idx="14">
                  <c:v>4.0300000000000002E-2</c:v>
                </c:pt>
                <c:pt idx="15">
                  <c:v>1.89E-2</c:v>
                </c:pt>
                <c:pt idx="16">
                  <c:v>2.29E-2</c:v>
                </c:pt>
                <c:pt idx="17">
                  <c:v>2.0799999999999999E-2</c:v>
                </c:pt>
                <c:pt idx="18">
                  <c:v>1.34E-2</c:v>
                </c:pt>
                <c:pt idx="19">
                  <c:v>4.0399999999999998E-2</c:v>
                </c:pt>
                <c:pt idx="20">
                  <c:v>4.2900000000000001E-2</c:v>
                </c:pt>
                <c:pt idx="21">
                  <c:v>5.96E-2</c:v>
                </c:pt>
                <c:pt idx="22">
                  <c:v>7.0999999999999994E-2</c:v>
                </c:pt>
                <c:pt idx="23">
                  <c:v>2.1899999999999999E-2</c:v>
                </c:pt>
                <c:pt idx="24">
                  <c:v>2.7799999999999998E-2</c:v>
                </c:pt>
                <c:pt idx="25">
                  <c:v>4.02E-2</c:v>
                </c:pt>
                <c:pt idx="26">
                  <c:v>2.2200000000000001E-2</c:v>
                </c:pt>
                <c:pt idx="27">
                  <c:v>4.1700000000000001E-2</c:v>
                </c:pt>
                <c:pt idx="28">
                  <c:v>4.0399999999999998E-2</c:v>
                </c:pt>
                <c:pt idx="29">
                  <c:v>5.5899999999999998E-2</c:v>
                </c:pt>
                <c:pt idx="30">
                  <c:v>6.0600000000000001E-2</c:v>
                </c:pt>
                <c:pt idx="31">
                  <c:v>8.43E-2</c:v>
                </c:pt>
                <c:pt idx="32">
                  <c:v>7.9100000000000004E-2</c:v>
                </c:pt>
                <c:pt idx="33">
                  <c:v>4.9500000000000002E-2</c:v>
                </c:pt>
                <c:pt idx="34">
                  <c:v>4.07E-2</c:v>
                </c:pt>
                <c:pt idx="35">
                  <c:v>2.9499999999999998E-2</c:v>
                </c:pt>
                <c:pt idx="36">
                  <c:v>9.1000000000000004E-3</c:v>
                </c:pt>
                <c:pt idx="37">
                  <c:v>2.7199999999999998E-2</c:v>
                </c:pt>
                <c:pt idx="38">
                  <c:v>4.53E-2</c:v>
                </c:pt>
                <c:pt idx="39">
                  <c:v>4.0599999999999997E-2</c:v>
                </c:pt>
                <c:pt idx="40">
                  <c:v>3.9800000000000002E-2</c:v>
                </c:pt>
                <c:pt idx="41">
                  <c:v>4.9399999999999999E-2</c:v>
                </c:pt>
                <c:pt idx="42">
                  <c:v>5.1200000000000002E-2</c:v>
                </c:pt>
                <c:pt idx="43">
                  <c:v>9.9000000000000008E-3</c:v>
                </c:pt>
                <c:pt idx="44">
                  <c:v>0.03</c:v>
                </c:pt>
                <c:pt idx="45">
                  <c:v>3.9199999999999999E-2</c:v>
                </c:pt>
                <c:pt idx="46">
                  <c:v>4.7300000000000002E-2</c:v>
                </c:pt>
                <c:pt idx="47">
                  <c:v>5.8599999999999999E-2</c:v>
                </c:pt>
                <c:pt idx="48">
                  <c:v>7.0000000000000007E-2</c:v>
                </c:pt>
                <c:pt idx="49">
                  <c:v>0.1019</c:v>
                </c:pt>
                <c:pt idx="50">
                  <c:v>0.14099999999999999</c:v>
                </c:pt>
                <c:pt idx="51">
                  <c:v>0.15290000000000001</c:v>
                </c:pt>
                <c:pt idx="52">
                  <c:v>0.20899999999999999</c:v>
                </c:pt>
                <c:pt idx="53">
                  <c:v>0.22239999999999999</c:v>
                </c:pt>
                <c:pt idx="54">
                  <c:v>0.27700000000000002</c:v>
                </c:pt>
                <c:pt idx="55">
                  <c:v>0.2407</c:v>
                </c:pt>
                <c:pt idx="56">
                  <c:v>0.29520000000000002</c:v>
                </c:pt>
                <c:pt idx="57">
                  <c:v>0.2888</c:v>
                </c:pt>
                <c:pt idx="58">
                  <c:v>0.31590000000000001</c:v>
                </c:pt>
                <c:pt idx="59">
                  <c:v>0.34410000000000002</c:v>
                </c:pt>
                <c:pt idx="60">
                  <c:v>0.34310000000000002</c:v>
                </c:pt>
                <c:pt idx="61">
                  <c:v>0.34670000000000001</c:v>
                </c:pt>
                <c:pt idx="62">
                  <c:v>0.28710000000000002</c:v>
                </c:pt>
                <c:pt idx="63">
                  <c:v>0.31790000000000002</c:v>
                </c:pt>
                <c:pt idx="64">
                  <c:v>0.31269999999999998</c:v>
                </c:pt>
                <c:pt idx="65">
                  <c:v>0.3528</c:v>
                </c:pt>
                <c:pt idx="66">
                  <c:v>0.44309999999999999</c:v>
                </c:pt>
                <c:pt idx="67">
                  <c:v>0.54610000000000003</c:v>
                </c:pt>
                <c:pt idx="68">
                  <c:v>0.51370000000000005</c:v>
                </c:pt>
                <c:pt idx="69">
                  <c:v>0.49349999999999999</c:v>
                </c:pt>
                <c:pt idx="70">
                  <c:v>0.54120000000000001</c:v>
                </c:pt>
                <c:pt idx="71">
                  <c:v>0.61780000000000002</c:v>
                </c:pt>
                <c:pt idx="72">
                  <c:v>0.64270000000000005</c:v>
                </c:pt>
                <c:pt idx="73">
                  <c:v>0.67959999999999998</c:v>
                </c:pt>
                <c:pt idx="74">
                  <c:v>0.6633</c:v>
                </c:pt>
                <c:pt idx="75">
                  <c:v>0.67700000000000005</c:v>
                </c:pt>
                <c:pt idx="76">
                  <c:v>0.65390000000000004</c:v>
                </c:pt>
                <c:pt idx="77">
                  <c:v>0.72809999999999997</c:v>
                </c:pt>
                <c:pt idx="78">
                  <c:v>0.7984</c:v>
                </c:pt>
                <c:pt idx="79">
                  <c:v>0.75280000000000002</c:v>
                </c:pt>
                <c:pt idx="80">
                  <c:v>0.82389999999999997</c:v>
                </c:pt>
                <c:pt idx="81">
                  <c:v>0.87290000000000001</c:v>
                </c:pt>
                <c:pt idx="82">
                  <c:v>0.88859999999999995</c:v>
                </c:pt>
                <c:pt idx="83">
                  <c:v>1.0233000000000001</c:v>
                </c:pt>
                <c:pt idx="84">
                  <c:v>0.91139999999999999</c:v>
                </c:pt>
                <c:pt idx="85">
                  <c:v>0.86080000000000001</c:v>
                </c:pt>
                <c:pt idx="86">
                  <c:v>0.87029999999999996</c:v>
                </c:pt>
                <c:pt idx="87">
                  <c:v>0.83760000000000001</c:v>
                </c:pt>
                <c:pt idx="88">
                  <c:v>0.90410000000000001</c:v>
                </c:pt>
                <c:pt idx="89">
                  <c:v>0.95199999999999996</c:v>
                </c:pt>
                <c:pt idx="90">
                  <c:v>0.94499999999999995</c:v>
                </c:pt>
                <c:pt idx="91">
                  <c:v>0.93430000000000002</c:v>
                </c:pt>
                <c:pt idx="92">
                  <c:v>0.79949999999999999</c:v>
                </c:pt>
                <c:pt idx="93">
                  <c:v>0.90480000000000005</c:v>
                </c:pt>
                <c:pt idx="94">
                  <c:v>0.82179999999999997</c:v>
                </c:pt>
                <c:pt idx="95">
                  <c:v>0.79690000000000005</c:v>
                </c:pt>
                <c:pt idx="96">
                  <c:v>0.84940000000000004</c:v>
                </c:pt>
                <c:pt idx="97">
                  <c:v>0.71509999999999996</c:v>
                </c:pt>
                <c:pt idx="98">
                  <c:v>0.73070000000000002</c:v>
                </c:pt>
                <c:pt idx="99">
                  <c:v>0.75229999999999997</c:v>
                </c:pt>
                <c:pt idx="100">
                  <c:v>0.79159999999999997</c:v>
                </c:pt>
                <c:pt idx="101">
                  <c:v>0.83189999999999997</c:v>
                </c:pt>
                <c:pt idx="102">
                  <c:v>0.78180000000000005</c:v>
                </c:pt>
                <c:pt idx="103">
                  <c:v>0.79790000000000005</c:v>
                </c:pt>
                <c:pt idx="104">
                  <c:v>0.85450000000000004</c:v>
                </c:pt>
                <c:pt idx="105">
                  <c:v>0.85440000000000005</c:v>
                </c:pt>
                <c:pt idx="106">
                  <c:v>0.84289999999999998</c:v>
                </c:pt>
                <c:pt idx="107">
                  <c:v>0.87519999999999998</c:v>
                </c:pt>
                <c:pt idx="108">
                  <c:v>0.94159999999999999</c:v>
                </c:pt>
                <c:pt idx="109">
                  <c:v>0.91339999999999999</c:v>
                </c:pt>
                <c:pt idx="110">
                  <c:v>0.94530000000000003</c:v>
                </c:pt>
                <c:pt idx="111">
                  <c:v>0.90259999999999996</c:v>
                </c:pt>
                <c:pt idx="112">
                  <c:v>0.92689999999999995</c:v>
                </c:pt>
                <c:pt idx="113">
                  <c:v>0.8619</c:v>
                </c:pt>
                <c:pt idx="114">
                  <c:v>0.80379999999999996</c:v>
                </c:pt>
                <c:pt idx="115">
                  <c:v>0.88429999999999997</c:v>
                </c:pt>
                <c:pt idx="116">
                  <c:v>0.88339999999999996</c:v>
                </c:pt>
                <c:pt idx="117">
                  <c:v>0.86350000000000005</c:v>
                </c:pt>
                <c:pt idx="118">
                  <c:v>0.95650000000000002</c:v>
                </c:pt>
                <c:pt idx="119">
                  <c:v>0.97209999999999996</c:v>
                </c:pt>
                <c:pt idx="120">
                  <c:v>0.97529999999999994</c:v>
                </c:pt>
                <c:pt idx="121">
                  <c:v>1.0462</c:v>
                </c:pt>
                <c:pt idx="122">
                  <c:v>1.1380999999999999</c:v>
                </c:pt>
                <c:pt idx="123">
                  <c:v>1.1600999999999999</c:v>
                </c:pt>
                <c:pt idx="124">
                  <c:v>1.2806999999999999</c:v>
                </c:pt>
                <c:pt idx="125">
                  <c:v>1.3978999999999999</c:v>
                </c:pt>
                <c:pt idx="126">
                  <c:v>1.4564999999999999</c:v>
                </c:pt>
                <c:pt idx="127">
                  <c:v>1.5021</c:v>
                </c:pt>
                <c:pt idx="128">
                  <c:v>1.5062</c:v>
                </c:pt>
                <c:pt idx="129">
                  <c:v>1.4881</c:v>
                </c:pt>
                <c:pt idx="130">
                  <c:v>1.4946999999999999</c:v>
                </c:pt>
                <c:pt idx="131">
                  <c:v>1.4656</c:v>
                </c:pt>
                <c:pt idx="132">
                  <c:v>1.4964999999999999</c:v>
                </c:pt>
                <c:pt idx="133">
                  <c:v>1.5403</c:v>
                </c:pt>
                <c:pt idx="134">
                  <c:v>1.5963000000000001</c:v>
                </c:pt>
                <c:pt idx="135">
                  <c:v>1.6134999999999999</c:v>
                </c:pt>
                <c:pt idx="136">
                  <c:v>1.5417000000000001</c:v>
                </c:pt>
                <c:pt idx="137">
                  <c:v>1.5742</c:v>
                </c:pt>
                <c:pt idx="138">
                  <c:v>1.6244000000000001</c:v>
                </c:pt>
                <c:pt idx="139">
                  <c:v>1.6435</c:v>
                </c:pt>
                <c:pt idx="140">
                  <c:v>1.5901000000000001</c:v>
                </c:pt>
                <c:pt idx="141">
                  <c:v>1.7657</c:v>
                </c:pt>
                <c:pt idx="142">
                  <c:v>1.8617999999999999</c:v>
                </c:pt>
                <c:pt idx="143">
                  <c:v>1.8808</c:v>
                </c:pt>
                <c:pt idx="144">
                  <c:v>1.9593</c:v>
                </c:pt>
                <c:pt idx="145">
                  <c:v>1.7376</c:v>
                </c:pt>
                <c:pt idx="146">
                  <c:v>2.0202</c:v>
                </c:pt>
                <c:pt idx="147">
                  <c:v>2.0230000000000001</c:v>
                </c:pt>
                <c:pt idx="148">
                  <c:v>1.8380000000000001</c:v>
                </c:pt>
                <c:pt idx="149">
                  <c:v>1.8267</c:v>
                </c:pt>
                <c:pt idx="150">
                  <c:v>1.9771000000000001</c:v>
                </c:pt>
                <c:pt idx="151">
                  <c:v>1.9532</c:v>
                </c:pt>
                <c:pt idx="152">
                  <c:v>1.9440999999999999</c:v>
                </c:pt>
                <c:pt idx="153">
                  <c:v>2.0867</c:v>
                </c:pt>
                <c:pt idx="154">
                  <c:v>2.0952999999999999</c:v>
                </c:pt>
                <c:pt idx="155">
                  <c:v>2.1951000000000001</c:v>
                </c:pt>
                <c:pt idx="156">
                  <c:v>2.2942</c:v>
                </c:pt>
                <c:pt idx="157">
                  <c:v>2.3228</c:v>
                </c:pt>
                <c:pt idx="158">
                  <c:v>2.4773999999999998</c:v>
                </c:pt>
                <c:pt idx="159">
                  <c:v>2.5303</c:v>
                </c:pt>
                <c:pt idx="160">
                  <c:v>2.7966000000000002</c:v>
                </c:pt>
                <c:pt idx="161">
                  <c:v>2.7179000000000002</c:v>
                </c:pt>
                <c:pt idx="162">
                  <c:v>2.3203999999999998</c:v>
                </c:pt>
                <c:pt idx="163">
                  <c:v>1.9663999999999999</c:v>
                </c:pt>
                <c:pt idx="164">
                  <c:v>2.2942</c:v>
                </c:pt>
                <c:pt idx="165">
                  <c:v>2.2351999999999999</c:v>
                </c:pt>
                <c:pt idx="166">
                  <c:v>1.9548000000000001</c:v>
                </c:pt>
                <c:pt idx="167">
                  <c:v>2.2576999999999998</c:v>
                </c:pt>
                <c:pt idx="168">
                  <c:v>2.3054000000000001</c:v>
                </c:pt>
                <c:pt idx="169">
                  <c:v>2.2439</c:v>
                </c:pt>
                <c:pt idx="170">
                  <c:v>2.1709999999999998</c:v>
                </c:pt>
                <c:pt idx="171">
                  <c:v>2.3273999999999999</c:v>
                </c:pt>
                <c:pt idx="172">
                  <c:v>2.3664999999999998</c:v>
                </c:pt>
                <c:pt idx="173">
                  <c:v>2.6423999999999999</c:v>
                </c:pt>
                <c:pt idx="174">
                  <c:v>2.4984000000000002</c:v>
                </c:pt>
                <c:pt idx="175">
                  <c:v>2.4784000000000002</c:v>
                </c:pt>
                <c:pt idx="176">
                  <c:v>2.2364000000000002</c:v>
                </c:pt>
                <c:pt idx="177">
                  <c:v>2.3578000000000001</c:v>
                </c:pt>
                <c:pt idx="178">
                  <c:v>2.367</c:v>
                </c:pt>
                <c:pt idx="179">
                  <c:v>2.1827999999999999</c:v>
                </c:pt>
                <c:pt idx="180">
                  <c:v>2.1604999999999999</c:v>
                </c:pt>
                <c:pt idx="181">
                  <c:v>2.0466000000000002</c:v>
                </c:pt>
                <c:pt idx="182">
                  <c:v>1.8528</c:v>
                </c:pt>
                <c:pt idx="183">
                  <c:v>2.1959</c:v>
                </c:pt>
                <c:pt idx="184">
                  <c:v>1.9887999999999999</c:v>
                </c:pt>
                <c:pt idx="185">
                  <c:v>2.137</c:v>
                </c:pt>
                <c:pt idx="186">
                  <c:v>2.2130000000000001</c:v>
                </c:pt>
                <c:pt idx="187">
                  <c:v>2.2957000000000001</c:v>
                </c:pt>
                <c:pt idx="188">
                  <c:v>2.6234999999999999</c:v>
                </c:pt>
                <c:pt idx="189">
                  <c:v>2.5062000000000002</c:v>
                </c:pt>
                <c:pt idx="190">
                  <c:v>2.5743</c:v>
                </c:pt>
                <c:pt idx="191">
                  <c:v>2.5535999999999999</c:v>
                </c:pt>
                <c:pt idx="192">
                  <c:v>2.7098</c:v>
                </c:pt>
                <c:pt idx="193">
                  <c:v>2.8058000000000001</c:v>
                </c:pt>
                <c:pt idx="194">
                  <c:v>2.8961999999999999</c:v>
                </c:pt>
                <c:pt idx="195">
                  <c:v>2.8372000000000002</c:v>
                </c:pt>
                <c:pt idx="196">
                  <c:v>2.8885000000000001</c:v>
                </c:pt>
                <c:pt idx="197">
                  <c:v>3.0259999999999998</c:v>
                </c:pt>
                <c:pt idx="198">
                  <c:v>3.0106000000000002</c:v>
                </c:pt>
                <c:pt idx="199">
                  <c:v>3.0783999999999998</c:v>
                </c:pt>
                <c:pt idx="200">
                  <c:v>3.028</c:v>
                </c:pt>
                <c:pt idx="201">
                  <c:v>3.1892999999999998</c:v>
                </c:pt>
                <c:pt idx="202">
                  <c:v>3.1789000000000001</c:v>
                </c:pt>
                <c:pt idx="203">
                  <c:v>3.2052999999999998</c:v>
                </c:pt>
                <c:pt idx="204">
                  <c:v>3.1427</c:v>
                </c:pt>
                <c:pt idx="205">
                  <c:v>3.5148000000000001</c:v>
                </c:pt>
                <c:pt idx="206">
                  <c:v>4.0803000000000003</c:v>
                </c:pt>
                <c:pt idx="207">
                  <c:v>4.2168999999999999</c:v>
                </c:pt>
                <c:pt idx="208">
                  <c:v>4.2385999999999999</c:v>
                </c:pt>
                <c:pt idx="209">
                  <c:v>4.7058</c:v>
                </c:pt>
                <c:pt idx="210">
                  <c:v>4.5724999999999998</c:v>
                </c:pt>
                <c:pt idx="211">
                  <c:v>4.8365999999999998</c:v>
                </c:pt>
                <c:pt idx="212">
                  <c:v>4.9509999999999996</c:v>
                </c:pt>
                <c:pt idx="213">
                  <c:v>4.4665999999999997</c:v>
                </c:pt>
                <c:pt idx="214">
                  <c:v>4.6043000000000003</c:v>
                </c:pt>
                <c:pt idx="215">
                  <c:v>4.4047000000000001</c:v>
                </c:pt>
                <c:pt idx="216">
                  <c:v>4.4097</c:v>
                </c:pt>
                <c:pt idx="217">
                  <c:v>4.9421999999999997</c:v>
                </c:pt>
                <c:pt idx="218">
                  <c:v>4.8742999999999999</c:v>
                </c:pt>
                <c:pt idx="219">
                  <c:v>5.1074999999999999</c:v>
                </c:pt>
                <c:pt idx="220">
                  <c:v>5.4734999999999996</c:v>
                </c:pt>
                <c:pt idx="221">
                  <c:v>5.4607999999999999</c:v>
                </c:pt>
                <c:pt idx="222">
                  <c:v>5.7115999999999998</c:v>
                </c:pt>
                <c:pt idx="223">
                  <c:v>6.0936000000000003</c:v>
                </c:pt>
                <c:pt idx="224">
                  <c:v>6.2058999999999997</c:v>
                </c:pt>
                <c:pt idx="225">
                  <c:v>6.0213000000000001</c:v>
                </c:pt>
                <c:pt idx="226">
                  <c:v>5.4482999999999997</c:v>
                </c:pt>
                <c:pt idx="227">
                  <c:v>4.8723000000000001</c:v>
                </c:pt>
                <c:pt idx="228">
                  <c:v>5.6026999999999996</c:v>
                </c:pt>
                <c:pt idx="229">
                  <c:v>5.1539000000000001</c:v>
                </c:pt>
                <c:pt idx="230">
                  <c:v>5.1978999999999997</c:v>
                </c:pt>
                <c:pt idx="231">
                  <c:v>5.5137999999999998</c:v>
                </c:pt>
                <c:pt idx="232">
                  <c:v>5.8692000000000002</c:v>
                </c:pt>
                <c:pt idx="233">
                  <c:v>6.0715000000000003</c:v>
                </c:pt>
                <c:pt idx="234">
                  <c:v>6.3139000000000003</c:v>
                </c:pt>
                <c:pt idx="235">
                  <c:v>6.7206999999999999</c:v>
                </c:pt>
                <c:pt idx="236">
                  <c:v>6.7436999999999996</c:v>
                </c:pt>
                <c:pt idx="237">
                  <c:v>6.9554</c:v>
                </c:pt>
                <c:pt idx="238">
                  <c:v>5.9699</c:v>
                </c:pt>
                <c:pt idx="239">
                  <c:v>6.3468999999999998</c:v>
                </c:pt>
                <c:pt idx="240">
                  <c:v>7.0209000000000001</c:v>
                </c:pt>
                <c:pt idx="241">
                  <c:v>6.4729000000000001</c:v>
                </c:pt>
                <c:pt idx="242">
                  <c:v>6.2283999999999997</c:v>
                </c:pt>
                <c:pt idx="243">
                  <c:v>6.3817000000000004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0E-4D92-BD9C-D5E1B4F5C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변동성전략 펀드 · 우축</c:v>
                </c:pt>
              </c:strCache>
            </c:strRef>
          </c:tx>
          <c:spPr>
            <a:ln w="2540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Sheet1!$A$2:$A$245</c:f>
              <c:strCache>
                <c:ptCount val="244"/>
                <c:pt idx="0">
                  <c:v>2025-07</c:v>
                </c:pt>
                <c:pt idx="43">
                  <c:v>2025-09</c:v>
                </c:pt>
                <c:pt idx="83">
                  <c:v>2025-11</c:v>
                </c:pt>
                <c:pt idx="124">
                  <c:v>2026-01</c:v>
                </c:pt>
                <c:pt idx="162">
                  <c:v>2026-03</c:v>
                </c:pt>
                <c:pt idx="205">
                  <c:v>2026-05</c:v>
                </c:pt>
              </c:strCache>
            </c:strRef>
          </c:cat>
          <c:val>
            <c:numRef>
              <c:f>Sheet1!$C$2:$C$245</c:f>
              <c:numCache>
                <c:formatCode>General</c:formatCode>
                <c:ptCount val="244"/>
                <c:pt idx="0">
                  <c:v>-2.0000000000000001E-4</c:v>
                </c:pt>
                <c:pt idx="1">
                  <c:v>-3.2000000000000002E-3</c:v>
                </c:pt>
                <c:pt idx="2">
                  <c:v>7.4999999999999997E-3</c:v>
                </c:pt>
                <c:pt idx="3">
                  <c:v>-5.9999999999999995E-4</c:v>
                </c:pt>
                <c:pt idx="4">
                  <c:v>-6.0000000000000001E-3</c:v>
                </c:pt>
                <c:pt idx="5">
                  <c:v>2.5000000000000001E-3</c:v>
                </c:pt>
                <c:pt idx="6">
                  <c:v>-2.2000000000000001E-3</c:v>
                </c:pt>
                <c:pt idx="7">
                  <c:v>1.3599999999999999E-2</c:v>
                </c:pt>
                <c:pt idx="8">
                  <c:v>1.7399999999999999E-2</c:v>
                </c:pt>
                <c:pt idx="9">
                  <c:v>2.1100000000000001E-2</c:v>
                </c:pt>
                <c:pt idx="10">
                  <c:v>2.4E-2</c:v>
                </c:pt>
                <c:pt idx="11">
                  <c:v>2.5399999999999999E-2</c:v>
                </c:pt>
                <c:pt idx="12">
                  <c:v>1.34E-2</c:v>
                </c:pt>
                <c:pt idx="13">
                  <c:v>1.43E-2</c:v>
                </c:pt>
                <c:pt idx="14">
                  <c:v>1.9400000000000001E-2</c:v>
                </c:pt>
                <c:pt idx="15">
                  <c:v>1.06E-2</c:v>
                </c:pt>
                <c:pt idx="16">
                  <c:v>1.24E-2</c:v>
                </c:pt>
                <c:pt idx="17">
                  <c:v>1.14E-2</c:v>
                </c:pt>
                <c:pt idx="18">
                  <c:v>8.0000000000000002E-3</c:v>
                </c:pt>
                <c:pt idx="19">
                  <c:v>2.0199999999999999E-2</c:v>
                </c:pt>
                <c:pt idx="20">
                  <c:v>2.12E-2</c:v>
                </c:pt>
                <c:pt idx="21">
                  <c:v>2.8000000000000001E-2</c:v>
                </c:pt>
                <c:pt idx="22">
                  <c:v>3.2199999999999999E-2</c:v>
                </c:pt>
                <c:pt idx="23">
                  <c:v>1.4500000000000001E-2</c:v>
                </c:pt>
                <c:pt idx="24">
                  <c:v>1.7100000000000001E-2</c:v>
                </c:pt>
                <c:pt idx="25">
                  <c:v>2.23E-2</c:v>
                </c:pt>
                <c:pt idx="26">
                  <c:v>1.49E-2</c:v>
                </c:pt>
                <c:pt idx="27">
                  <c:v>2.3400000000000001E-2</c:v>
                </c:pt>
                <c:pt idx="28">
                  <c:v>2.2800000000000001E-2</c:v>
                </c:pt>
                <c:pt idx="29">
                  <c:v>2.9100000000000001E-2</c:v>
                </c:pt>
                <c:pt idx="30">
                  <c:v>3.09E-2</c:v>
                </c:pt>
                <c:pt idx="31">
                  <c:v>3.9800000000000002E-2</c:v>
                </c:pt>
                <c:pt idx="32">
                  <c:v>3.8100000000000002E-2</c:v>
                </c:pt>
                <c:pt idx="33">
                  <c:v>2.7900000000000001E-2</c:v>
                </c:pt>
                <c:pt idx="34">
                  <c:v>2.4400000000000002E-2</c:v>
                </c:pt>
                <c:pt idx="35">
                  <c:v>1.9800000000000002E-2</c:v>
                </c:pt>
                <c:pt idx="36">
                  <c:v>1.0999999999999999E-2</c:v>
                </c:pt>
                <c:pt idx="37">
                  <c:v>1.9300000000000001E-2</c:v>
                </c:pt>
                <c:pt idx="38">
                  <c:v>2.7E-2</c:v>
                </c:pt>
                <c:pt idx="39">
                  <c:v>2.5100000000000001E-2</c:v>
                </c:pt>
                <c:pt idx="40">
                  <c:v>2.4799999999999999E-2</c:v>
                </c:pt>
                <c:pt idx="41">
                  <c:v>2.86E-2</c:v>
                </c:pt>
                <c:pt idx="42">
                  <c:v>2.93E-2</c:v>
                </c:pt>
                <c:pt idx="43">
                  <c:v>1.2999999999999999E-2</c:v>
                </c:pt>
                <c:pt idx="44">
                  <c:v>2.23E-2</c:v>
                </c:pt>
                <c:pt idx="45">
                  <c:v>2.6200000000000001E-2</c:v>
                </c:pt>
                <c:pt idx="46">
                  <c:v>2.9499999999999998E-2</c:v>
                </c:pt>
                <c:pt idx="47">
                  <c:v>3.39E-2</c:v>
                </c:pt>
                <c:pt idx="48">
                  <c:v>3.8199999999999998E-2</c:v>
                </c:pt>
                <c:pt idx="49">
                  <c:v>4.9599999999999998E-2</c:v>
                </c:pt>
                <c:pt idx="50">
                  <c:v>6.1600000000000002E-2</c:v>
                </c:pt>
                <c:pt idx="51">
                  <c:v>6.4699999999999994E-2</c:v>
                </c:pt>
                <c:pt idx="52">
                  <c:v>7.8399999999999997E-2</c:v>
                </c:pt>
                <c:pt idx="53">
                  <c:v>8.09E-2</c:v>
                </c:pt>
                <c:pt idx="54">
                  <c:v>9.0499999999999997E-2</c:v>
                </c:pt>
                <c:pt idx="55">
                  <c:v>8.5400000000000004E-2</c:v>
                </c:pt>
                <c:pt idx="56">
                  <c:v>9.4100000000000003E-2</c:v>
                </c:pt>
                <c:pt idx="57">
                  <c:v>9.3299999999999994E-2</c:v>
                </c:pt>
                <c:pt idx="58">
                  <c:v>9.6600000000000005E-2</c:v>
                </c:pt>
                <c:pt idx="59">
                  <c:v>9.9699999999999997E-2</c:v>
                </c:pt>
                <c:pt idx="60">
                  <c:v>9.9599999999999994E-2</c:v>
                </c:pt>
                <c:pt idx="61">
                  <c:v>0.1</c:v>
                </c:pt>
                <c:pt idx="62">
                  <c:v>9.4200000000000006E-2</c:v>
                </c:pt>
                <c:pt idx="63">
                  <c:v>9.8299999999999998E-2</c:v>
                </c:pt>
                <c:pt idx="64">
                  <c:v>9.7699999999999995E-2</c:v>
                </c:pt>
                <c:pt idx="65">
                  <c:v>0.1023</c:v>
                </c:pt>
                <c:pt idx="66">
                  <c:v>0.111</c:v>
                </c:pt>
                <c:pt idx="67">
                  <c:v>0.11890000000000001</c:v>
                </c:pt>
                <c:pt idx="68">
                  <c:v>0.1164</c:v>
                </c:pt>
                <c:pt idx="69">
                  <c:v>0.1149</c:v>
                </c:pt>
                <c:pt idx="70">
                  <c:v>0.1186</c:v>
                </c:pt>
                <c:pt idx="71">
                  <c:v>0.1244</c:v>
                </c:pt>
                <c:pt idx="72">
                  <c:v>0.12620000000000001</c:v>
                </c:pt>
                <c:pt idx="73">
                  <c:v>0.1288</c:v>
                </c:pt>
                <c:pt idx="74">
                  <c:v>0.12759999999999999</c:v>
                </c:pt>
                <c:pt idx="75">
                  <c:v>0.12859999999999999</c:v>
                </c:pt>
                <c:pt idx="76">
                  <c:v>0.127</c:v>
                </c:pt>
                <c:pt idx="77">
                  <c:v>0.13220000000000001</c:v>
                </c:pt>
                <c:pt idx="78">
                  <c:v>0.1371</c:v>
                </c:pt>
                <c:pt idx="79">
                  <c:v>0.13389999999999999</c:v>
                </c:pt>
                <c:pt idx="80">
                  <c:v>0.13880000000000001</c:v>
                </c:pt>
                <c:pt idx="81">
                  <c:v>0.1419</c:v>
                </c:pt>
                <c:pt idx="82">
                  <c:v>0.1429</c:v>
                </c:pt>
                <c:pt idx="83">
                  <c:v>0.15129999999999999</c:v>
                </c:pt>
                <c:pt idx="84">
                  <c:v>0.15110000000000001</c:v>
                </c:pt>
                <c:pt idx="85">
                  <c:v>0.13919999999999999</c:v>
                </c:pt>
                <c:pt idx="86">
                  <c:v>0.1416</c:v>
                </c:pt>
                <c:pt idx="87">
                  <c:v>0.13339999999999999</c:v>
                </c:pt>
                <c:pt idx="88">
                  <c:v>0.15040000000000001</c:v>
                </c:pt>
                <c:pt idx="89">
                  <c:v>0.16159999999999999</c:v>
                </c:pt>
                <c:pt idx="90">
                  <c:v>0.16</c:v>
                </c:pt>
                <c:pt idx="91">
                  <c:v>0.15759999999999999</c:v>
                </c:pt>
                <c:pt idx="92">
                  <c:v>0.12720000000000001</c:v>
                </c:pt>
                <c:pt idx="93">
                  <c:v>0.1552</c:v>
                </c:pt>
                <c:pt idx="94">
                  <c:v>0.1358</c:v>
                </c:pt>
                <c:pt idx="95">
                  <c:v>0.1293</c:v>
                </c:pt>
                <c:pt idx="96">
                  <c:v>0.14330000000000001</c:v>
                </c:pt>
                <c:pt idx="97">
                  <c:v>0.1096</c:v>
                </c:pt>
                <c:pt idx="98">
                  <c:v>0.11409999999999999</c:v>
                </c:pt>
                <c:pt idx="99">
                  <c:v>0.1203</c:v>
                </c:pt>
                <c:pt idx="100">
                  <c:v>0.1313</c:v>
                </c:pt>
                <c:pt idx="101">
                  <c:v>0.1419</c:v>
                </c:pt>
                <c:pt idx="102">
                  <c:v>0.12920000000000001</c:v>
                </c:pt>
                <c:pt idx="103">
                  <c:v>0.13350000000000001</c:v>
                </c:pt>
                <c:pt idx="104">
                  <c:v>0.14860000000000001</c:v>
                </c:pt>
                <c:pt idx="105">
                  <c:v>0.14849999999999999</c:v>
                </c:pt>
                <c:pt idx="106">
                  <c:v>0.1457</c:v>
                </c:pt>
                <c:pt idx="107">
                  <c:v>0.15359999999999999</c:v>
                </c:pt>
                <c:pt idx="108">
                  <c:v>0.16950000000000001</c:v>
                </c:pt>
                <c:pt idx="109">
                  <c:v>0.16320000000000001</c:v>
                </c:pt>
                <c:pt idx="110">
                  <c:v>0.17050000000000001</c:v>
                </c:pt>
                <c:pt idx="111">
                  <c:v>0.161</c:v>
                </c:pt>
                <c:pt idx="112">
                  <c:v>0.1666</c:v>
                </c:pt>
                <c:pt idx="113">
                  <c:v>0.15190000000000001</c:v>
                </c:pt>
                <c:pt idx="114">
                  <c:v>0.13750000000000001</c:v>
                </c:pt>
                <c:pt idx="115">
                  <c:v>0.1588</c:v>
                </c:pt>
                <c:pt idx="116">
                  <c:v>0.1585</c:v>
                </c:pt>
                <c:pt idx="117">
                  <c:v>0.1537</c:v>
                </c:pt>
                <c:pt idx="118">
                  <c:v>0.17649999999999999</c:v>
                </c:pt>
                <c:pt idx="119">
                  <c:v>0.1799</c:v>
                </c:pt>
                <c:pt idx="120">
                  <c:v>0.18060000000000001</c:v>
                </c:pt>
                <c:pt idx="121">
                  <c:v>0.1958</c:v>
                </c:pt>
                <c:pt idx="122">
                  <c:v>0.21340000000000001</c:v>
                </c:pt>
                <c:pt idx="123">
                  <c:v>0.21709999999999999</c:v>
                </c:pt>
                <c:pt idx="124">
                  <c:v>0.23680000000000001</c:v>
                </c:pt>
                <c:pt idx="125">
                  <c:v>0.25290000000000001</c:v>
                </c:pt>
                <c:pt idx="126">
                  <c:v>0.25979999999999998</c:v>
                </c:pt>
                <c:pt idx="127">
                  <c:v>0.2646</c:v>
                </c:pt>
                <c:pt idx="128">
                  <c:v>0.26500000000000001</c:v>
                </c:pt>
                <c:pt idx="129">
                  <c:v>0.26319999999999999</c:v>
                </c:pt>
                <c:pt idx="130">
                  <c:v>0.26379999999999998</c:v>
                </c:pt>
                <c:pt idx="131">
                  <c:v>0.26100000000000001</c:v>
                </c:pt>
                <c:pt idx="132">
                  <c:v>0.26400000000000001</c:v>
                </c:pt>
                <c:pt idx="133">
                  <c:v>0.26829999999999998</c:v>
                </c:pt>
                <c:pt idx="134">
                  <c:v>0.27329999999999999</c:v>
                </c:pt>
                <c:pt idx="135">
                  <c:v>0.2747</c:v>
                </c:pt>
                <c:pt idx="136">
                  <c:v>0.26879999999999998</c:v>
                </c:pt>
                <c:pt idx="137">
                  <c:v>0.2717</c:v>
                </c:pt>
                <c:pt idx="138">
                  <c:v>0.27589999999999998</c:v>
                </c:pt>
                <c:pt idx="139">
                  <c:v>0.27739999999999998</c:v>
                </c:pt>
                <c:pt idx="140">
                  <c:v>0.2732</c:v>
                </c:pt>
                <c:pt idx="141">
                  <c:v>0.28670000000000001</c:v>
                </c:pt>
                <c:pt idx="142">
                  <c:v>0.29260000000000003</c:v>
                </c:pt>
                <c:pt idx="143">
                  <c:v>0.29360000000000003</c:v>
                </c:pt>
                <c:pt idx="144">
                  <c:v>0.2974</c:v>
                </c:pt>
                <c:pt idx="145">
                  <c:v>0.28839999999999999</c:v>
                </c:pt>
                <c:pt idx="146">
                  <c:v>0.30630000000000002</c:v>
                </c:pt>
                <c:pt idx="147">
                  <c:v>0.30609999999999998</c:v>
                </c:pt>
                <c:pt idx="148">
                  <c:v>0.27989999999999998</c:v>
                </c:pt>
                <c:pt idx="149">
                  <c:v>0.27800000000000002</c:v>
                </c:pt>
                <c:pt idx="150">
                  <c:v>0.30230000000000001</c:v>
                </c:pt>
                <c:pt idx="151">
                  <c:v>0.29880000000000001</c:v>
                </c:pt>
                <c:pt idx="152">
                  <c:v>0.2974</c:v>
                </c:pt>
                <c:pt idx="153">
                  <c:v>0.31890000000000002</c:v>
                </c:pt>
                <c:pt idx="154">
                  <c:v>0.32</c:v>
                </c:pt>
                <c:pt idx="155">
                  <c:v>0.33339999999999997</c:v>
                </c:pt>
                <c:pt idx="156">
                  <c:v>0.34560000000000002</c:v>
                </c:pt>
                <c:pt idx="157">
                  <c:v>0.3488</c:v>
                </c:pt>
                <c:pt idx="158">
                  <c:v>0.36630000000000001</c:v>
                </c:pt>
                <c:pt idx="159">
                  <c:v>0.37140000000000001</c:v>
                </c:pt>
                <c:pt idx="160">
                  <c:v>0.39579999999999999</c:v>
                </c:pt>
                <c:pt idx="161">
                  <c:v>0.39</c:v>
                </c:pt>
                <c:pt idx="162">
                  <c:v>0.35870000000000002</c:v>
                </c:pt>
                <c:pt idx="163">
                  <c:v>0.31890000000000002</c:v>
                </c:pt>
                <c:pt idx="164">
                  <c:v>0.36649999999999999</c:v>
                </c:pt>
                <c:pt idx="165">
                  <c:v>0.35970000000000002</c:v>
                </c:pt>
                <c:pt idx="166">
                  <c:v>0.3261</c:v>
                </c:pt>
                <c:pt idx="167">
                  <c:v>0.37090000000000001</c:v>
                </c:pt>
                <c:pt idx="168">
                  <c:v>0.3765</c:v>
                </c:pt>
                <c:pt idx="169">
                  <c:v>0.36940000000000001</c:v>
                </c:pt>
                <c:pt idx="170">
                  <c:v>0.36070000000000002</c:v>
                </c:pt>
                <c:pt idx="171">
                  <c:v>0.38040000000000002</c:v>
                </c:pt>
                <c:pt idx="172">
                  <c:v>0.38479999999999998</c:v>
                </c:pt>
                <c:pt idx="173">
                  <c:v>0.41470000000000001</c:v>
                </c:pt>
                <c:pt idx="174">
                  <c:v>0.40200000000000002</c:v>
                </c:pt>
                <c:pt idx="175">
                  <c:v>0.4</c:v>
                </c:pt>
                <c:pt idx="176">
                  <c:v>0.37590000000000001</c:v>
                </c:pt>
                <c:pt idx="177">
                  <c:v>0.3906</c:v>
                </c:pt>
                <c:pt idx="178">
                  <c:v>0.3916</c:v>
                </c:pt>
                <c:pt idx="179">
                  <c:v>0.37109999999999999</c:v>
                </c:pt>
                <c:pt idx="180">
                  <c:v>0.36830000000000002</c:v>
                </c:pt>
                <c:pt idx="181">
                  <c:v>0.35370000000000001</c:v>
                </c:pt>
                <c:pt idx="182">
                  <c:v>0.32600000000000001</c:v>
                </c:pt>
                <c:pt idx="183">
                  <c:v>0.38250000000000001</c:v>
                </c:pt>
                <c:pt idx="184">
                  <c:v>0.35599999999999998</c:v>
                </c:pt>
                <c:pt idx="185">
                  <c:v>0.37809999999999999</c:v>
                </c:pt>
                <c:pt idx="186">
                  <c:v>0.38829999999999998</c:v>
                </c:pt>
                <c:pt idx="187">
                  <c:v>0.39860000000000001</c:v>
                </c:pt>
                <c:pt idx="188">
                  <c:v>0.43730000000000002</c:v>
                </c:pt>
                <c:pt idx="189">
                  <c:v>0.42649999999999999</c:v>
                </c:pt>
                <c:pt idx="190">
                  <c:v>0.43330000000000002</c:v>
                </c:pt>
                <c:pt idx="191">
                  <c:v>0.43130000000000002</c:v>
                </c:pt>
                <c:pt idx="192">
                  <c:v>0.4461</c:v>
                </c:pt>
                <c:pt idx="193">
                  <c:v>0.45419999999999999</c:v>
                </c:pt>
                <c:pt idx="194">
                  <c:v>0.46129999999999999</c:v>
                </c:pt>
                <c:pt idx="195">
                  <c:v>0.46110000000000001</c:v>
                </c:pt>
                <c:pt idx="196">
                  <c:v>0.46650000000000003</c:v>
                </c:pt>
                <c:pt idx="197">
                  <c:v>0.48070000000000002</c:v>
                </c:pt>
                <c:pt idx="198">
                  <c:v>0.47920000000000001</c:v>
                </c:pt>
                <c:pt idx="199">
                  <c:v>0.48559999999999998</c:v>
                </c:pt>
                <c:pt idx="200">
                  <c:v>0.48089999999999999</c:v>
                </c:pt>
                <c:pt idx="201">
                  <c:v>0.49619999999999997</c:v>
                </c:pt>
                <c:pt idx="202">
                  <c:v>0.49530000000000002</c:v>
                </c:pt>
                <c:pt idx="203">
                  <c:v>0.49759999999999999</c:v>
                </c:pt>
                <c:pt idx="204">
                  <c:v>0.49209999999999998</c:v>
                </c:pt>
                <c:pt idx="205">
                  <c:v>0.5252</c:v>
                </c:pt>
                <c:pt idx="206">
                  <c:v>0.5655</c:v>
                </c:pt>
                <c:pt idx="207">
                  <c:v>0.57250000000000001</c:v>
                </c:pt>
                <c:pt idx="208">
                  <c:v>0.57350000000000001</c:v>
                </c:pt>
                <c:pt idx="209">
                  <c:v>0.59540000000000004</c:v>
                </c:pt>
                <c:pt idx="210">
                  <c:v>0.5907</c:v>
                </c:pt>
                <c:pt idx="211">
                  <c:v>0.60070000000000001</c:v>
                </c:pt>
                <c:pt idx="212">
                  <c:v>0.60440000000000005</c:v>
                </c:pt>
                <c:pt idx="213">
                  <c:v>0.58960000000000001</c:v>
                </c:pt>
                <c:pt idx="214">
                  <c:v>0.59519999999999995</c:v>
                </c:pt>
                <c:pt idx="215">
                  <c:v>0.5877</c:v>
                </c:pt>
                <c:pt idx="216">
                  <c:v>0.58789999999999998</c:v>
                </c:pt>
                <c:pt idx="217">
                  <c:v>0.61019999999999996</c:v>
                </c:pt>
                <c:pt idx="218">
                  <c:v>0.60809999999999997</c:v>
                </c:pt>
                <c:pt idx="219">
                  <c:v>0.61519999999999997</c:v>
                </c:pt>
                <c:pt idx="220">
                  <c:v>0.61499999999999999</c:v>
                </c:pt>
                <c:pt idx="221">
                  <c:v>0.61419999999999997</c:v>
                </c:pt>
                <c:pt idx="222">
                  <c:v>0.62990000000000002</c:v>
                </c:pt>
                <c:pt idx="223">
                  <c:v>0.65210000000000001</c:v>
                </c:pt>
                <c:pt idx="224">
                  <c:v>0.65769999999999995</c:v>
                </c:pt>
                <c:pt idx="225">
                  <c:v>0.64859999999999995</c:v>
                </c:pt>
                <c:pt idx="226">
                  <c:v>0.61850000000000005</c:v>
                </c:pt>
                <c:pt idx="227">
                  <c:v>0.58130000000000004</c:v>
                </c:pt>
                <c:pt idx="228">
                  <c:v>0.63870000000000005</c:v>
                </c:pt>
                <c:pt idx="229">
                  <c:v>0.6109</c:v>
                </c:pt>
                <c:pt idx="230">
                  <c:v>0.61409999999999998</c:v>
                </c:pt>
                <c:pt idx="231">
                  <c:v>0.63680000000000003</c:v>
                </c:pt>
                <c:pt idx="232">
                  <c:v>0.65939999999999999</c:v>
                </c:pt>
                <c:pt idx="233">
                  <c:v>0.67079999999999995</c:v>
                </c:pt>
                <c:pt idx="234">
                  <c:v>0.6835</c:v>
                </c:pt>
                <c:pt idx="235">
                  <c:v>0.70299999999999996</c:v>
                </c:pt>
                <c:pt idx="236">
                  <c:v>0.70389999999999997</c:v>
                </c:pt>
                <c:pt idx="237">
                  <c:v>0.7127</c:v>
                </c:pt>
                <c:pt idx="238">
                  <c:v>0.67469999999999997</c:v>
                </c:pt>
                <c:pt idx="239">
                  <c:v>0.69540000000000002</c:v>
                </c:pt>
                <c:pt idx="240">
                  <c:v>0.72770000000000001</c:v>
                </c:pt>
                <c:pt idx="241">
                  <c:v>0.70689999999999997</c:v>
                </c:pt>
                <c:pt idx="242">
                  <c:v>0.69550000000000001</c:v>
                </c:pt>
                <c:pt idx="243">
                  <c:v>0.70320000000000005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D0E-4D92-BD9C-D5E1B4F5C8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00000001"/>
        <c:axId val="500000002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9525">
            <a:solidFill>
              <a:srgbClr val="C9CDD1"/>
            </a:solidFill>
          </a:ln>
        </c:spPr>
        <c:txPr>
          <a:bodyPr rot="0" vert="horz" wrap="none" anchor="ctr" anchorCtr="1"/>
          <a:lstStyle/>
          <a:p>
            <a:pPr>
              <a:defRPr sz="85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7.5"/>
          <c:min val="-0.5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  <c:valAx>
        <c:axId val="500000002"/>
        <c:scaling>
          <c:orientation val="minMax"/>
          <c:max val="1.2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500000001"/>
        <c:crosses val="max"/>
        <c:crossBetween val="between"/>
      </c:valAx>
      <c:catAx>
        <c:axId val="500000001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one"/>
        <c:crossAx val="500000002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편입비(우축)</c:v>
                </c:pt>
              </c:strCache>
            </c:strRef>
          </c:tx>
          <c:spPr>
            <a:solidFill>
              <a:srgbClr val="F6C17C"/>
            </a:solidFill>
            <a:ln>
              <a:noFill/>
            </a:ln>
          </c:spPr>
          <c:invertIfNegative val="1"/>
          <c:cat>
            <c:strRef>
              <c:f>Sheet1!$A$2:$A$104</c:f>
              <c:strCache>
                <c:ptCount val="103"/>
                <c:pt idx="0">
                  <c:v>2024-07</c:v>
                </c:pt>
                <c:pt idx="23">
                  <c:v>2024-08</c:v>
                </c:pt>
                <c:pt idx="44">
                  <c:v>2024-09</c:v>
                </c:pt>
                <c:pt idx="62">
                  <c:v>2024-10</c:v>
                </c:pt>
                <c:pt idx="82">
                  <c:v>2024-11</c:v>
                </c:pt>
              </c:strCache>
            </c:strRef>
          </c:cat>
          <c:val>
            <c:numRef>
              <c:f>Sheet1!$D$2:$D$104</c:f>
              <c:numCache>
                <c:formatCode>General</c:formatCode>
                <c:ptCount val="103"/>
                <c:pt idx="0">
                  <c:v>0.47120000000000001</c:v>
                </c:pt>
                <c:pt idx="1">
                  <c:v>0.48220000000000002</c:v>
                </c:pt>
                <c:pt idx="2">
                  <c:v>0.4713</c:v>
                </c:pt>
                <c:pt idx="3">
                  <c:v>0.47239999999999999</c:v>
                </c:pt>
                <c:pt idx="4">
                  <c:v>0.42699999999999999</c:v>
                </c:pt>
                <c:pt idx="5">
                  <c:v>0.42609999999999998</c:v>
                </c:pt>
                <c:pt idx="6">
                  <c:v>0.41389999999999999</c:v>
                </c:pt>
                <c:pt idx="7">
                  <c:v>0.41420000000000001</c:v>
                </c:pt>
                <c:pt idx="8">
                  <c:v>0.41489999999999999</c:v>
                </c:pt>
                <c:pt idx="9">
                  <c:v>0.45800000000000002</c:v>
                </c:pt>
                <c:pt idx="10">
                  <c:v>0.44929999999999998</c:v>
                </c:pt>
                <c:pt idx="11">
                  <c:v>0.43159999999999998</c:v>
                </c:pt>
                <c:pt idx="12">
                  <c:v>0.4788</c:v>
                </c:pt>
                <c:pt idx="13">
                  <c:v>0.50680000000000003</c:v>
                </c:pt>
                <c:pt idx="14">
                  <c:v>0.53900000000000003</c:v>
                </c:pt>
                <c:pt idx="15">
                  <c:v>0.56689999999999996</c:v>
                </c:pt>
                <c:pt idx="16">
                  <c:v>0.56820000000000004</c:v>
                </c:pt>
                <c:pt idx="17">
                  <c:v>0.57869999999999999</c:v>
                </c:pt>
                <c:pt idx="18">
                  <c:v>0.65269999999999995</c:v>
                </c:pt>
                <c:pt idx="19">
                  <c:v>0.64149999999999996</c:v>
                </c:pt>
                <c:pt idx="20">
                  <c:v>0.62380000000000002</c:v>
                </c:pt>
                <c:pt idx="21">
                  <c:v>0.65</c:v>
                </c:pt>
                <c:pt idx="22">
                  <c:v>0.59740000000000004</c:v>
                </c:pt>
                <c:pt idx="23">
                  <c:v>0.61760000000000004</c:v>
                </c:pt>
                <c:pt idx="24">
                  <c:v>0.69640000000000002</c:v>
                </c:pt>
                <c:pt idx="25">
                  <c:v>0.76700000000000002</c:v>
                </c:pt>
                <c:pt idx="26">
                  <c:v>0.73070000000000002</c:v>
                </c:pt>
                <c:pt idx="27">
                  <c:v>0.69320000000000004</c:v>
                </c:pt>
                <c:pt idx="28">
                  <c:v>0.71940000000000004</c:v>
                </c:pt>
                <c:pt idx="29">
                  <c:v>0.68210000000000004</c:v>
                </c:pt>
                <c:pt idx="30">
                  <c:v>0.65869999999999995</c:v>
                </c:pt>
                <c:pt idx="31">
                  <c:v>0.63929999999999998</c:v>
                </c:pt>
                <c:pt idx="32">
                  <c:v>0.61619999999999997</c:v>
                </c:pt>
                <c:pt idx="33">
                  <c:v>0.55110000000000003</c:v>
                </c:pt>
                <c:pt idx="34">
                  <c:v>0.57920000000000005</c:v>
                </c:pt>
                <c:pt idx="35">
                  <c:v>0.55959999999999999</c:v>
                </c:pt>
                <c:pt idx="36">
                  <c:v>0.58320000000000005</c:v>
                </c:pt>
                <c:pt idx="37">
                  <c:v>0.58230000000000004</c:v>
                </c:pt>
                <c:pt idx="38">
                  <c:v>0.60860000000000003</c:v>
                </c:pt>
                <c:pt idx="39">
                  <c:v>0.63800000000000001</c:v>
                </c:pt>
                <c:pt idx="40">
                  <c:v>0.65480000000000005</c:v>
                </c:pt>
                <c:pt idx="41">
                  <c:v>0.63990000000000002</c:v>
                </c:pt>
                <c:pt idx="42">
                  <c:v>0.68079999999999996</c:v>
                </c:pt>
                <c:pt idx="43">
                  <c:v>0.66739999999999999</c:v>
                </c:pt>
                <c:pt idx="44">
                  <c:v>0.66769999999999996</c:v>
                </c:pt>
                <c:pt idx="45">
                  <c:v>0.70009999999999994</c:v>
                </c:pt>
                <c:pt idx="46">
                  <c:v>0.74839999999999995</c:v>
                </c:pt>
                <c:pt idx="47">
                  <c:v>0.74980000000000002</c:v>
                </c:pt>
                <c:pt idx="48">
                  <c:v>0.74790000000000001</c:v>
                </c:pt>
                <c:pt idx="49">
                  <c:v>0.76619999999999999</c:v>
                </c:pt>
                <c:pt idx="50">
                  <c:v>0.78029999999999999</c:v>
                </c:pt>
                <c:pt idx="51">
                  <c:v>0.79200000000000004</c:v>
                </c:pt>
                <c:pt idx="52">
                  <c:v>0.73860000000000003</c:v>
                </c:pt>
                <c:pt idx="53">
                  <c:v>0.76859999999999995</c:v>
                </c:pt>
                <c:pt idx="54">
                  <c:v>0.80279999999999996</c:v>
                </c:pt>
                <c:pt idx="55">
                  <c:v>0.79179999999999995</c:v>
                </c:pt>
                <c:pt idx="56">
                  <c:v>0.78100000000000003</c:v>
                </c:pt>
                <c:pt idx="57">
                  <c:v>0.78259999999999996</c:v>
                </c:pt>
                <c:pt idx="58">
                  <c:v>0.78220000000000001</c:v>
                </c:pt>
                <c:pt idx="59">
                  <c:v>0.70179999999999998</c:v>
                </c:pt>
                <c:pt idx="60">
                  <c:v>0.70269999999999999</c:v>
                </c:pt>
                <c:pt idx="61">
                  <c:v>0.73870000000000002</c:v>
                </c:pt>
                <c:pt idx="62">
                  <c:v>0.75570000000000004</c:v>
                </c:pt>
                <c:pt idx="63">
                  <c:v>0.75739999999999996</c:v>
                </c:pt>
                <c:pt idx="64">
                  <c:v>0.71619999999999995</c:v>
                </c:pt>
                <c:pt idx="65">
                  <c:v>0.73909999999999998</c:v>
                </c:pt>
                <c:pt idx="66">
                  <c:v>0.72819999999999996</c:v>
                </c:pt>
                <c:pt idx="67">
                  <c:v>0.72850000000000004</c:v>
                </c:pt>
                <c:pt idx="68">
                  <c:v>0.71179999999999999</c:v>
                </c:pt>
                <c:pt idx="69">
                  <c:v>0.69889999999999997</c:v>
                </c:pt>
                <c:pt idx="70">
                  <c:v>0.7218</c:v>
                </c:pt>
                <c:pt idx="71">
                  <c:v>0.7016</c:v>
                </c:pt>
                <c:pt idx="72">
                  <c:v>0.72929999999999995</c:v>
                </c:pt>
                <c:pt idx="73">
                  <c:v>0.73089999999999999</c:v>
                </c:pt>
                <c:pt idx="74">
                  <c:v>0.74260000000000004</c:v>
                </c:pt>
                <c:pt idx="75">
                  <c:v>0.70809999999999995</c:v>
                </c:pt>
                <c:pt idx="76">
                  <c:v>0.72399999999999998</c:v>
                </c:pt>
                <c:pt idx="77">
                  <c:v>0.72419999999999995</c:v>
                </c:pt>
                <c:pt idx="78">
                  <c:v>0.72560000000000002</c:v>
                </c:pt>
                <c:pt idx="79">
                  <c:v>0.72529999999999994</c:v>
                </c:pt>
                <c:pt idx="80">
                  <c:v>0.7268</c:v>
                </c:pt>
                <c:pt idx="81">
                  <c:v>0.74419999999999997</c:v>
                </c:pt>
                <c:pt idx="82">
                  <c:v>0.76680000000000004</c:v>
                </c:pt>
                <c:pt idx="83">
                  <c:v>0.7288</c:v>
                </c:pt>
                <c:pt idx="84">
                  <c:v>0.75770000000000004</c:v>
                </c:pt>
                <c:pt idx="85">
                  <c:v>0.79390000000000005</c:v>
                </c:pt>
                <c:pt idx="86">
                  <c:v>0.79479999999999995</c:v>
                </c:pt>
                <c:pt idx="87">
                  <c:v>0.7954</c:v>
                </c:pt>
                <c:pt idx="88">
                  <c:v>0.83340000000000003</c:v>
                </c:pt>
                <c:pt idx="89">
                  <c:v>0.87039999999999995</c:v>
                </c:pt>
                <c:pt idx="90">
                  <c:v>0.89810000000000001</c:v>
                </c:pt>
                <c:pt idx="91">
                  <c:v>0.92500000000000004</c:v>
                </c:pt>
                <c:pt idx="92">
                  <c:v>0.87380000000000002</c:v>
                </c:pt>
                <c:pt idx="93">
                  <c:v>0.87509999999999999</c:v>
                </c:pt>
                <c:pt idx="94">
                  <c:v>0.88829999999999998</c:v>
                </c:pt>
                <c:pt idx="95">
                  <c:v>0.89980000000000004</c:v>
                </c:pt>
                <c:pt idx="96">
                  <c:v>0.9002</c:v>
                </c:pt>
                <c:pt idx="97">
                  <c:v>0.87860000000000005</c:v>
                </c:pt>
                <c:pt idx="98">
                  <c:v>0.8619</c:v>
                </c:pt>
                <c:pt idx="99">
                  <c:v>0.86229999999999996</c:v>
                </c:pt>
                <c:pt idx="100">
                  <c:v>0.89710000000000001</c:v>
                </c:pt>
                <c:pt idx="101">
                  <c:v>0.92149999999999999</c:v>
                </c:pt>
                <c:pt idx="102">
                  <c:v>0.94130000000000003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0DE-4E97-9875-CD70BDE68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00000001"/>
        <c:axId val="50000000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기초지수(삼성전자 50:SK하이닉스 50)</c:v>
                </c:pt>
              </c:strCache>
            </c:strRef>
          </c:tx>
          <c:spPr>
            <a:ln w="19050">
              <a:solidFill>
                <a:srgbClr val="7F848A"/>
              </a:solidFill>
              <a:prstDash val="dash"/>
            </a:ln>
          </c:spPr>
          <c:marker>
            <c:symbol val="none"/>
          </c:marker>
          <c:cat>
            <c:strRef>
              <c:f>Sheet1!$A$2:$A$104</c:f>
              <c:strCache>
                <c:ptCount val="103"/>
                <c:pt idx="0">
                  <c:v>2024-07</c:v>
                </c:pt>
                <c:pt idx="23">
                  <c:v>2024-08</c:v>
                </c:pt>
                <c:pt idx="44">
                  <c:v>2024-09</c:v>
                </c:pt>
                <c:pt idx="62">
                  <c:v>2024-10</c:v>
                </c:pt>
                <c:pt idx="82">
                  <c:v>2024-11</c:v>
                </c:pt>
              </c:strCache>
            </c:strRef>
          </c:cat>
          <c:val>
            <c:numRef>
              <c:f>Sheet1!$B$2:$B$104</c:f>
              <c:numCache>
                <c:formatCode>General</c:formatCode>
                <c:ptCount val="103"/>
                <c:pt idx="0">
                  <c:v>0</c:v>
                </c:pt>
                <c:pt idx="1">
                  <c:v>-7.4000000000000003E-3</c:v>
                </c:pt>
                <c:pt idx="2">
                  <c:v>1.1000000000000001E-3</c:v>
                </c:pt>
                <c:pt idx="3">
                  <c:v>5.4999999999999997E-3</c:v>
                </c:pt>
                <c:pt idx="4">
                  <c:v>3.3500000000000002E-2</c:v>
                </c:pt>
                <c:pt idx="5">
                  <c:v>2.98E-2</c:v>
                </c:pt>
                <c:pt idx="6">
                  <c:v>4.3200000000000002E-2</c:v>
                </c:pt>
                <c:pt idx="7">
                  <c:v>4.4299999999999999E-2</c:v>
                </c:pt>
                <c:pt idx="8">
                  <c:v>4.7500000000000001E-2</c:v>
                </c:pt>
                <c:pt idx="9">
                  <c:v>1.0999999999999999E-2</c:v>
                </c:pt>
                <c:pt idx="10">
                  <c:v>1.8200000000000001E-2</c:v>
                </c:pt>
                <c:pt idx="11">
                  <c:v>3.0700000000000002E-2</c:v>
                </c:pt>
                <c:pt idx="12">
                  <c:v>-2.8E-3</c:v>
                </c:pt>
                <c:pt idx="13">
                  <c:v>-1.9699999999999999E-2</c:v>
                </c:pt>
                <c:pt idx="14">
                  <c:v>-4.0800000000000003E-2</c:v>
                </c:pt>
                <c:pt idx="15">
                  <c:v>-5.8999999999999997E-2</c:v>
                </c:pt>
                <c:pt idx="16">
                  <c:v>-5.3900000000000003E-2</c:v>
                </c:pt>
                <c:pt idx="17">
                  <c:v>-5.6500000000000002E-2</c:v>
                </c:pt>
                <c:pt idx="18">
                  <c:v>-0.1076</c:v>
                </c:pt>
                <c:pt idx="19">
                  <c:v>-0.10059999999999999</c:v>
                </c:pt>
                <c:pt idx="20">
                  <c:v>-0.09</c:v>
                </c:pt>
                <c:pt idx="21">
                  <c:v>-0.1067</c:v>
                </c:pt>
                <c:pt idx="22">
                  <c:v>-7.7299999999999994E-2</c:v>
                </c:pt>
                <c:pt idx="23">
                  <c:v>-8.4699999999999998E-2</c:v>
                </c:pt>
                <c:pt idx="24">
                  <c:v>-0.15160000000000001</c:v>
                </c:pt>
                <c:pt idx="25">
                  <c:v>-0.23719999999999999</c:v>
                </c:pt>
                <c:pt idx="26">
                  <c:v>-0.2127</c:v>
                </c:pt>
                <c:pt idx="27">
                  <c:v>-0.18729999999999999</c:v>
                </c:pt>
                <c:pt idx="28">
                  <c:v>-0.20860000000000001</c:v>
                </c:pt>
                <c:pt idx="29">
                  <c:v>-0.18190000000000001</c:v>
                </c:pt>
                <c:pt idx="30">
                  <c:v>-0.16439999999999999</c:v>
                </c:pt>
                <c:pt idx="31">
                  <c:v>-0.14960000000000001</c:v>
                </c:pt>
                <c:pt idx="32">
                  <c:v>-0.13220000000000001</c:v>
                </c:pt>
                <c:pt idx="33">
                  <c:v>-8.5099999999999995E-2</c:v>
                </c:pt>
                <c:pt idx="34">
                  <c:v>-0.10920000000000001</c:v>
                </c:pt>
                <c:pt idx="35">
                  <c:v>-9.2499999999999999E-2</c:v>
                </c:pt>
                <c:pt idx="36">
                  <c:v>-0.11210000000000001</c:v>
                </c:pt>
                <c:pt idx="37">
                  <c:v>-0.11550000000000001</c:v>
                </c:pt>
                <c:pt idx="38">
                  <c:v>-0.13189999999999999</c:v>
                </c:pt>
                <c:pt idx="39">
                  <c:v>-0.15459999999999999</c:v>
                </c:pt>
                <c:pt idx="40">
                  <c:v>-0.1671</c:v>
                </c:pt>
                <c:pt idx="41">
                  <c:v>-0.15359999999999999</c:v>
                </c:pt>
                <c:pt idx="42">
                  <c:v>-0.1895</c:v>
                </c:pt>
                <c:pt idx="43">
                  <c:v>-0.1784</c:v>
                </c:pt>
                <c:pt idx="44">
                  <c:v>-0.17710000000000001</c:v>
                </c:pt>
                <c:pt idx="45">
                  <c:v>-0.2011</c:v>
                </c:pt>
                <c:pt idx="46">
                  <c:v>-0.24690000000000001</c:v>
                </c:pt>
                <c:pt idx="47">
                  <c:v>-0.24110000000000001</c:v>
                </c:pt>
                <c:pt idx="48">
                  <c:v>-0.24879999999999999</c:v>
                </c:pt>
                <c:pt idx="49">
                  <c:v>-0.255</c:v>
                </c:pt>
                <c:pt idx="50">
                  <c:v>-0.26569999999999999</c:v>
                </c:pt>
                <c:pt idx="51">
                  <c:v>-0.26889999999999997</c:v>
                </c:pt>
                <c:pt idx="52">
                  <c:v>-0.23400000000000001</c:v>
                </c:pt>
                <c:pt idx="53">
                  <c:v>-0.2586</c:v>
                </c:pt>
                <c:pt idx="54">
                  <c:v>-0.28889999999999999</c:v>
                </c:pt>
                <c:pt idx="55">
                  <c:v>-0.27939999999999998</c:v>
                </c:pt>
                <c:pt idx="56">
                  <c:v>-0.27050000000000002</c:v>
                </c:pt>
                <c:pt idx="57">
                  <c:v>-0.2636</c:v>
                </c:pt>
                <c:pt idx="58">
                  <c:v>-0.26540000000000002</c:v>
                </c:pt>
                <c:pt idx="59">
                  <c:v>-0.216</c:v>
                </c:pt>
                <c:pt idx="60">
                  <c:v>-0.2127</c:v>
                </c:pt>
                <c:pt idx="61">
                  <c:v>-0.249</c:v>
                </c:pt>
                <c:pt idx="62">
                  <c:v>-0.26200000000000001</c:v>
                </c:pt>
                <c:pt idx="63">
                  <c:v>-0.25530000000000003</c:v>
                </c:pt>
                <c:pt idx="64">
                  <c:v>-0.2298</c:v>
                </c:pt>
                <c:pt idx="65">
                  <c:v>-0.2485</c:v>
                </c:pt>
                <c:pt idx="66">
                  <c:v>-0.2389</c:v>
                </c:pt>
                <c:pt idx="67">
                  <c:v>-0.23780000000000001</c:v>
                </c:pt>
                <c:pt idx="68">
                  <c:v>-0.22500000000000001</c:v>
                </c:pt>
                <c:pt idx="69">
                  <c:v>-0.21260000000000001</c:v>
                </c:pt>
                <c:pt idx="70">
                  <c:v>-0.23089999999999999</c:v>
                </c:pt>
                <c:pt idx="71">
                  <c:v>-0.2147</c:v>
                </c:pt>
                <c:pt idx="72">
                  <c:v>-0.2354</c:v>
                </c:pt>
                <c:pt idx="73">
                  <c:v>-0.2293</c:v>
                </c:pt>
                <c:pt idx="74">
                  <c:v>-0.24410000000000001</c:v>
                </c:pt>
                <c:pt idx="75">
                  <c:v>-0.21840000000000001</c:v>
                </c:pt>
                <c:pt idx="76">
                  <c:v>-0.2306</c:v>
                </c:pt>
                <c:pt idx="77">
                  <c:v>-0.22989999999999999</c:v>
                </c:pt>
                <c:pt idx="78">
                  <c:v>-0.2243</c:v>
                </c:pt>
                <c:pt idx="79">
                  <c:v>-0.22559999999999999</c:v>
                </c:pt>
                <c:pt idx="80">
                  <c:v>-0.21929999999999999</c:v>
                </c:pt>
                <c:pt idx="81">
                  <c:v>-0.23599999999999999</c:v>
                </c:pt>
                <c:pt idx="82">
                  <c:v>-0.25019999999999998</c:v>
                </c:pt>
                <c:pt idx="83">
                  <c:v>-0.22339999999999999</c:v>
                </c:pt>
                <c:pt idx="84">
                  <c:v>-0.23230000000000001</c:v>
                </c:pt>
                <c:pt idx="85">
                  <c:v>-0.2291</c:v>
                </c:pt>
                <c:pt idx="86">
                  <c:v>-0.22459999999999999</c:v>
                </c:pt>
                <c:pt idx="87">
                  <c:v>-0.22189999999999999</c:v>
                </c:pt>
                <c:pt idx="88">
                  <c:v>-0.25090000000000001</c:v>
                </c:pt>
                <c:pt idx="89">
                  <c:v>-0.2777</c:v>
                </c:pt>
                <c:pt idx="90">
                  <c:v>-0.29970000000000002</c:v>
                </c:pt>
                <c:pt idx="91">
                  <c:v>-0.32350000000000001</c:v>
                </c:pt>
                <c:pt idx="92">
                  <c:v>-0.28889999999999999</c:v>
                </c:pt>
                <c:pt idx="93">
                  <c:v>-0.28060000000000002</c:v>
                </c:pt>
                <c:pt idx="94">
                  <c:v>-0.28549999999999998</c:v>
                </c:pt>
                <c:pt idx="95">
                  <c:v>-0.2918</c:v>
                </c:pt>
                <c:pt idx="96">
                  <c:v>-0.28849999999999998</c:v>
                </c:pt>
                <c:pt idx="97">
                  <c:v>-0.27439999999999998</c:v>
                </c:pt>
                <c:pt idx="98">
                  <c:v>-0.26150000000000001</c:v>
                </c:pt>
                <c:pt idx="99">
                  <c:v>-0.25869999999999999</c:v>
                </c:pt>
                <c:pt idx="100">
                  <c:v>-0.2898</c:v>
                </c:pt>
                <c:pt idx="101">
                  <c:v>-0.31009999999999999</c:v>
                </c:pt>
                <c:pt idx="102">
                  <c:v>-0.32069999999999999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DE-4E97-9875-CD70BDE689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변동성전략 펀드</c:v>
                </c:pt>
              </c:strCache>
            </c:strRef>
          </c:tx>
          <c:spPr>
            <a:ln w="2540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Sheet1!$A$2:$A$104</c:f>
              <c:strCache>
                <c:ptCount val="103"/>
                <c:pt idx="0">
                  <c:v>2024-07</c:v>
                </c:pt>
                <c:pt idx="23">
                  <c:v>2024-08</c:v>
                </c:pt>
                <c:pt idx="44">
                  <c:v>2024-09</c:v>
                </c:pt>
                <c:pt idx="62">
                  <c:v>2024-10</c:v>
                </c:pt>
                <c:pt idx="82">
                  <c:v>2024-11</c:v>
                </c:pt>
              </c:strCache>
            </c:strRef>
          </c:cat>
          <c:val>
            <c:numRef>
              <c:f>Sheet1!$C$2:$C$104</c:f>
              <c:numCache>
                <c:formatCode>General</c:formatCode>
                <c:ptCount val="103"/>
                <c:pt idx="0">
                  <c:v>-2.0000000000000001E-4</c:v>
                </c:pt>
                <c:pt idx="1">
                  <c:v>-3.8E-3</c:v>
                </c:pt>
                <c:pt idx="2">
                  <c:v>2.9999999999999997E-4</c:v>
                </c:pt>
                <c:pt idx="3">
                  <c:v>2.3999999999999998E-3</c:v>
                </c:pt>
                <c:pt idx="4">
                  <c:v>1.5299999999999999E-2</c:v>
                </c:pt>
                <c:pt idx="5">
                  <c:v>1.38E-2</c:v>
                </c:pt>
                <c:pt idx="6">
                  <c:v>1.9300000000000001E-2</c:v>
                </c:pt>
                <c:pt idx="7">
                  <c:v>1.9699999999999999E-2</c:v>
                </c:pt>
                <c:pt idx="8">
                  <c:v>2.1000000000000001E-2</c:v>
                </c:pt>
                <c:pt idx="9">
                  <c:v>6.1999999999999998E-3</c:v>
                </c:pt>
                <c:pt idx="10">
                  <c:v>9.4000000000000004E-3</c:v>
                </c:pt>
                <c:pt idx="11">
                  <c:v>1.49E-2</c:v>
                </c:pt>
                <c:pt idx="12">
                  <c:v>5.9999999999999995E-4</c:v>
                </c:pt>
                <c:pt idx="13">
                  <c:v>-7.6E-3</c:v>
                </c:pt>
                <c:pt idx="14">
                  <c:v>-1.84E-2</c:v>
                </c:pt>
                <c:pt idx="15">
                  <c:v>-2.8500000000000001E-2</c:v>
                </c:pt>
                <c:pt idx="16">
                  <c:v>-2.5600000000000001E-2</c:v>
                </c:pt>
                <c:pt idx="17">
                  <c:v>-2.7099999999999999E-2</c:v>
                </c:pt>
                <c:pt idx="18">
                  <c:v>-5.7700000000000001E-2</c:v>
                </c:pt>
                <c:pt idx="19">
                  <c:v>-5.2900000000000003E-2</c:v>
                </c:pt>
                <c:pt idx="20">
                  <c:v>-4.5900000000000003E-2</c:v>
                </c:pt>
                <c:pt idx="21">
                  <c:v>-5.6899999999999999E-2</c:v>
                </c:pt>
                <c:pt idx="22">
                  <c:v>-3.6900000000000002E-2</c:v>
                </c:pt>
                <c:pt idx="23">
                  <c:v>-4.1599999999999998E-2</c:v>
                </c:pt>
                <c:pt idx="24">
                  <c:v>-8.4900000000000003E-2</c:v>
                </c:pt>
                <c:pt idx="25">
                  <c:v>-0.14929999999999999</c:v>
                </c:pt>
                <c:pt idx="26">
                  <c:v>-0.1285</c:v>
                </c:pt>
                <c:pt idx="27">
                  <c:v>-0.1081</c:v>
                </c:pt>
                <c:pt idx="28">
                  <c:v>-0.12429999999999999</c:v>
                </c:pt>
                <c:pt idx="29">
                  <c:v>-0.1033</c:v>
                </c:pt>
                <c:pt idx="30">
                  <c:v>-9.0300000000000005E-2</c:v>
                </c:pt>
                <c:pt idx="31">
                  <c:v>-7.9799999999999996E-2</c:v>
                </c:pt>
                <c:pt idx="32">
                  <c:v>-6.7900000000000002E-2</c:v>
                </c:pt>
                <c:pt idx="33">
                  <c:v>-3.6999999999999998E-2</c:v>
                </c:pt>
                <c:pt idx="34">
                  <c:v>-5.0999999999999997E-2</c:v>
                </c:pt>
                <c:pt idx="35">
                  <c:v>-4.0800000000000003E-2</c:v>
                </c:pt>
                <c:pt idx="36">
                  <c:v>-5.2400000000000002E-2</c:v>
                </c:pt>
                <c:pt idx="37">
                  <c:v>-5.4600000000000003E-2</c:v>
                </c:pt>
                <c:pt idx="38">
                  <c:v>-6.4799999999999996E-2</c:v>
                </c:pt>
                <c:pt idx="39">
                  <c:v>-7.9799999999999996E-2</c:v>
                </c:pt>
                <c:pt idx="40">
                  <c:v>-8.8499999999999995E-2</c:v>
                </c:pt>
                <c:pt idx="41">
                  <c:v>-7.8899999999999998E-2</c:v>
                </c:pt>
                <c:pt idx="42">
                  <c:v>-0.104</c:v>
                </c:pt>
                <c:pt idx="43">
                  <c:v>-9.5699999999999993E-2</c:v>
                </c:pt>
                <c:pt idx="44">
                  <c:v>-9.4799999999999995E-2</c:v>
                </c:pt>
                <c:pt idx="45">
                  <c:v>-0.1125</c:v>
                </c:pt>
                <c:pt idx="46">
                  <c:v>-0.1482</c:v>
                </c:pt>
                <c:pt idx="47">
                  <c:v>-0.14330000000000001</c:v>
                </c:pt>
                <c:pt idx="48">
                  <c:v>-0.14990000000000001</c:v>
                </c:pt>
                <c:pt idx="49">
                  <c:v>-0.1552</c:v>
                </c:pt>
                <c:pt idx="50">
                  <c:v>-0.16450000000000001</c:v>
                </c:pt>
                <c:pt idx="51">
                  <c:v>-0.16739999999999999</c:v>
                </c:pt>
                <c:pt idx="52">
                  <c:v>-0.13619999999999999</c:v>
                </c:pt>
                <c:pt idx="53">
                  <c:v>-0.15670000000000001</c:v>
                </c:pt>
                <c:pt idx="54">
                  <c:v>-0.18329999999999999</c:v>
                </c:pt>
                <c:pt idx="55">
                  <c:v>-0.17460000000000001</c:v>
                </c:pt>
                <c:pt idx="56">
                  <c:v>-0.1666</c:v>
                </c:pt>
                <c:pt idx="57">
                  <c:v>-0.1605</c:v>
                </c:pt>
                <c:pt idx="58">
                  <c:v>-0.16209999999999999</c:v>
                </c:pt>
                <c:pt idx="59">
                  <c:v>-0.1183</c:v>
                </c:pt>
                <c:pt idx="60">
                  <c:v>-0.1158</c:v>
                </c:pt>
                <c:pt idx="61">
                  <c:v>-0.14449999999999999</c:v>
                </c:pt>
                <c:pt idx="62">
                  <c:v>-0.1555</c:v>
                </c:pt>
                <c:pt idx="63">
                  <c:v>-0.14979999999999999</c:v>
                </c:pt>
                <c:pt idx="64">
                  <c:v>-0.12790000000000001</c:v>
                </c:pt>
                <c:pt idx="65">
                  <c:v>-0.1431</c:v>
                </c:pt>
                <c:pt idx="66">
                  <c:v>-0.1351</c:v>
                </c:pt>
                <c:pt idx="67">
                  <c:v>-0.13420000000000001</c:v>
                </c:pt>
                <c:pt idx="68">
                  <c:v>-0.12379999999999999</c:v>
                </c:pt>
                <c:pt idx="69">
                  <c:v>-0.1138</c:v>
                </c:pt>
                <c:pt idx="70">
                  <c:v>-0.1283</c:v>
                </c:pt>
                <c:pt idx="71">
                  <c:v>-0.11509999999999999</c:v>
                </c:pt>
                <c:pt idx="72">
                  <c:v>-0.13159999999999999</c:v>
                </c:pt>
                <c:pt idx="73">
                  <c:v>-0.12659999999999999</c:v>
                </c:pt>
                <c:pt idx="74">
                  <c:v>-0.1389</c:v>
                </c:pt>
                <c:pt idx="75">
                  <c:v>-0.1173</c:v>
                </c:pt>
                <c:pt idx="76">
                  <c:v>-0.12709999999999999</c:v>
                </c:pt>
                <c:pt idx="77">
                  <c:v>-0.12659999999999999</c:v>
                </c:pt>
                <c:pt idx="78">
                  <c:v>-0.122</c:v>
                </c:pt>
                <c:pt idx="79">
                  <c:v>-0.1231</c:v>
                </c:pt>
                <c:pt idx="80">
                  <c:v>-0.11799999999999999</c:v>
                </c:pt>
                <c:pt idx="81">
                  <c:v>-0.1318</c:v>
                </c:pt>
                <c:pt idx="82">
                  <c:v>-0.1439</c:v>
                </c:pt>
                <c:pt idx="83">
                  <c:v>-0.1205</c:v>
                </c:pt>
                <c:pt idx="84">
                  <c:v>-0.12790000000000001</c:v>
                </c:pt>
                <c:pt idx="85">
                  <c:v>-0.12529999999999999</c:v>
                </c:pt>
                <c:pt idx="86">
                  <c:v>-0.12130000000000001</c:v>
                </c:pt>
                <c:pt idx="87">
                  <c:v>-0.11890000000000001</c:v>
                </c:pt>
                <c:pt idx="88">
                  <c:v>-0.14499999999999999</c:v>
                </c:pt>
                <c:pt idx="89">
                  <c:v>-0.1706</c:v>
                </c:pt>
                <c:pt idx="90">
                  <c:v>-0.19270000000000001</c:v>
                </c:pt>
                <c:pt idx="91">
                  <c:v>-0.21740000000000001</c:v>
                </c:pt>
                <c:pt idx="92">
                  <c:v>-0.18060000000000001</c:v>
                </c:pt>
                <c:pt idx="93">
                  <c:v>-0.17230000000000001</c:v>
                </c:pt>
                <c:pt idx="94">
                  <c:v>-0.1772</c:v>
                </c:pt>
                <c:pt idx="95">
                  <c:v>-0.18379999999999999</c:v>
                </c:pt>
                <c:pt idx="96">
                  <c:v>-0.1804</c:v>
                </c:pt>
                <c:pt idx="97">
                  <c:v>-0.16589999999999999</c:v>
                </c:pt>
                <c:pt idx="98">
                  <c:v>-0.15290000000000001</c:v>
                </c:pt>
                <c:pt idx="99">
                  <c:v>-0.1502</c:v>
                </c:pt>
                <c:pt idx="100">
                  <c:v>-0.18110000000000001</c:v>
                </c:pt>
                <c:pt idx="101">
                  <c:v>-0.2021</c:v>
                </c:pt>
                <c:pt idx="102">
                  <c:v>-0.2135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DE-4E97-9875-CD70BDE68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9525">
            <a:solidFill>
              <a:srgbClr val="C9CDD1"/>
            </a:solidFill>
          </a:ln>
        </c:spPr>
        <c:txPr>
          <a:bodyPr rot="0" vert="horz" wrap="none" anchor="ctr" anchorCtr="1"/>
          <a:lstStyle/>
          <a:p>
            <a:pPr>
              <a:defRPr sz="85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1"/>
          <c:min val="-0.4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  <c:valAx>
        <c:axId val="500000002"/>
        <c:scaling>
          <c:orientation val="minMax"/>
          <c:max val="2.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500000001"/>
        <c:crosses val="max"/>
        <c:crossBetween val="between"/>
      </c:valAx>
      <c:catAx>
        <c:axId val="500000001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one"/>
        <c:crossAx val="500000002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편입비(우축)</c:v>
                </c:pt>
              </c:strCache>
            </c:strRef>
          </c:tx>
          <c:spPr>
            <a:solidFill>
              <a:srgbClr val="F6C17C"/>
            </a:solidFill>
            <a:ln>
              <a:noFill/>
            </a:ln>
          </c:spPr>
          <c:invertIfNegative val="1"/>
          <c:cat>
            <c:strRef>
              <c:f>Sheet1!$A$2:$A$21</c:f>
              <c:strCache>
                <c:ptCount val="20"/>
                <c:pt idx="0">
                  <c:v>2026-07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0.40989999999999999</c:v>
                </c:pt>
                <c:pt idx="1">
                  <c:v>0.49830000000000002</c:v>
                </c:pt>
                <c:pt idx="2">
                  <c:v>0.43430000000000002</c:v>
                </c:pt>
                <c:pt idx="3">
                  <c:v>0.4335</c:v>
                </c:pt>
                <c:pt idx="4">
                  <c:v>0.48470000000000002</c:v>
                </c:pt>
                <c:pt idx="5">
                  <c:v>0.52939999999999998</c:v>
                </c:pt>
                <c:pt idx="6">
                  <c:v>0.51039999999999996</c:v>
                </c:pt>
                <c:pt idx="7">
                  <c:v>0.50290000000000001</c:v>
                </c:pt>
                <c:pt idx="8">
                  <c:v>0.60440000000000005</c:v>
                </c:pt>
                <c:pt idx="9">
                  <c:v>0.58020000000000005</c:v>
                </c:pt>
                <c:pt idx="10">
                  <c:v>0.52790000000000004</c:v>
                </c:pt>
                <c:pt idx="11">
                  <c:v>0.60629999999999995</c:v>
                </c:pt>
                <c:pt idx="12">
                  <c:v>0.63829999999999998</c:v>
                </c:pt>
                <c:pt idx="13">
                  <c:v>0.60319999999999996</c:v>
                </c:pt>
                <c:pt idx="14">
                  <c:v>0.60350000000000004</c:v>
                </c:pt>
                <c:pt idx="15">
                  <c:v>0.57330000000000003</c:v>
                </c:pt>
                <c:pt idx="16">
                  <c:v>0.63439999999999996</c:v>
                </c:pt>
                <c:pt idx="17">
                  <c:v>0.61719999999999997</c:v>
                </c:pt>
                <c:pt idx="18">
                  <c:v>0.72409999999999997</c:v>
                </c:pt>
                <c:pt idx="19">
                  <c:v>0.77500000000000002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3D7E-458E-A2C8-D5333CFC4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00000001"/>
        <c:axId val="50000000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기초지수(삼성전자 50:SK하이닉스 50)</c:v>
                </c:pt>
              </c:strCache>
            </c:strRef>
          </c:tx>
          <c:spPr>
            <a:ln w="19050">
              <a:solidFill>
                <a:srgbClr val="7F848A"/>
              </a:solidFill>
              <a:prstDash val="dash"/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2026-07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-0.1182</c:v>
                </c:pt>
                <c:pt idx="2">
                  <c:v>-3.39E-2</c:v>
                </c:pt>
                <c:pt idx="3">
                  <c:v>-3.6999999999999998E-2</c:v>
                </c:pt>
                <c:pt idx="4">
                  <c:v>-9.9500000000000005E-2</c:v>
                </c:pt>
                <c:pt idx="5">
                  <c:v>-0.1532</c:v>
                </c:pt>
                <c:pt idx="6">
                  <c:v>-0.13</c:v>
                </c:pt>
                <c:pt idx="7">
                  <c:v>-0.1203</c:v>
                </c:pt>
                <c:pt idx="8">
                  <c:v>-0.2349</c:v>
                </c:pt>
                <c:pt idx="9">
                  <c:v>-0.20810000000000001</c:v>
                </c:pt>
                <c:pt idx="10">
                  <c:v>-0.1482</c:v>
                </c:pt>
                <c:pt idx="11">
                  <c:v>-0.23469999999999999</c:v>
                </c:pt>
                <c:pt idx="12">
                  <c:v>-0.26740000000000003</c:v>
                </c:pt>
                <c:pt idx="13">
                  <c:v>-0.22989999999999999</c:v>
                </c:pt>
                <c:pt idx="14">
                  <c:v>-0.22889999999999999</c:v>
                </c:pt>
                <c:pt idx="15">
                  <c:v>-0.1961</c:v>
                </c:pt>
                <c:pt idx="16">
                  <c:v>-0.2601</c:v>
                </c:pt>
                <c:pt idx="17">
                  <c:v>-0.24149999999999999</c:v>
                </c:pt>
                <c:pt idx="18">
                  <c:v>-0.3478</c:v>
                </c:pt>
                <c:pt idx="19">
                  <c:v>-0.3962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7E-458E-A2C8-D5333CFC41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변동성전략 펀드</c:v>
                </c:pt>
              </c:strCache>
            </c:strRef>
          </c:tx>
          <c:spPr>
            <a:ln w="2540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2026-07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-2.0000000000000001E-4</c:v>
                </c:pt>
                <c:pt idx="1">
                  <c:v>-4.87E-2</c:v>
                </c:pt>
                <c:pt idx="2">
                  <c:v>-3.7000000000000002E-3</c:v>
                </c:pt>
                <c:pt idx="3">
                  <c:v>-5.1000000000000004E-3</c:v>
                </c:pt>
                <c:pt idx="4">
                  <c:v>-3.32E-2</c:v>
                </c:pt>
                <c:pt idx="5">
                  <c:v>-6.1199999999999997E-2</c:v>
                </c:pt>
                <c:pt idx="6">
                  <c:v>-4.7699999999999999E-2</c:v>
                </c:pt>
                <c:pt idx="7">
                  <c:v>-4.2299999999999997E-2</c:v>
                </c:pt>
                <c:pt idx="8">
                  <c:v>-0.1051</c:v>
                </c:pt>
                <c:pt idx="9">
                  <c:v>-8.6300000000000002E-2</c:v>
                </c:pt>
                <c:pt idx="10">
                  <c:v>-4.65E-2</c:v>
                </c:pt>
                <c:pt idx="11">
                  <c:v>-9.7600000000000006E-2</c:v>
                </c:pt>
                <c:pt idx="12">
                  <c:v>-0.121</c:v>
                </c:pt>
                <c:pt idx="13">
                  <c:v>-9.2499999999999999E-2</c:v>
                </c:pt>
                <c:pt idx="14">
                  <c:v>-9.1899999999999996E-2</c:v>
                </c:pt>
                <c:pt idx="15">
                  <c:v>-6.8699999999999997E-2</c:v>
                </c:pt>
                <c:pt idx="16">
                  <c:v>-0.1113</c:v>
                </c:pt>
                <c:pt idx="17">
                  <c:v>-9.7199999999999995E-2</c:v>
                </c:pt>
                <c:pt idx="18">
                  <c:v>-0.1754</c:v>
                </c:pt>
                <c:pt idx="19">
                  <c:v>-0.21970000000000001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7E-458E-A2C8-D5333CFC41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9525">
            <a:solidFill>
              <a:srgbClr val="C9CDD1"/>
            </a:solidFill>
          </a:ln>
        </c:spPr>
        <c:txPr>
          <a:bodyPr rot="0" vert="horz" wrap="none" anchor="ctr" anchorCtr="1"/>
          <a:lstStyle/>
          <a:p>
            <a:pPr>
              <a:defRPr sz="85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0.05"/>
          <c:min val="-0.45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  <c:valAx>
        <c:axId val="500000002"/>
        <c:scaling>
          <c:orientation val="minMax"/>
          <c:max val="1.75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500000001"/>
        <c:crosses val="max"/>
        <c:crossBetween val="between"/>
      </c:valAx>
      <c:catAx>
        <c:axId val="500000001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one"/>
        <c:crossAx val="500000002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편입비 · 우축</c:v>
                </c:pt>
              </c:strCache>
            </c:strRef>
          </c:tx>
          <c:spPr>
            <a:solidFill>
              <a:srgbClr val="F6C17C"/>
            </a:solidFill>
            <a:ln>
              <a:noFill/>
            </a:ln>
          </c:spPr>
          <c:invertIfNegative val="1"/>
          <c:cat>
            <c:strRef>
              <c:f>Sheet1!$A$2:$A$1179</c:f>
              <c:strCache>
                <c:ptCount val="1178"/>
                <c:pt idx="0">
                  <c:v>2021-07</c:v>
                </c:pt>
                <c:pt idx="105">
                  <c:v>2022-01</c:v>
                </c:pt>
                <c:pt idx="226">
                  <c:v>2022-07</c:v>
                </c:pt>
                <c:pt idx="351">
                  <c:v>2023-01</c:v>
                </c:pt>
                <c:pt idx="474">
                  <c:v>2023-07</c:v>
                </c:pt>
                <c:pt idx="596">
                  <c:v>2024-01</c:v>
                </c:pt>
                <c:pt idx="717">
                  <c:v>2024-07</c:v>
                </c:pt>
                <c:pt idx="840">
                  <c:v>2025-01</c:v>
                </c:pt>
                <c:pt idx="958">
                  <c:v>2025-07</c:v>
                </c:pt>
                <c:pt idx="1082">
                  <c:v>2026-01</c:v>
                </c:pt>
              </c:strCache>
            </c:strRef>
          </c:cat>
          <c:val>
            <c:numRef>
              <c:f>Sheet1!$C$2:$C$1179</c:f>
              <c:numCache>
                <c:formatCode>General</c:formatCode>
                <c:ptCount val="1178"/>
                <c:pt idx="0">
                  <c:v>0.49370000000000003</c:v>
                </c:pt>
                <c:pt idx="1">
                  <c:v>0.51480000000000004</c:v>
                </c:pt>
                <c:pt idx="2">
                  <c:v>0.47120000000000001</c:v>
                </c:pt>
                <c:pt idx="3">
                  <c:v>0.4103</c:v>
                </c:pt>
                <c:pt idx="4">
                  <c:v>0.38129999999999997</c:v>
                </c:pt>
                <c:pt idx="5">
                  <c:v>0.39950000000000002</c:v>
                </c:pt>
                <c:pt idx="6">
                  <c:v>0.4244</c:v>
                </c:pt>
                <c:pt idx="7">
                  <c:v>0.44230000000000003</c:v>
                </c:pt>
                <c:pt idx="8">
                  <c:v>0.49249999999999999</c:v>
                </c:pt>
                <c:pt idx="9">
                  <c:v>0.5796</c:v>
                </c:pt>
                <c:pt idx="10">
                  <c:v>0.64080000000000004</c:v>
                </c:pt>
                <c:pt idx="11">
                  <c:v>0.66369999999999996</c:v>
                </c:pt>
                <c:pt idx="12">
                  <c:v>0.66339999999999999</c:v>
                </c:pt>
                <c:pt idx="13">
                  <c:v>0.65049999999999997</c:v>
                </c:pt>
                <c:pt idx="14">
                  <c:v>0.67469999999999997</c:v>
                </c:pt>
                <c:pt idx="15">
                  <c:v>0.67410000000000003</c:v>
                </c:pt>
                <c:pt idx="16">
                  <c:v>0.67549999999999999</c:v>
                </c:pt>
                <c:pt idx="17">
                  <c:v>0.61519999999999997</c:v>
                </c:pt>
                <c:pt idx="18">
                  <c:v>0.62880000000000003</c:v>
                </c:pt>
                <c:pt idx="19">
                  <c:v>0.6391</c:v>
                </c:pt>
                <c:pt idx="20">
                  <c:v>0.65449999999999997</c:v>
                </c:pt>
                <c:pt idx="21">
                  <c:v>0.65490000000000004</c:v>
                </c:pt>
                <c:pt idx="22">
                  <c:v>0.58760000000000001</c:v>
                </c:pt>
                <c:pt idx="23">
                  <c:v>0.57220000000000004</c:v>
                </c:pt>
                <c:pt idx="24">
                  <c:v>0.59950000000000003</c:v>
                </c:pt>
                <c:pt idx="25">
                  <c:v>0.58689999999999998</c:v>
                </c:pt>
                <c:pt idx="26">
                  <c:v>0.58679999999999999</c:v>
                </c:pt>
                <c:pt idx="27">
                  <c:v>0.62070000000000003</c:v>
                </c:pt>
                <c:pt idx="28">
                  <c:v>0.60370000000000001</c:v>
                </c:pt>
                <c:pt idx="29">
                  <c:v>0.6452</c:v>
                </c:pt>
                <c:pt idx="30">
                  <c:v>0.62670000000000003</c:v>
                </c:pt>
                <c:pt idx="31">
                  <c:v>0.59789999999999999</c:v>
                </c:pt>
                <c:pt idx="32">
                  <c:v>0.58509999999999995</c:v>
                </c:pt>
                <c:pt idx="33">
                  <c:v>0.5857</c:v>
                </c:pt>
                <c:pt idx="34">
                  <c:v>0.62429999999999997</c:v>
                </c:pt>
                <c:pt idx="35">
                  <c:v>0.57940000000000003</c:v>
                </c:pt>
                <c:pt idx="36">
                  <c:v>0.59250000000000003</c:v>
                </c:pt>
                <c:pt idx="37">
                  <c:v>0.6089</c:v>
                </c:pt>
                <c:pt idx="38">
                  <c:v>0.59919999999999995</c:v>
                </c:pt>
                <c:pt idx="39">
                  <c:v>0.62780000000000002</c:v>
                </c:pt>
                <c:pt idx="40">
                  <c:v>0.68569999999999998</c:v>
                </c:pt>
                <c:pt idx="41">
                  <c:v>0.65539999999999998</c:v>
                </c:pt>
                <c:pt idx="42">
                  <c:v>0.69320000000000004</c:v>
                </c:pt>
                <c:pt idx="43">
                  <c:v>0.72629999999999995</c:v>
                </c:pt>
                <c:pt idx="44">
                  <c:v>0.75029999999999997</c:v>
                </c:pt>
                <c:pt idx="45">
                  <c:v>0.74990000000000001</c:v>
                </c:pt>
                <c:pt idx="46">
                  <c:v>0.77359999999999995</c:v>
                </c:pt>
                <c:pt idx="47">
                  <c:v>0.81730000000000003</c:v>
                </c:pt>
                <c:pt idx="48">
                  <c:v>0.8175</c:v>
                </c:pt>
                <c:pt idx="49">
                  <c:v>0.79420000000000002</c:v>
                </c:pt>
                <c:pt idx="50">
                  <c:v>0.73650000000000004</c:v>
                </c:pt>
                <c:pt idx="51">
                  <c:v>0.74819999999999998</c:v>
                </c:pt>
                <c:pt idx="52">
                  <c:v>0.74929999999999997</c:v>
                </c:pt>
                <c:pt idx="53">
                  <c:v>0.74909999999999999</c:v>
                </c:pt>
                <c:pt idx="54">
                  <c:v>0.75839999999999996</c:v>
                </c:pt>
                <c:pt idx="55">
                  <c:v>0.73899999999999999</c:v>
                </c:pt>
                <c:pt idx="56">
                  <c:v>0.72829999999999995</c:v>
                </c:pt>
                <c:pt idx="57">
                  <c:v>0.69720000000000004</c:v>
                </c:pt>
                <c:pt idx="58">
                  <c:v>0.71479999999999999</c:v>
                </c:pt>
                <c:pt idx="59">
                  <c:v>0.65649999999999997</c:v>
                </c:pt>
                <c:pt idx="60">
                  <c:v>0.69550000000000001</c:v>
                </c:pt>
                <c:pt idx="61">
                  <c:v>0.66279999999999994</c:v>
                </c:pt>
                <c:pt idx="62">
                  <c:v>0.63529999999999998</c:v>
                </c:pt>
                <c:pt idx="63">
                  <c:v>0.67290000000000005</c:v>
                </c:pt>
                <c:pt idx="64">
                  <c:v>0.67369999999999997</c:v>
                </c:pt>
                <c:pt idx="65">
                  <c:v>0.67410000000000003</c:v>
                </c:pt>
                <c:pt idx="66">
                  <c:v>0.65639999999999998</c:v>
                </c:pt>
                <c:pt idx="67">
                  <c:v>0.64490000000000003</c:v>
                </c:pt>
                <c:pt idx="68">
                  <c:v>0.65720000000000001</c:v>
                </c:pt>
                <c:pt idx="69">
                  <c:v>0.68369999999999997</c:v>
                </c:pt>
                <c:pt idx="70">
                  <c:v>0.68379999999999996</c:v>
                </c:pt>
                <c:pt idx="71">
                  <c:v>0.63290000000000002</c:v>
                </c:pt>
                <c:pt idx="72">
                  <c:v>0.63380000000000003</c:v>
                </c:pt>
                <c:pt idx="73">
                  <c:v>0.6492</c:v>
                </c:pt>
                <c:pt idx="74">
                  <c:v>0.66320000000000001</c:v>
                </c:pt>
                <c:pt idx="75">
                  <c:v>0.63270000000000004</c:v>
                </c:pt>
                <c:pt idx="76">
                  <c:v>0.49430000000000002</c:v>
                </c:pt>
                <c:pt idx="77">
                  <c:v>0.49440000000000001</c:v>
                </c:pt>
                <c:pt idx="78">
                  <c:v>0.49409999999999998</c:v>
                </c:pt>
                <c:pt idx="79">
                  <c:v>0.52839999999999998</c:v>
                </c:pt>
                <c:pt idx="80">
                  <c:v>0.56399999999999995</c:v>
                </c:pt>
                <c:pt idx="81">
                  <c:v>0.5645</c:v>
                </c:pt>
                <c:pt idx="82">
                  <c:v>0.59409999999999996</c:v>
                </c:pt>
                <c:pt idx="83">
                  <c:v>0.52649999999999997</c:v>
                </c:pt>
                <c:pt idx="84">
                  <c:v>0.4788</c:v>
                </c:pt>
                <c:pt idx="85">
                  <c:v>0.49769999999999998</c:v>
                </c:pt>
                <c:pt idx="86">
                  <c:v>0.48470000000000002</c:v>
                </c:pt>
                <c:pt idx="87">
                  <c:v>0.44669999999999999</c:v>
                </c:pt>
                <c:pt idx="88">
                  <c:v>0.4587</c:v>
                </c:pt>
                <c:pt idx="89">
                  <c:v>0.42099999999999999</c:v>
                </c:pt>
                <c:pt idx="90">
                  <c:v>0.46089999999999998</c:v>
                </c:pt>
                <c:pt idx="91">
                  <c:v>0.46179999999999999</c:v>
                </c:pt>
                <c:pt idx="92">
                  <c:v>0.46150000000000002</c:v>
                </c:pt>
                <c:pt idx="93">
                  <c:v>0.4284</c:v>
                </c:pt>
                <c:pt idx="94">
                  <c:v>0.42920000000000003</c:v>
                </c:pt>
                <c:pt idx="95">
                  <c:v>0.42749999999999999</c:v>
                </c:pt>
                <c:pt idx="96">
                  <c:v>0.45889999999999997</c:v>
                </c:pt>
                <c:pt idx="97">
                  <c:v>0.41370000000000001</c:v>
                </c:pt>
                <c:pt idx="98">
                  <c:v>0.379</c:v>
                </c:pt>
                <c:pt idx="99">
                  <c:v>0.36870000000000003</c:v>
                </c:pt>
                <c:pt idx="100">
                  <c:v>0.35449999999999998</c:v>
                </c:pt>
                <c:pt idx="101">
                  <c:v>0.37319999999999998</c:v>
                </c:pt>
                <c:pt idx="102">
                  <c:v>0.35849999999999999</c:v>
                </c:pt>
                <c:pt idx="103">
                  <c:v>0.38069999999999998</c:v>
                </c:pt>
                <c:pt idx="104">
                  <c:v>0.35439999999999999</c:v>
                </c:pt>
                <c:pt idx="105">
                  <c:v>0.37</c:v>
                </c:pt>
                <c:pt idx="106">
                  <c:v>0.37009999999999998</c:v>
                </c:pt>
                <c:pt idx="107">
                  <c:v>0.40920000000000001</c:v>
                </c:pt>
                <c:pt idx="108">
                  <c:v>0.42070000000000002</c:v>
                </c:pt>
                <c:pt idx="109">
                  <c:v>0.3836</c:v>
                </c:pt>
                <c:pt idx="110">
                  <c:v>0.40839999999999999</c:v>
                </c:pt>
                <c:pt idx="111">
                  <c:v>0.36549999999999999</c:v>
                </c:pt>
                <c:pt idx="112">
                  <c:v>0.3659</c:v>
                </c:pt>
                <c:pt idx="113">
                  <c:v>0.36530000000000001</c:v>
                </c:pt>
                <c:pt idx="114">
                  <c:v>0.3826</c:v>
                </c:pt>
                <c:pt idx="115">
                  <c:v>0.39240000000000003</c:v>
                </c:pt>
                <c:pt idx="116">
                  <c:v>0.40410000000000001</c:v>
                </c:pt>
                <c:pt idx="117">
                  <c:v>0.40350000000000003</c:v>
                </c:pt>
                <c:pt idx="118">
                  <c:v>0.42459999999999998</c:v>
                </c:pt>
                <c:pt idx="119">
                  <c:v>0.49669999999999997</c:v>
                </c:pt>
                <c:pt idx="120">
                  <c:v>0.49590000000000001</c:v>
                </c:pt>
                <c:pt idx="121">
                  <c:v>0.53480000000000005</c:v>
                </c:pt>
                <c:pt idx="122">
                  <c:v>0.55279999999999996</c:v>
                </c:pt>
                <c:pt idx="123">
                  <c:v>0.62729999999999997</c:v>
                </c:pt>
                <c:pt idx="124">
                  <c:v>0.51659999999999995</c:v>
                </c:pt>
                <c:pt idx="125">
                  <c:v>0.48330000000000001</c:v>
                </c:pt>
                <c:pt idx="126">
                  <c:v>0.46789999999999998</c:v>
                </c:pt>
                <c:pt idx="127">
                  <c:v>0.4975</c:v>
                </c:pt>
                <c:pt idx="128">
                  <c:v>0.47110000000000002</c:v>
                </c:pt>
                <c:pt idx="129">
                  <c:v>0.44350000000000001</c:v>
                </c:pt>
                <c:pt idx="130">
                  <c:v>0.40239999999999998</c:v>
                </c:pt>
                <c:pt idx="131">
                  <c:v>0.38700000000000001</c:v>
                </c:pt>
                <c:pt idx="132">
                  <c:v>0.40060000000000001</c:v>
                </c:pt>
                <c:pt idx="133">
                  <c:v>0.44890000000000002</c:v>
                </c:pt>
                <c:pt idx="134">
                  <c:v>0.40129999999999999</c:v>
                </c:pt>
                <c:pt idx="135">
                  <c:v>0.37690000000000001</c:v>
                </c:pt>
                <c:pt idx="136">
                  <c:v>0.39119999999999999</c:v>
                </c:pt>
                <c:pt idx="137">
                  <c:v>0.4073</c:v>
                </c:pt>
                <c:pt idx="138">
                  <c:v>0.43630000000000002</c:v>
                </c:pt>
                <c:pt idx="139">
                  <c:v>0.43559999999999999</c:v>
                </c:pt>
                <c:pt idx="140">
                  <c:v>0.53369999999999995</c:v>
                </c:pt>
                <c:pt idx="141">
                  <c:v>0.52110000000000001</c:v>
                </c:pt>
                <c:pt idx="142">
                  <c:v>0.52200000000000002</c:v>
                </c:pt>
                <c:pt idx="143">
                  <c:v>0.505</c:v>
                </c:pt>
                <c:pt idx="144">
                  <c:v>0.438</c:v>
                </c:pt>
                <c:pt idx="145">
                  <c:v>0.51400000000000001</c:v>
                </c:pt>
                <c:pt idx="146">
                  <c:v>0.59509999999999996</c:v>
                </c:pt>
                <c:pt idx="147">
                  <c:v>0.626</c:v>
                </c:pt>
                <c:pt idx="148">
                  <c:v>0.56910000000000005</c:v>
                </c:pt>
                <c:pt idx="149">
                  <c:v>0.62709999999999999</c:v>
                </c:pt>
                <c:pt idx="150">
                  <c:v>0.63770000000000004</c:v>
                </c:pt>
                <c:pt idx="151">
                  <c:v>0.69069999999999998</c:v>
                </c:pt>
                <c:pt idx="152">
                  <c:v>0.62419999999999998</c:v>
                </c:pt>
                <c:pt idx="153">
                  <c:v>0.52170000000000005</c:v>
                </c:pt>
                <c:pt idx="154">
                  <c:v>0.53129999999999999</c:v>
                </c:pt>
                <c:pt idx="155">
                  <c:v>0.56799999999999995</c:v>
                </c:pt>
                <c:pt idx="156">
                  <c:v>0.54469999999999996</c:v>
                </c:pt>
                <c:pt idx="157">
                  <c:v>0.54510000000000003</c:v>
                </c:pt>
                <c:pt idx="158">
                  <c:v>0.59060000000000001</c:v>
                </c:pt>
                <c:pt idx="159">
                  <c:v>0.61960000000000004</c:v>
                </c:pt>
                <c:pt idx="160">
                  <c:v>0.61939999999999995</c:v>
                </c:pt>
                <c:pt idx="161">
                  <c:v>0.58989999999999998</c:v>
                </c:pt>
                <c:pt idx="162">
                  <c:v>0.59030000000000005</c:v>
                </c:pt>
                <c:pt idx="163">
                  <c:v>0.62629999999999997</c:v>
                </c:pt>
                <c:pt idx="164">
                  <c:v>0.6613</c:v>
                </c:pt>
                <c:pt idx="165">
                  <c:v>0.64639999999999997</c:v>
                </c:pt>
                <c:pt idx="166">
                  <c:v>0.64570000000000005</c:v>
                </c:pt>
                <c:pt idx="167">
                  <c:v>0.71199999999999997</c:v>
                </c:pt>
                <c:pt idx="168">
                  <c:v>0.7117</c:v>
                </c:pt>
                <c:pt idx="169">
                  <c:v>0.74280000000000002</c:v>
                </c:pt>
                <c:pt idx="170">
                  <c:v>0.74250000000000005</c:v>
                </c:pt>
                <c:pt idx="171">
                  <c:v>0.77780000000000005</c:v>
                </c:pt>
                <c:pt idx="172">
                  <c:v>0.71709999999999996</c:v>
                </c:pt>
                <c:pt idx="173">
                  <c:v>0.7752</c:v>
                </c:pt>
                <c:pt idx="174">
                  <c:v>0.81520000000000004</c:v>
                </c:pt>
                <c:pt idx="175">
                  <c:v>0.80349999999999999</c:v>
                </c:pt>
                <c:pt idx="176">
                  <c:v>0.74909999999999999</c:v>
                </c:pt>
                <c:pt idx="177">
                  <c:v>0.74919999999999998</c:v>
                </c:pt>
                <c:pt idx="178">
                  <c:v>0.73829999999999996</c:v>
                </c:pt>
                <c:pt idx="179">
                  <c:v>0.78839999999999999</c:v>
                </c:pt>
                <c:pt idx="180">
                  <c:v>0.83040000000000003</c:v>
                </c:pt>
                <c:pt idx="181">
                  <c:v>0.80100000000000005</c:v>
                </c:pt>
                <c:pt idx="182">
                  <c:v>0.8488</c:v>
                </c:pt>
                <c:pt idx="183">
                  <c:v>0.84919999999999995</c:v>
                </c:pt>
                <c:pt idx="184">
                  <c:v>0.77449999999999997</c:v>
                </c:pt>
                <c:pt idx="185">
                  <c:v>0.8054</c:v>
                </c:pt>
                <c:pt idx="186">
                  <c:v>0.80530000000000002</c:v>
                </c:pt>
                <c:pt idx="187">
                  <c:v>0.8054</c:v>
                </c:pt>
                <c:pt idx="188">
                  <c:v>0.86470000000000002</c:v>
                </c:pt>
                <c:pt idx="189">
                  <c:v>0.87660000000000005</c:v>
                </c:pt>
                <c:pt idx="190">
                  <c:v>0.86060000000000003</c:v>
                </c:pt>
                <c:pt idx="191">
                  <c:v>0.8609</c:v>
                </c:pt>
                <c:pt idx="192">
                  <c:v>0.8921</c:v>
                </c:pt>
                <c:pt idx="193">
                  <c:v>0.81399999999999995</c:v>
                </c:pt>
                <c:pt idx="194">
                  <c:v>0.85060000000000002</c:v>
                </c:pt>
                <c:pt idx="195">
                  <c:v>0.79610000000000003</c:v>
                </c:pt>
                <c:pt idx="196">
                  <c:v>0.77270000000000005</c:v>
                </c:pt>
                <c:pt idx="197">
                  <c:v>0.8216</c:v>
                </c:pt>
                <c:pt idx="198">
                  <c:v>0.79179999999999995</c:v>
                </c:pt>
                <c:pt idx="199">
                  <c:v>0.79200000000000004</c:v>
                </c:pt>
                <c:pt idx="200">
                  <c:v>0.8841</c:v>
                </c:pt>
                <c:pt idx="201">
                  <c:v>0.89539999999999997</c:v>
                </c:pt>
                <c:pt idx="202">
                  <c:v>0.95509999999999995</c:v>
                </c:pt>
                <c:pt idx="203">
                  <c:v>0.9123</c:v>
                </c:pt>
                <c:pt idx="204">
                  <c:v>0.88500000000000001</c:v>
                </c:pt>
                <c:pt idx="205">
                  <c:v>0.88519999999999999</c:v>
                </c:pt>
                <c:pt idx="206">
                  <c:v>0.92469999999999997</c:v>
                </c:pt>
                <c:pt idx="207">
                  <c:v>0.92469999999999997</c:v>
                </c:pt>
                <c:pt idx="208">
                  <c:v>0.98380000000000001</c:v>
                </c:pt>
                <c:pt idx="209">
                  <c:v>0.97370000000000001</c:v>
                </c:pt>
                <c:pt idx="210">
                  <c:v>0.97360000000000002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0.48220000000000002</c:v>
                </c:pt>
                <c:pt idx="254">
                  <c:v>0.52329999999999999</c:v>
                </c:pt>
                <c:pt idx="255">
                  <c:v>0.49919999999999998</c:v>
                </c:pt>
                <c:pt idx="256">
                  <c:v>0.49980000000000002</c:v>
                </c:pt>
                <c:pt idx="257">
                  <c:v>0.4541</c:v>
                </c:pt>
                <c:pt idx="258">
                  <c:v>0.45340000000000003</c:v>
                </c:pt>
                <c:pt idx="259">
                  <c:v>0.45390000000000003</c:v>
                </c:pt>
                <c:pt idx="260">
                  <c:v>0.45350000000000001</c:v>
                </c:pt>
                <c:pt idx="261">
                  <c:v>0.48209999999999997</c:v>
                </c:pt>
                <c:pt idx="262">
                  <c:v>0.51090000000000002</c:v>
                </c:pt>
                <c:pt idx="263">
                  <c:v>0.5101</c:v>
                </c:pt>
                <c:pt idx="264">
                  <c:v>0.499</c:v>
                </c:pt>
                <c:pt idx="265">
                  <c:v>0.48520000000000002</c:v>
                </c:pt>
                <c:pt idx="266">
                  <c:v>0.52949999999999997</c:v>
                </c:pt>
                <c:pt idx="267">
                  <c:v>0.52</c:v>
                </c:pt>
                <c:pt idx="268">
                  <c:v>0.48830000000000001</c:v>
                </c:pt>
                <c:pt idx="269">
                  <c:v>0.53269999999999995</c:v>
                </c:pt>
                <c:pt idx="270">
                  <c:v>0.55289999999999995</c:v>
                </c:pt>
                <c:pt idx="271">
                  <c:v>0.56640000000000001</c:v>
                </c:pt>
                <c:pt idx="272">
                  <c:v>0.56730000000000003</c:v>
                </c:pt>
                <c:pt idx="273">
                  <c:v>0.59560000000000002</c:v>
                </c:pt>
                <c:pt idx="274">
                  <c:v>0.59470000000000001</c:v>
                </c:pt>
                <c:pt idx="275">
                  <c:v>0.51349999999999996</c:v>
                </c:pt>
                <c:pt idx="276">
                  <c:v>0.54879999999999995</c:v>
                </c:pt>
                <c:pt idx="277">
                  <c:v>0.57130000000000003</c:v>
                </c:pt>
                <c:pt idx="278">
                  <c:v>0.5706</c:v>
                </c:pt>
                <c:pt idx="279">
                  <c:v>0.58720000000000006</c:v>
                </c:pt>
                <c:pt idx="280">
                  <c:v>0.61580000000000001</c:v>
                </c:pt>
                <c:pt idx="281">
                  <c:v>0.62560000000000004</c:v>
                </c:pt>
                <c:pt idx="282">
                  <c:v>0.6613</c:v>
                </c:pt>
                <c:pt idx="283">
                  <c:v>0.68459999999999999</c:v>
                </c:pt>
                <c:pt idx="284">
                  <c:v>0.70609999999999995</c:v>
                </c:pt>
                <c:pt idx="285">
                  <c:v>0.70599999999999996</c:v>
                </c:pt>
                <c:pt idx="286">
                  <c:v>0.74439999999999995</c:v>
                </c:pt>
                <c:pt idx="287">
                  <c:v>0.75700000000000001</c:v>
                </c:pt>
                <c:pt idx="288">
                  <c:v>0.72650000000000003</c:v>
                </c:pt>
                <c:pt idx="289">
                  <c:v>0.64949999999999997</c:v>
                </c:pt>
                <c:pt idx="290">
                  <c:v>0.60009999999999997</c:v>
                </c:pt>
                <c:pt idx="291">
                  <c:v>0.6008</c:v>
                </c:pt>
                <c:pt idx="292">
                  <c:v>0.58399999999999996</c:v>
                </c:pt>
                <c:pt idx="293">
                  <c:v>0.60680000000000001</c:v>
                </c:pt>
                <c:pt idx="294">
                  <c:v>0.56059999999999999</c:v>
                </c:pt>
                <c:pt idx="295">
                  <c:v>0.5605</c:v>
                </c:pt>
                <c:pt idx="296">
                  <c:v>0.54600000000000004</c:v>
                </c:pt>
                <c:pt idx="297">
                  <c:v>0.54620000000000002</c:v>
                </c:pt>
                <c:pt idx="298">
                  <c:v>0.54679999999999995</c:v>
                </c:pt>
                <c:pt idx="299">
                  <c:v>0.58509999999999995</c:v>
                </c:pt>
                <c:pt idx="300">
                  <c:v>0.61939999999999995</c:v>
                </c:pt>
                <c:pt idx="301">
                  <c:v>0.61060000000000003</c:v>
                </c:pt>
                <c:pt idx="302">
                  <c:v>0.56640000000000001</c:v>
                </c:pt>
                <c:pt idx="303">
                  <c:v>0.54490000000000005</c:v>
                </c:pt>
                <c:pt idx="304">
                  <c:v>0.51149999999999995</c:v>
                </c:pt>
                <c:pt idx="305">
                  <c:v>0.54969999999999997</c:v>
                </c:pt>
                <c:pt idx="306">
                  <c:v>0.64059999999999995</c:v>
                </c:pt>
                <c:pt idx="307">
                  <c:v>0.61550000000000005</c:v>
                </c:pt>
                <c:pt idx="308">
                  <c:v>0.59379999999999999</c:v>
                </c:pt>
                <c:pt idx="309">
                  <c:v>0.59379999999999999</c:v>
                </c:pt>
                <c:pt idx="310">
                  <c:v>0.61829999999999996</c:v>
                </c:pt>
                <c:pt idx="311">
                  <c:v>0.59630000000000005</c:v>
                </c:pt>
                <c:pt idx="312">
                  <c:v>0.56389999999999996</c:v>
                </c:pt>
                <c:pt idx="313">
                  <c:v>0.5282</c:v>
                </c:pt>
                <c:pt idx="314">
                  <c:v>0.51180000000000003</c:v>
                </c:pt>
                <c:pt idx="315">
                  <c:v>0.53639999999999999</c:v>
                </c:pt>
                <c:pt idx="316">
                  <c:v>0.45639999999999997</c:v>
                </c:pt>
                <c:pt idx="317">
                  <c:v>0.49390000000000001</c:v>
                </c:pt>
                <c:pt idx="318">
                  <c:v>0.48070000000000002</c:v>
                </c:pt>
                <c:pt idx="319">
                  <c:v>0.48110000000000003</c:v>
                </c:pt>
                <c:pt idx="320">
                  <c:v>0.52980000000000005</c:v>
                </c:pt>
                <c:pt idx="321">
                  <c:v>0.51819999999999999</c:v>
                </c:pt>
                <c:pt idx="322">
                  <c:v>0.5444</c:v>
                </c:pt>
                <c:pt idx="323">
                  <c:v>0.56630000000000003</c:v>
                </c:pt>
                <c:pt idx="324">
                  <c:v>0.56710000000000005</c:v>
                </c:pt>
                <c:pt idx="325">
                  <c:v>0.53910000000000002</c:v>
                </c:pt>
                <c:pt idx="326">
                  <c:v>0.56430000000000002</c:v>
                </c:pt>
                <c:pt idx="327">
                  <c:v>0.5968</c:v>
                </c:pt>
                <c:pt idx="328">
                  <c:v>0.58509999999999995</c:v>
                </c:pt>
                <c:pt idx="329">
                  <c:v>0.55000000000000004</c:v>
                </c:pt>
                <c:pt idx="330">
                  <c:v>0.5504</c:v>
                </c:pt>
                <c:pt idx="331">
                  <c:v>0.60499999999999998</c:v>
                </c:pt>
                <c:pt idx="332">
                  <c:v>0.61629999999999996</c:v>
                </c:pt>
                <c:pt idx="333">
                  <c:v>0.63339999999999996</c:v>
                </c:pt>
                <c:pt idx="334">
                  <c:v>0.6593</c:v>
                </c:pt>
                <c:pt idx="335">
                  <c:v>0.65969999999999995</c:v>
                </c:pt>
                <c:pt idx="336">
                  <c:v>0.61980000000000002</c:v>
                </c:pt>
                <c:pt idx="337">
                  <c:v>0.63849999999999996</c:v>
                </c:pt>
                <c:pt idx="338">
                  <c:v>0.62250000000000005</c:v>
                </c:pt>
                <c:pt idx="339">
                  <c:v>0.62339999999999995</c:v>
                </c:pt>
                <c:pt idx="340">
                  <c:v>0.65239999999999998</c:v>
                </c:pt>
                <c:pt idx="341">
                  <c:v>0.66969999999999996</c:v>
                </c:pt>
                <c:pt idx="342">
                  <c:v>0.67059999999999997</c:v>
                </c:pt>
                <c:pt idx="343">
                  <c:v>0.68820000000000003</c:v>
                </c:pt>
                <c:pt idx="344">
                  <c:v>0.70199999999999996</c:v>
                </c:pt>
                <c:pt idx="345">
                  <c:v>0.67090000000000005</c:v>
                </c:pt>
                <c:pt idx="346">
                  <c:v>0.7026</c:v>
                </c:pt>
                <c:pt idx="347">
                  <c:v>0.71530000000000005</c:v>
                </c:pt>
                <c:pt idx="348">
                  <c:v>0.71560000000000001</c:v>
                </c:pt>
                <c:pt idx="349">
                  <c:v>0.75849999999999995</c:v>
                </c:pt>
                <c:pt idx="350">
                  <c:v>0.79500000000000004</c:v>
                </c:pt>
                <c:pt idx="351">
                  <c:v>0.78490000000000004</c:v>
                </c:pt>
                <c:pt idx="352">
                  <c:v>0.78459999999999996</c:v>
                </c:pt>
                <c:pt idx="353">
                  <c:v>0.66969999999999996</c:v>
                </c:pt>
                <c:pt idx="354">
                  <c:v>0.67100000000000004</c:v>
                </c:pt>
                <c:pt idx="355">
                  <c:v>0.63049999999999995</c:v>
                </c:pt>
                <c:pt idx="356">
                  <c:v>0.56950000000000001</c:v>
                </c:pt>
                <c:pt idx="357">
                  <c:v>0.56950000000000001</c:v>
                </c:pt>
                <c:pt idx="358">
                  <c:v>0.55940000000000001</c:v>
                </c:pt>
                <c:pt idx="359">
                  <c:v>0.55859999999999999</c:v>
                </c:pt>
                <c:pt idx="360">
                  <c:v>0.57530000000000003</c:v>
                </c:pt>
                <c:pt idx="361">
                  <c:v>0.57599999999999996</c:v>
                </c:pt>
                <c:pt idx="362">
                  <c:v>0.57609999999999995</c:v>
                </c:pt>
                <c:pt idx="363">
                  <c:v>0.5917</c:v>
                </c:pt>
                <c:pt idx="364">
                  <c:v>0.57030000000000003</c:v>
                </c:pt>
                <c:pt idx="365">
                  <c:v>0.54220000000000002</c:v>
                </c:pt>
                <c:pt idx="366">
                  <c:v>0.4758</c:v>
                </c:pt>
                <c:pt idx="367">
                  <c:v>0.45739999999999997</c:v>
                </c:pt>
                <c:pt idx="368">
                  <c:v>0.4577</c:v>
                </c:pt>
                <c:pt idx="369">
                  <c:v>0.48580000000000001</c:v>
                </c:pt>
                <c:pt idx="370">
                  <c:v>0.54990000000000006</c:v>
                </c:pt>
                <c:pt idx="371">
                  <c:v>0.502</c:v>
                </c:pt>
                <c:pt idx="372">
                  <c:v>0.4516</c:v>
                </c:pt>
                <c:pt idx="373">
                  <c:v>0.4506</c:v>
                </c:pt>
                <c:pt idx="374">
                  <c:v>0.53090000000000004</c:v>
                </c:pt>
                <c:pt idx="375">
                  <c:v>0.50670000000000004</c:v>
                </c:pt>
                <c:pt idx="376">
                  <c:v>0.44140000000000001</c:v>
                </c:pt>
                <c:pt idx="377">
                  <c:v>0.4405</c:v>
                </c:pt>
                <c:pt idx="378">
                  <c:v>0.46210000000000001</c:v>
                </c:pt>
                <c:pt idx="379">
                  <c:v>0.49409999999999998</c:v>
                </c:pt>
                <c:pt idx="380">
                  <c:v>0.45600000000000002</c:v>
                </c:pt>
                <c:pt idx="381">
                  <c:v>0.49370000000000003</c:v>
                </c:pt>
                <c:pt idx="382">
                  <c:v>0.45329999999999998</c:v>
                </c:pt>
                <c:pt idx="383">
                  <c:v>0.48320000000000002</c:v>
                </c:pt>
                <c:pt idx="384">
                  <c:v>0.48409999999999997</c:v>
                </c:pt>
                <c:pt idx="385">
                  <c:v>0.50229999999999997</c:v>
                </c:pt>
                <c:pt idx="386">
                  <c:v>0.54669999999999996</c:v>
                </c:pt>
                <c:pt idx="387">
                  <c:v>0.48559999999999998</c:v>
                </c:pt>
                <c:pt idx="388">
                  <c:v>0.51890000000000003</c:v>
                </c:pt>
                <c:pt idx="389">
                  <c:v>0.54690000000000005</c:v>
                </c:pt>
                <c:pt idx="390">
                  <c:v>0.54630000000000001</c:v>
                </c:pt>
                <c:pt idx="391">
                  <c:v>0.56979999999999997</c:v>
                </c:pt>
                <c:pt idx="392">
                  <c:v>0.58689999999999998</c:v>
                </c:pt>
                <c:pt idx="393">
                  <c:v>0.53510000000000002</c:v>
                </c:pt>
                <c:pt idx="394">
                  <c:v>0.56189999999999996</c:v>
                </c:pt>
                <c:pt idx="395">
                  <c:v>0.59760000000000002</c:v>
                </c:pt>
                <c:pt idx="396">
                  <c:v>0.62119999999999997</c:v>
                </c:pt>
                <c:pt idx="397">
                  <c:v>0.66459999999999997</c:v>
                </c:pt>
                <c:pt idx="398">
                  <c:v>0.64159999999999995</c:v>
                </c:pt>
                <c:pt idx="399">
                  <c:v>0.70230000000000004</c:v>
                </c:pt>
                <c:pt idx="400">
                  <c:v>0.71809999999999996</c:v>
                </c:pt>
                <c:pt idx="401">
                  <c:v>0.71809999999999996</c:v>
                </c:pt>
                <c:pt idx="402">
                  <c:v>0.61399999999999999</c:v>
                </c:pt>
                <c:pt idx="403">
                  <c:v>0.63990000000000002</c:v>
                </c:pt>
                <c:pt idx="404">
                  <c:v>0.63990000000000002</c:v>
                </c:pt>
                <c:pt idx="405">
                  <c:v>0.57920000000000005</c:v>
                </c:pt>
                <c:pt idx="406">
                  <c:v>0.5353</c:v>
                </c:pt>
                <c:pt idx="407">
                  <c:v>0.53500000000000003</c:v>
                </c:pt>
                <c:pt idx="408">
                  <c:v>0.58020000000000005</c:v>
                </c:pt>
                <c:pt idx="409">
                  <c:v>0.52549999999999997</c:v>
                </c:pt>
                <c:pt idx="410">
                  <c:v>0.55079999999999996</c:v>
                </c:pt>
                <c:pt idx="411">
                  <c:v>0.5151</c:v>
                </c:pt>
                <c:pt idx="412">
                  <c:v>0.50280000000000002</c:v>
                </c:pt>
                <c:pt idx="413">
                  <c:v>0.54520000000000002</c:v>
                </c:pt>
                <c:pt idx="414">
                  <c:v>0.57599999999999996</c:v>
                </c:pt>
                <c:pt idx="415">
                  <c:v>0.57669999999999999</c:v>
                </c:pt>
                <c:pt idx="416">
                  <c:v>0.61939999999999995</c:v>
                </c:pt>
                <c:pt idx="417">
                  <c:v>0.47720000000000001</c:v>
                </c:pt>
                <c:pt idx="418">
                  <c:v>0.44140000000000001</c:v>
                </c:pt>
                <c:pt idx="419">
                  <c:v>0.42249999999999999</c:v>
                </c:pt>
                <c:pt idx="420">
                  <c:v>0.44090000000000001</c:v>
                </c:pt>
                <c:pt idx="421">
                  <c:v>0.46139999999999998</c:v>
                </c:pt>
                <c:pt idx="422">
                  <c:v>0.47220000000000001</c:v>
                </c:pt>
                <c:pt idx="423">
                  <c:v>0.47139999999999999</c:v>
                </c:pt>
                <c:pt idx="424">
                  <c:v>0.48730000000000001</c:v>
                </c:pt>
                <c:pt idx="425">
                  <c:v>0.48799999999999999</c:v>
                </c:pt>
                <c:pt idx="426">
                  <c:v>0.4869</c:v>
                </c:pt>
                <c:pt idx="427">
                  <c:v>0.46239999999999998</c:v>
                </c:pt>
                <c:pt idx="428">
                  <c:v>0.50290000000000001</c:v>
                </c:pt>
                <c:pt idx="429">
                  <c:v>0.56540000000000001</c:v>
                </c:pt>
                <c:pt idx="430">
                  <c:v>0.52470000000000006</c:v>
                </c:pt>
                <c:pt idx="431">
                  <c:v>0.49099999999999999</c:v>
                </c:pt>
                <c:pt idx="432">
                  <c:v>0.4592</c:v>
                </c:pt>
                <c:pt idx="433">
                  <c:v>0.44309999999999999</c:v>
                </c:pt>
                <c:pt idx="434">
                  <c:v>0.45519999999999999</c:v>
                </c:pt>
                <c:pt idx="435">
                  <c:v>0.48130000000000001</c:v>
                </c:pt>
                <c:pt idx="436">
                  <c:v>0.4612</c:v>
                </c:pt>
                <c:pt idx="437">
                  <c:v>0.50219999999999998</c:v>
                </c:pt>
                <c:pt idx="438">
                  <c:v>0.52780000000000005</c:v>
                </c:pt>
                <c:pt idx="439">
                  <c:v>0.55049999999999999</c:v>
                </c:pt>
                <c:pt idx="440">
                  <c:v>0.53639999999999999</c:v>
                </c:pt>
                <c:pt idx="441">
                  <c:v>0.53610000000000002</c:v>
                </c:pt>
                <c:pt idx="442">
                  <c:v>0.44040000000000001</c:v>
                </c:pt>
                <c:pt idx="443">
                  <c:v>0.42209999999999998</c:v>
                </c:pt>
                <c:pt idx="444">
                  <c:v>0.36230000000000001</c:v>
                </c:pt>
                <c:pt idx="445">
                  <c:v>0.26219999999999999</c:v>
                </c:pt>
                <c:pt idx="446">
                  <c:v>0.2437</c:v>
                </c:pt>
                <c:pt idx="447">
                  <c:v>0.2432</c:v>
                </c:pt>
                <c:pt idx="448">
                  <c:v>0.24310000000000001</c:v>
                </c:pt>
                <c:pt idx="449">
                  <c:v>0.16769999999999999</c:v>
                </c:pt>
                <c:pt idx="450">
                  <c:v>0.1062</c:v>
                </c:pt>
                <c:pt idx="451">
                  <c:v>0.108</c:v>
                </c:pt>
                <c:pt idx="452">
                  <c:v>0.1067</c:v>
                </c:pt>
                <c:pt idx="453">
                  <c:v>0.1071</c:v>
                </c:pt>
                <c:pt idx="454">
                  <c:v>0.108</c:v>
                </c:pt>
                <c:pt idx="455">
                  <c:v>0.1069</c:v>
                </c:pt>
                <c:pt idx="456">
                  <c:v>0.1061</c:v>
                </c:pt>
                <c:pt idx="457">
                  <c:v>0.10680000000000001</c:v>
                </c:pt>
                <c:pt idx="458">
                  <c:v>0.11</c:v>
                </c:pt>
                <c:pt idx="459">
                  <c:v>0.1091</c:v>
                </c:pt>
                <c:pt idx="460">
                  <c:v>0.1</c:v>
                </c:pt>
                <c:pt idx="461">
                  <c:v>9.9699999999999997E-2</c:v>
                </c:pt>
                <c:pt idx="462">
                  <c:v>9.9500000000000005E-2</c:v>
                </c:pt>
                <c:pt idx="463">
                  <c:v>9.9599999999999994E-2</c:v>
                </c:pt>
                <c:pt idx="464">
                  <c:v>9.7699999999999995E-2</c:v>
                </c:pt>
                <c:pt idx="465">
                  <c:v>9.8299999999999998E-2</c:v>
                </c:pt>
                <c:pt idx="466">
                  <c:v>9.74E-2</c:v>
                </c:pt>
                <c:pt idx="467">
                  <c:v>9.74E-2</c:v>
                </c:pt>
                <c:pt idx="468">
                  <c:v>9.74E-2</c:v>
                </c:pt>
                <c:pt idx="469">
                  <c:v>9.7900000000000001E-2</c:v>
                </c:pt>
                <c:pt idx="470">
                  <c:v>9.7799999999999998E-2</c:v>
                </c:pt>
                <c:pt idx="471">
                  <c:v>9.8400000000000001E-2</c:v>
                </c:pt>
                <c:pt idx="472">
                  <c:v>9.8900000000000002E-2</c:v>
                </c:pt>
                <c:pt idx="473">
                  <c:v>9.8400000000000001E-2</c:v>
                </c:pt>
                <c:pt idx="474">
                  <c:v>9.98E-2</c:v>
                </c:pt>
                <c:pt idx="475">
                  <c:v>9.9900000000000003E-2</c:v>
                </c:pt>
                <c:pt idx="476">
                  <c:v>9.8799999999999999E-2</c:v>
                </c:pt>
                <c:pt idx="477">
                  <c:v>9.7500000000000003E-2</c:v>
                </c:pt>
                <c:pt idx="478">
                  <c:v>9.5600000000000004E-2</c:v>
                </c:pt>
                <c:pt idx="479">
                  <c:v>9.4799999999999995E-2</c:v>
                </c:pt>
                <c:pt idx="480">
                  <c:v>9.7199999999999995E-2</c:v>
                </c:pt>
                <c:pt idx="481">
                  <c:v>9.8199999999999996E-2</c:v>
                </c:pt>
                <c:pt idx="482">
                  <c:v>9.7699999999999995E-2</c:v>
                </c:pt>
                <c:pt idx="483">
                  <c:v>0.10009999999999999</c:v>
                </c:pt>
                <c:pt idx="484">
                  <c:v>9.98E-2</c:v>
                </c:pt>
                <c:pt idx="485">
                  <c:v>9.9199999999999997E-2</c:v>
                </c:pt>
                <c:pt idx="486">
                  <c:v>9.8900000000000002E-2</c:v>
                </c:pt>
                <c:pt idx="487">
                  <c:v>9.8199999999999996E-2</c:v>
                </c:pt>
                <c:pt idx="488">
                  <c:v>9.7100000000000006E-2</c:v>
                </c:pt>
                <c:pt idx="489">
                  <c:v>9.6699999999999994E-2</c:v>
                </c:pt>
                <c:pt idx="490">
                  <c:v>9.6199999999999994E-2</c:v>
                </c:pt>
                <c:pt idx="491">
                  <c:v>9.5899999999999999E-2</c:v>
                </c:pt>
                <c:pt idx="492">
                  <c:v>0.1013</c:v>
                </c:pt>
                <c:pt idx="493">
                  <c:v>0.1021</c:v>
                </c:pt>
                <c:pt idx="494">
                  <c:v>9.9900000000000003E-2</c:v>
                </c:pt>
                <c:pt idx="495">
                  <c:v>0.1013</c:v>
                </c:pt>
                <c:pt idx="496">
                  <c:v>9.8500000000000004E-2</c:v>
                </c:pt>
                <c:pt idx="497">
                  <c:v>9.8000000000000004E-2</c:v>
                </c:pt>
                <c:pt idx="498">
                  <c:v>9.7699999999999995E-2</c:v>
                </c:pt>
                <c:pt idx="499">
                  <c:v>9.8500000000000004E-2</c:v>
                </c:pt>
                <c:pt idx="500">
                  <c:v>9.6699999999999994E-2</c:v>
                </c:pt>
                <c:pt idx="501">
                  <c:v>9.7500000000000003E-2</c:v>
                </c:pt>
                <c:pt idx="502">
                  <c:v>9.69E-2</c:v>
                </c:pt>
                <c:pt idx="503">
                  <c:v>9.5399999999999999E-2</c:v>
                </c:pt>
                <c:pt idx="504">
                  <c:v>9.5100000000000004E-2</c:v>
                </c:pt>
                <c:pt idx="505">
                  <c:v>9.5200000000000007E-2</c:v>
                </c:pt>
                <c:pt idx="506">
                  <c:v>0.48060000000000003</c:v>
                </c:pt>
                <c:pt idx="507">
                  <c:v>0.46870000000000001</c:v>
                </c:pt>
                <c:pt idx="508">
                  <c:v>0.46839999999999998</c:v>
                </c:pt>
                <c:pt idx="509">
                  <c:v>0.46839999999999998</c:v>
                </c:pt>
                <c:pt idx="510">
                  <c:v>0.46879999999999999</c:v>
                </c:pt>
                <c:pt idx="511">
                  <c:v>0.42059999999999997</c:v>
                </c:pt>
                <c:pt idx="512">
                  <c:v>0.46579999999999999</c:v>
                </c:pt>
                <c:pt idx="513">
                  <c:v>0.46460000000000001</c:v>
                </c:pt>
                <c:pt idx="514">
                  <c:v>0.45440000000000003</c:v>
                </c:pt>
                <c:pt idx="515">
                  <c:v>0.44500000000000001</c:v>
                </c:pt>
                <c:pt idx="516">
                  <c:v>0.43049999999999999</c:v>
                </c:pt>
                <c:pt idx="517">
                  <c:v>0.3926</c:v>
                </c:pt>
                <c:pt idx="518">
                  <c:v>0.39219999999999999</c:v>
                </c:pt>
                <c:pt idx="519">
                  <c:v>0.39150000000000001</c:v>
                </c:pt>
                <c:pt idx="520">
                  <c:v>0.41549999999999998</c:v>
                </c:pt>
                <c:pt idx="521">
                  <c:v>0.41639999999999999</c:v>
                </c:pt>
                <c:pt idx="522">
                  <c:v>0.4461</c:v>
                </c:pt>
                <c:pt idx="523">
                  <c:v>0.42280000000000001</c:v>
                </c:pt>
                <c:pt idx="524">
                  <c:v>0.42309999999999998</c:v>
                </c:pt>
                <c:pt idx="525">
                  <c:v>0.40160000000000001</c:v>
                </c:pt>
                <c:pt idx="526">
                  <c:v>0.36570000000000003</c:v>
                </c:pt>
                <c:pt idx="527">
                  <c:v>0.3664</c:v>
                </c:pt>
                <c:pt idx="528">
                  <c:v>0.40760000000000002</c:v>
                </c:pt>
                <c:pt idx="529">
                  <c:v>0.40710000000000002</c:v>
                </c:pt>
                <c:pt idx="530">
                  <c:v>0.42230000000000001</c:v>
                </c:pt>
                <c:pt idx="531">
                  <c:v>0.4425</c:v>
                </c:pt>
                <c:pt idx="532">
                  <c:v>0.44309999999999999</c:v>
                </c:pt>
                <c:pt idx="533">
                  <c:v>0.43240000000000001</c:v>
                </c:pt>
                <c:pt idx="534">
                  <c:v>0.45810000000000001</c:v>
                </c:pt>
                <c:pt idx="535">
                  <c:v>0.45739999999999997</c:v>
                </c:pt>
                <c:pt idx="536">
                  <c:v>0.4698</c:v>
                </c:pt>
                <c:pt idx="537">
                  <c:v>0.44309999999999999</c:v>
                </c:pt>
                <c:pt idx="538">
                  <c:v>0.442</c:v>
                </c:pt>
                <c:pt idx="539">
                  <c:v>0.45279999999999998</c:v>
                </c:pt>
                <c:pt idx="540">
                  <c:v>0.43</c:v>
                </c:pt>
                <c:pt idx="541">
                  <c:v>0.38340000000000002</c:v>
                </c:pt>
                <c:pt idx="542">
                  <c:v>0.38229999999999997</c:v>
                </c:pt>
                <c:pt idx="543">
                  <c:v>0.40410000000000001</c:v>
                </c:pt>
                <c:pt idx="544">
                  <c:v>0.33950000000000002</c:v>
                </c:pt>
                <c:pt idx="545">
                  <c:v>0.32619999999999999</c:v>
                </c:pt>
                <c:pt idx="546">
                  <c:v>0.36770000000000003</c:v>
                </c:pt>
                <c:pt idx="547">
                  <c:v>0.3669</c:v>
                </c:pt>
                <c:pt idx="548">
                  <c:v>0.39269999999999999</c:v>
                </c:pt>
                <c:pt idx="549">
                  <c:v>0.37209999999999999</c:v>
                </c:pt>
                <c:pt idx="550">
                  <c:v>0.37190000000000001</c:v>
                </c:pt>
                <c:pt idx="551">
                  <c:v>0.44369999999999998</c:v>
                </c:pt>
                <c:pt idx="552">
                  <c:v>0.44379999999999997</c:v>
                </c:pt>
                <c:pt idx="553">
                  <c:v>0.44379999999999997</c:v>
                </c:pt>
                <c:pt idx="554">
                  <c:v>0.47260000000000002</c:v>
                </c:pt>
                <c:pt idx="555">
                  <c:v>0.41389999999999999</c:v>
                </c:pt>
                <c:pt idx="556">
                  <c:v>0.35930000000000001</c:v>
                </c:pt>
                <c:pt idx="557">
                  <c:v>0.35959999999999998</c:v>
                </c:pt>
                <c:pt idx="558">
                  <c:v>0.29670000000000002</c:v>
                </c:pt>
                <c:pt idx="559">
                  <c:v>0.313</c:v>
                </c:pt>
                <c:pt idx="560">
                  <c:v>0.34329999999999999</c:v>
                </c:pt>
                <c:pt idx="561">
                  <c:v>0.34429999999999999</c:v>
                </c:pt>
                <c:pt idx="562">
                  <c:v>0.31580000000000003</c:v>
                </c:pt>
                <c:pt idx="563">
                  <c:v>0.30669999999999997</c:v>
                </c:pt>
                <c:pt idx="564">
                  <c:v>0.30580000000000002</c:v>
                </c:pt>
                <c:pt idx="565">
                  <c:v>0.2737</c:v>
                </c:pt>
                <c:pt idx="566">
                  <c:v>0.27310000000000001</c:v>
                </c:pt>
                <c:pt idx="567">
                  <c:v>0.29580000000000001</c:v>
                </c:pt>
                <c:pt idx="568">
                  <c:v>0.2838</c:v>
                </c:pt>
                <c:pt idx="569">
                  <c:v>0.28439999999999999</c:v>
                </c:pt>
                <c:pt idx="570">
                  <c:v>0.2838</c:v>
                </c:pt>
                <c:pt idx="571">
                  <c:v>0.2823</c:v>
                </c:pt>
                <c:pt idx="572">
                  <c:v>0.3105</c:v>
                </c:pt>
                <c:pt idx="573">
                  <c:v>0.2964</c:v>
                </c:pt>
                <c:pt idx="574">
                  <c:v>0.27460000000000001</c:v>
                </c:pt>
                <c:pt idx="575">
                  <c:v>0.27379999999999999</c:v>
                </c:pt>
                <c:pt idx="576">
                  <c:v>0.25750000000000001</c:v>
                </c:pt>
                <c:pt idx="577">
                  <c:v>0.27239999999999998</c:v>
                </c:pt>
                <c:pt idx="578">
                  <c:v>0.27210000000000001</c:v>
                </c:pt>
                <c:pt idx="579">
                  <c:v>0.33250000000000002</c:v>
                </c:pt>
                <c:pt idx="580">
                  <c:v>0.33300000000000002</c:v>
                </c:pt>
                <c:pt idx="581">
                  <c:v>0.33260000000000001</c:v>
                </c:pt>
                <c:pt idx="582">
                  <c:v>0.30030000000000001</c:v>
                </c:pt>
                <c:pt idx="583">
                  <c:v>0.2848</c:v>
                </c:pt>
                <c:pt idx="584">
                  <c:v>0.26500000000000001</c:v>
                </c:pt>
                <c:pt idx="585">
                  <c:v>0.26419999999999999</c:v>
                </c:pt>
                <c:pt idx="586">
                  <c:v>0.23330000000000001</c:v>
                </c:pt>
                <c:pt idx="587">
                  <c:v>0.2132</c:v>
                </c:pt>
                <c:pt idx="588">
                  <c:v>0.2127</c:v>
                </c:pt>
                <c:pt idx="589">
                  <c:v>0.2122</c:v>
                </c:pt>
                <c:pt idx="590">
                  <c:v>0.1895</c:v>
                </c:pt>
                <c:pt idx="591">
                  <c:v>0.18970000000000001</c:v>
                </c:pt>
                <c:pt idx="592">
                  <c:v>0.17599999999999999</c:v>
                </c:pt>
                <c:pt idx="593">
                  <c:v>0.17680000000000001</c:v>
                </c:pt>
                <c:pt idx="594">
                  <c:v>0.15509999999999999</c:v>
                </c:pt>
                <c:pt idx="595">
                  <c:v>0.14530000000000001</c:v>
                </c:pt>
                <c:pt idx="596">
                  <c:v>0.13239999999999999</c:v>
                </c:pt>
                <c:pt idx="597">
                  <c:v>0.19040000000000001</c:v>
                </c:pt>
                <c:pt idx="598">
                  <c:v>0.1898</c:v>
                </c:pt>
                <c:pt idx="599">
                  <c:v>0.19040000000000001</c:v>
                </c:pt>
                <c:pt idx="600">
                  <c:v>0.18940000000000001</c:v>
                </c:pt>
                <c:pt idx="601">
                  <c:v>0.20280000000000001</c:v>
                </c:pt>
                <c:pt idx="602">
                  <c:v>0.2407</c:v>
                </c:pt>
                <c:pt idx="603">
                  <c:v>0.2288</c:v>
                </c:pt>
                <c:pt idx="604">
                  <c:v>0.22739999999999999</c:v>
                </c:pt>
                <c:pt idx="605">
                  <c:v>0.22839999999999999</c:v>
                </c:pt>
                <c:pt idx="606">
                  <c:v>0.247</c:v>
                </c:pt>
                <c:pt idx="607">
                  <c:v>0.2772</c:v>
                </c:pt>
                <c:pt idx="608">
                  <c:v>0.23419999999999999</c:v>
                </c:pt>
                <c:pt idx="609">
                  <c:v>0.1817</c:v>
                </c:pt>
                <c:pt idx="610">
                  <c:v>0.17100000000000001</c:v>
                </c:pt>
                <c:pt idx="611">
                  <c:v>0.17019999999999999</c:v>
                </c:pt>
                <c:pt idx="612">
                  <c:v>0.1694</c:v>
                </c:pt>
                <c:pt idx="613">
                  <c:v>0.19589999999999999</c:v>
                </c:pt>
                <c:pt idx="614">
                  <c:v>0.21029999999999999</c:v>
                </c:pt>
                <c:pt idx="615">
                  <c:v>0.1978</c:v>
                </c:pt>
                <c:pt idx="616">
                  <c:v>0.1799</c:v>
                </c:pt>
                <c:pt idx="617">
                  <c:v>0.21560000000000001</c:v>
                </c:pt>
                <c:pt idx="618">
                  <c:v>0.20399999999999999</c:v>
                </c:pt>
                <c:pt idx="619">
                  <c:v>0.17219999999999999</c:v>
                </c:pt>
                <c:pt idx="620">
                  <c:v>0.19819999999999999</c:v>
                </c:pt>
                <c:pt idx="621">
                  <c:v>0.16420000000000001</c:v>
                </c:pt>
                <c:pt idx="622">
                  <c:v>0.16470000000000001</c:v>
                </c:pt>
                <c:pt idx="623">
                  <c:v>0.13930000000000001</c:v>
                </c:pt>
                <c:pt idx="624">
                  <c:v>0.1062</c:v>
                </c:pt>
                <c:pt idx="625">
                  <c:v>0.1166</c:v>
                </c:pt>
                <c:pt idx="626">
                  <c:v>0.1159</c:v>
                </c:pt>
                <c:pt idx="627">
                  <c:v>0.13389999999999999</c:v>
                </c:pt>
                <c:pt idx="628">
                  <c:v>0.1087</c:v>
                </c:pt>
                <c:pt idx="629">
                  <c:v>0.11990000000000001</c:v>
                </c:pt>
                <c:pt idx="630">
                  <c:v>0.1195</c:v>
                </c:pt>
                <c:pt idx="631">
                  <c:v>0.1</c:v>
                </c:pt>
                <c:pt idx="632">
                  <c:v>0.1013</c:v>
                </c:pt>
                <c:pt idx="633">
                  <c:v>0.1013</c:v>
                </c:pt>
                <c:pt idx="634">
                  <c:v>0.10979999999999999</c:v>
                </c:pt>
                <c:pt idx="635">
                  <c:v>0.1</c:v>
                </c:pt>
                <c:pt idx="636">
                  <c:v>9.9599999999999994E-2</c:v>
                </c:pt>
                <c:pt idx="637">
                  <c:v>0.10340000000000001</c:v>
                </c:pt>
                <c:pt idx="638">
                  <c:v>0.10249999999999999</c:v>
                </c:pt>
                <c:pt idx="639">
                  <c:v>0.1012</c:v>
                </c:pt>
                <c:pt idx="640">
                  <c:v>0.1013</c:v>
                </c:pt>
                <c:pt idx="641">
                  <c:v>0.10390000000000001</c:v>
                </c:pt>
                <c:pt idx="642">
                  <c:v>0.1019</c:v>
                </c:pt>
                <c:pt idx="643">
                  <c:v>0.1022</c:v>
                </c:pt>
                <c:pt idx="644">
                  <c:v>0.1021</c:v>
                </c:pt>
                <c:pt idx="645">
                  <c:v>0.1017</c:v>
                </c:pt>
                <c:pt idx="646">
                  <c:v>0.1003</c:v>
                </c:pt>
                <c:pt idx="647">
                  <c:v>0.10150000000000001</c:v>
                </c:pt>
                <c:pt idx="648">
                  <c:v>0.1003</c:v>
                </c:pt>
                <c:pt idx="649">
                  <c:v>0.1018</c:v>
                </c:pt>
                <c:pt idx="650">
                  <c:v>0.1071</c:v>
                </c:pt>
                <c:pt idx="651">
                  <c:v>0.10680000000000001</c:v>
                </c:pt>
                <c:pt idx="652">
                  <c:v>0.10630000000000001</c:v>
                </c:pt>
                <c:pt idx="653">
                  <c:v>0.10929999999999999</c:v>
                </c:pt>
                <c:pt idx="654">
                  <c:v>0.1</c:v>
                </c:pt>
                <c:pt idx="655">
                  <c:v>9.98E-2</c:v>
                </c:pt>
                <c:pt idx="656">
                  <c:v>0.1019</c:v>
                </c:pt>
                <c:pt idx="657">
                  <c:v>0.1023</c:v>
                </c:pt>
                <c:pt idx="658">
                  <c:v>0.1042</c:v>
                </c:pt>
                <c:pt idx="659">
                  <c:v>0.1019</c:v>
                </c:pt>
                <c:pt idx="660">
                  <c:v>0.1047</c:v>
                </c:pt>
                <c:pt idx="661">
                  <c:v>0.10299999999999999</c:v>
                </c:pt>
                <c:pt idx="662">
                  <c:v>0.1026</c:v>
                </c:pt>
                <c:pt idx="663">
                  <c:v>0.10249999999999999</c:v>
                </c:pt>
                <c:pt idx="664">
                  <c:v>0.1042</c:v>
                </c:pt>
                <c:pt idx="665">
                  <c:v>0.1037</c:v>
                </c:pt>
                <c:pt idx="666">
                  <c:v>0.10299999999999999</c:v>
                </c:pt>
                <c:pt idx="667">
                  <c:v>9.9500000000000005E-2</c:v>
                </c:pt>
                <c:pt idx="668">
                  <c:v>9.8799999999999999E-2</c:v>
                </c:pt>
                <c:pt idx="669">
                  <c:v>0.10009999999999999</c:v>
                </c:pt>
                <c:pt idx="670">
                  <c:v>9.6699999999999994E-2</c:v>
                </c:pt>
                <c:pt idx="671">
                  <c:v>9.5399999999999999E-2</c:v>
                </c:pt>
                <c:pt idx="672">
                  <c:v>9.4899999999999998E-2</c:v>
                </c:pt>
                <c:pt idx="673">
                  <c:v>9.8900000000000002E-2</c:v>
                </c:pt>
                <c:pt idx="674">
                  <c:v>9.5299999999999996E-2</c:v>
                </c:pt>
                <c:pt idx="675">
                  <c:v>9.7299999999999998E-2</c:v>
                </c:pt>
                <c:pt idx="676">
                  <c:v>9.6799999999999997E-2</c:v>
                </c:pt>
                <c:pt idx="677">
                  <c:v>9.69E-2</c:v>
                </c:pt>
                <c:pt idx="678">
                  <c:v>9.7000000000000003E-2</c:v>
                </c:pt>
                <c:pt idx="679">
                  <c:v>9.6699999999999994E-2</c:v>
                </c:pt>
                <c:pt idx="680">
                  <c:v>0.1003</c:v>
                </c:pt>
                <c:pt idx="681">
                  <c:v>9.9900000000000003E-2</c:v>
                </c:pt>
                <c:pt idx="682">
                  <c:v>9.8400000000000001E-2</c:v>
                </c:pt>
                <c:pt idx="683">
                  <c:v>9.9199999999999997E-2</c:v>
                </c:pt>
                <c:pt idx="684">
                  <c:v>9.9699999999999997E-2</c:v>
                </c:pt>
                <c:pt idx="685">
                  <c:v>0.1</c:v>
                </c:pt>
                <c:pt idx="686">
                  <c:v>0.1018</c:v>
                </c:pt>
                <c:pt idx="687">
                  <c:v>0.10059999999999999</c:v>
                </c:pt>
                <c:pt idx="688">
                  <c:v>0.10150000000000001</c:v>
                </c:pt>
                <c:pt idx="689">
                  <c:v>0.1017</c:v>
                </c:pt>
                <c:pt idx="690">
                  <c:v>0.1026</c:v>
                </c:pt>
                <c:pt idx="691">
                  <c:v>0.10349999999999999</c:v>
                </c:pt>
                <c:pt idx="692">
                  <c:v>0.1017</c:v>
                </c:pt>
                <c:pt idx="693">
                  <c:v>0.1032</c:v>
                </c:pt>
                <c:pt idx="694">
                  <c:v>0.1036</c:v>
                </c:pt>
                <c:pt idx="695">
                  <c:v>0.1022</c:v>
                </c:pt>
                <c:pt idx="696">
                  <c:v>9.9599999999999994E-2</c:v>
                </c:pt>
                <c:pt idx="697">
                  <c:v>9.8100000000000007E-2</c:v>
                </c:pt>
                <c:pt idx="698">
                  <c:v>0.10059999999999999</c:v>
                </c:pt>
                <c:pt idx="699">
                  <c:v>0.10009999999999999</c:v>
                </c:pt>
                <c:pt idx="700">
                  <c:v>0.1014</c:v>
                </c:pt>
                <c:pt idx="701">
                  <c:v>0.1046</c:v>
                </c:pt>
                <c:pt idx="702">
                  <c:v>0.1038</c:v>
                </c:pt>
                <c:pt idx="703">
                  <c:v>0.10440000000000001</c:v>
                </c:pt>
                <c:pt idx="704">
                  <c:v>0.10580000000000001</c:v>
                </c:pt>
                <c:pt idx="705">
                  <c:v>0.1086</c:v>
                </c:pt>
                <c:pt idx="706">
                  <c:v>0.109</c:v>
                </c:pt>
                <c:pt idx="707">
                  <c:v>0.1085</c:v>
                </c:pt>
                <c:pt idx="708">
                  <c:v>0.1</c:v>
                </c:pt>
                <c:pt idx="709">
                  <c:v>0.10059999999999999</c:v>
                </c:pt>
                <c:pt idx="710">
                  <c:v>0.1016</c:v>
                </c:pt>
                <c:pt idx="711">
                  <c:v>0.1</c:v>
                </c:pt>
                <c:pt idx="712">
                  <c:v>9.8199999999999996E-2</c:v>
                </c:pt>
                <c:pt idx="713">
                  <c:v>9.8699999999999996E-2</c:v>
                </c:pt>
                <c:pt idx="714">
                  <c:v>0.1013</c:v>
                </c:pt>
                <c:pt idx="715">
                  <c:v>0.1014</c:v>
                </c:pt>
                <c:pt idx="716">
                  <c:v>0.1013</c:v>
                </c:pt>
                <c:pt idx="717">
                  <c:v>0.1013</c:v>
                </c:pt>
                <c:pt idx="718">
                  <c:v>0.10059999999999999</c:v>
                </c:pt>
                <c:pt idx="719">
                  <c:v>0.1014</c:v>
                </c:pt>
                <c:pt idx="720">
                  <c:v>0.1018</c:v>
                </c:pt>
                <c:pt idx="721">
                  <c:v>0.1043</c:v>
                </c:pt>
                <c:pt idx="722">
                  <c:v>0.104</c:v>
                </c:pt>
                <c:pt idx="723">
                  <c:v>0.1052</c:v>
                </c:pt>
                <c:pt idx="724">
                  <c:v>0.1052</c:v>
                </c:pt>
                <c:pt idx="725">
                  <c:v>0.1055</c:v>
                </c:pt>
                <c:pt idx="726">
                  <c:v>0.1022</c:v>
                </c:pt>
                <c:pt idx="727">
                  <c:v>0.10290000000000001</c:v>
                </c:pt>
                <c:pt idx="728">
                  <c:v>0.104</c:v>
                </c:pt>
                <c:pt idx="729">
                  <c:v>0.1009</c:v>
                </c:pt>
                <c:pt idx="730">
                  <c:v>9.9400000000000002E-2</c:v>
                </c:pt>
                <c:pt idx="731">
                  <c:v>9.7500000000000003E-2</c:v>
                </c:pt>
                <c:pt idx="732">
                  <c:v>9.5799999999999996E-2</c:v>
                </c:pt>
                <c:pt idx="733">
                  <c:v>9.6199999999999994E-2</c:v>
                </c:pt>
                <c:pt idx="734">
                  <c:v>9.6000000000000002E-2</c:v>
                </c:pt>
                <c:pt idx="735">
                  <c:v>9.1200000000000003E-2</c:v>
                </c:pt>
                <c:pt idx="736">
                  <c:v>9.1899999999999996E-2</c:v>
                </c:pt>
                <c:pt idx="737">
                  <c:v>9.2899999999999996E-2</c:v>
                </c:pt>
                <c:pt idx="738">
                  <c:v>9.1300000000000006E-2</c:v>
                </c:pt>
                <c:pt idx="739">
                  <c:v>9.4E-2</c:v>
                </c:pt>
                <c:pt idx="740">
                  <c:v>9.3299999999999994E-2</c:v>
                </c:pt>
                <c:pt idx="741">
                  <c:v>0.1</c:v>
                </c:pt>
                <c:pt idx="742">
                  <c:v>9.0800000000000006E-2</c:v>
                </c:pt>
                <c:pt idx="743">
                  <c:v>9.35E-2</c:v>
                </c:pt>
                <c:pt idx="744">
                  <c:v>9.6199999999999994E-2</c:v>
                </c:pt>
                <c:pt idx="745">
                  <c:v>9.3899999999999997E-2</c:v>
                </c:pt>
                <c:pt idx="746">
                  <c:v>9.6699999999999994E-2</c:v>
                </c:pt>
                <c:pt idx="747">
                  <c:v>9.8599999999999993E-2</c:v>
                </c:pt>
                <c:pt idx="748">
                  <c:v>0.1002</c:v>
                </c:pt>
                <c:pt idx="749">
                  <c:v>0.10199999999999999</c:v>
                </c:pt>
                <c:pt idx="750">
                  <c:v>0.1069</c:v>
                </c:pt>
                <c:pt idx="751">
                  <c:v>0.10440000000000001</c:v>
                </c:pt>
                <c:pt idx="752">
                  <c:v>0.1061</c:v>
                </c:pt>
                <c:pt idx="753">
                  <c:v>0.1041</c:v>
                </c:pt>
                <c:pt idx="754">
                  <c:v>0.1037</c:v>
                </c:pt>
                <c:pt idx="755">
                  <c:v>0.10199999999999999</c:v>
                </c:pt>
                <c:pt idx="756">
                  <c:v>9.9500000000000005E-2</c:v>
                </c:pt>
                <c:pt idx="757">
                  <c:v>9.8199999999999996E-2</c:v>
                </c:pt>
                <c:pt idx="758">
                  <c:v>9.9599999999999994E-2</c:v>
                </c:pt>
                <c:pt idx="759">
                  <c:v>0.44479999999999997</c:v>
                </c:pt>
                <c:pt idx="760">
                  <c:v>0.43180000000000002</c:v>
                </c:pt>
                <c:pt idx="761">
                  <c:v>0.43219999999999997</c:v>
                </c:pt>
                <c:pt idx="762">
                  <c:v>0.46029999999999999</c:v>
                </c:pt>
                <c:pt idx="763">
                  <c:v>0.51419999999999999</c:v>
                </c:pt>
                <c:pt idx="764">
                  <c:v>0.5161</c:v>
                </c:pt>
                <c:pt idx="765">
                  <c:v>0.51349999999999996</c:v>
                </c:pt>
                <c:pt idx="766">
                  <c:v>0.52839999999999998</c:v>
                </c:pt>
                <c:pt idx="767">
                  <c:v>0.54310000000000003</c:v>
                </c:pt>
                <c:pt idx="768">
                  <c:v>0.54200000000000004</c:v>
                </c:pt>
                <c:pt idx="769">
                  <c:v>0.50029999999999997</c:v>
                </c:pt>
                <c:pt idx="770">
                  <c:v>0.53190000000000004</c:v>
                </c:pt>
                <c:pt idx="771">
                  <c:v>0.57079999999999997</c:v>
                </c:pt>
                <c:pt idx="772">
                  <c:v>0.55820000000000003</c:v>
                </c:pt>
                <c:pt idx="773">
                  <c:v>0.54620000000000002</c:v>
                </c:pt>
                <c:pt idx="774">
                  <c:v>0.54849999999999999</c:v>
                </c:pt>
                <c:pt idx="775">
                  <c:v>0.54790000000000005</c:v>
                </c:pt>
                <c:pt idx="776">
                  <c:v>0.47170000000000001</c:v>
                </c:pt>
                <c:pt idx="777">
                  <c:v>0.47270000000000001</c:v>
                </c:pt>
                <c:pt idx="778">
                  <c:v>0.51</c:v>
                </c:pt>
                <c:pt idx="779">
                  <c:v>0.52680000000000005</c:v>
                </c:pt>
                <c:pt idx="780">
                  <c:v>0.51859999999999995</c:v>
                </c:pt>
                <c:pt idx="781">
                  <c:v>0.48680000000000001</c:v>
                </c:pt>
                <c:pt idx="782">
                  <c:v>0.50960000000000005</c:v>
                </c:pt>
                <c:pt idx="783">
                  <c:v>0.49819999999999998</c:v>
                </c:pt>
                <c:pt idx="784">
                  <c:v>0.4985</c:v>
                </c:pt>
                <c:pt idx="785">
                  <c:v>0.48159999999999997</c:v>
                </c:pt>
                <c:pt idx="786">
                  <c:v>0.46779999999999999</c:v>
                </c:pt>
                <c:pt idx="787">
                  <c:v>0.48970000000000002</c:v>
                </c:pt>
                <c:pt idx="788">
                  <c:v>0.47020000000000001</c:v>
                </c:pt>
                <c:pt idx="789">
                  <c:v>0.496</c:v>
                </c:pt>
                <c:pt idx="790">
                  <c:v>0.49790000000000001</c:v>
                </c:pt>
                <c:pt idx="791">
                  <c:v>0.50780000000000003</c:v>
                </c:pt>
                <c:pt idx="792">
                  <c:v>0.47520000000000001</c:v>
                </c:pt>
                <c:pt idx="793">
                  <c:v>0.49009999999999998</c:v>
                </c:pt>
                <c:pt idx="794">
                  <c:v>0.49030000000000001</c:v>
                </c:pt>
                <c:pt idx="795">
                  <c:v>0.49209999999999998</c:v>
                </c:pt>
                <c:pt idx="796">
                  <c:v>0.49170000000000003</c:v>
                </c:pt>
                <c:pt idx="797">
                  <c:v>0.48110000000000003</c:v>
                </c:pt>
                <c:pt idx="798">
                  <c:v>0.50249999999999995</c:v>
                </c:pt>
                <c:pt idx="799">
                  <c:v>0.52300000000000002</c:v>
                </c:pt>
                <c:pt idx="800">
                  <c:v>0.48670000000000002</c:v>
                </c:pt>
                <c:pt idx="801">
                  <c:v>0.50539999999999996</c:v>
                </c:pt>
                <c:pt idx="802">
                  <c:v>0.51770000000000005</c:v>
                </c:pt>
                <c:pt idx="803">
                  <c:v>0.51919999999999999</c:v>
                </c:pt>
                <c:pt idx="804">
                  <c:v>0.52</c:v>
                </c:pt>
                <c:pt idx="805">
                  <c:v>0.55549999999999999</c:v>
                </c:pt>
                <c:pt idx="806">
                  <c:v>0.59950000000000003</c:v>
                </c:pt>
                <c:pt idx="807">
                  <c:v>0.63580000000000003</c:v>
                </c:pt>
                <c:pt idx="808">
                  <c:v>0.67449999999999999</c:v>
                </c:pt>
                <c:pt idx="809">
                  <c:v>0.61060000000000003</c:v>
                </c:pt>
                <c:pt idx="810">
                  <c:v>0.61329999999999996</c:v>
                </c:pt>
                <c:pt idx="811">
                  <c:v>0.61170000000000002</c:v>
                </c:pt>
                <c:pt idx="812">
                  <c:v>0.62960000000000005</c:v>
                </c:pt>
                <c:pt idx="813">
                  <c:v>0.63070000000000004</c:v>
                </c:pt>
                <c:pt idx="814">
                  <c:v>0.60050000000000003</c:v>
                </c:pt>
                <c:pt idx="815">
                  <c:v>0.57899999999999996</c:v>
                </c:pt>
                <c:pt idx="816">
                  <c:v>0.57989999999999997</c:v>
                </c:pt>
                <c:pt idx="817">
                  <c:v>0.62529999999999997</c:v>
                </c:pt>
                <c:pt idx="818">
                  <c:v>0.65939999999999999</c:v>
                </c:pt>
                <c:pt idx="819">
                  <c:v>0.68369999999999997</c:v>
                </c:pt>
                <c:pt idx="820">
                  <c:v>0.69599999999999995</c:v>
                </c:pt>
                <c:pt idx="821">
                  <c:v>0.67249999999999999</c:v>
                </c:pt>
                <c:pt idx="822">
                  <c:v>0.67349999999999999</c:v>
                </c:pt>
                <c:pt idx="823">
                  <c:v>0.65529999999999999</c:v>
                </c:pt>
                <c:pt idx="824">
                  <c:v>0.67279999999999995</c:v>
                </c:pt>
                <c:pt idx="825">
                  <c:v>0.67249999999999999</c:v>
                </c:pt>
                <c:pt idx="826">
                  <c:v>0.66300000000000003</c:v>
                </c:pt>
                <c:pt idx="827">
                  <c:v>0.66390000000000005</c:v>
                </c:pt>
                <c:pt idx="828">
                  <c:v>0.61829999999999996</c:v>
                </c:pt>
                <c:pt idx="829">
                  <c:v>0.61829999999999996</c:v>
                </c:pt>
                <c:pt idx="830">
                  <c:v>0.61980000000000002</c:v>
                </c:pt>
                <c:pt idx="831">
                  <c:v>0.61990000000000001</c:v>
                </c:pt>
                <c:pt idx="832">
                  <c:v>0.621</c:v>
                </c:pt>
                <c:pt idx="833">
                  <c:v>0.67290000000000005</c:v>
                </c:pt>
                <c:pt idx="834">
                  <c:v>0.69899999999999995</c:v>
                </c:pt>
                <c:pt idx="835">
                  <c:v>0.68889999999999996</c:v>
                </c:pt>
                <c:pt idx="836">
                  <c:v>0.70440000000000003</c:v>
                </c:pt>
                <c:pt idx="837">
                  <c:v>0.70379999999999998</c:v>
                </c:pt>
                <c:pt idx="838">
                  <c:v>0.70660000000000001</c:v>
                </c:pt>
                <c:pt idx="839">
                  <c:v>0.70530000000000004</c:v>
                </c:pt>
                <c:pt idx="840">
                  <c:v>0.72089999999999999</c:v>
                </c:pt>
                <c:pt idx="841">
                  <c:v>0.6583</c:v>
                </c:pt>
                <c:pt idx="842">
                  <c:v>0.55230000000000001</c:v>
                </c:pt>
                <c:pt idx="843">
                  <c:v>0.57779999999999998</c:v>
                </c:pt>
                <c:pt idx="844">
                  <c:v>0.55289999999999995</c:v>
                </c:pt>
                <c:pt idx="845">
                  <c:v>0.52910000000000001</c:v>
                </c:pt>
                <c:pt idx="846">
                  <c:v>0.5464</c:v>
                </c:pt>
                <c:pt idx="847">
                  <c:v>0.59740000000000004</c:v>
                </c:pt>
                <c:pt idx="848">
                  <c:v>0.59740000000000004</c:v>
                </c:pt>
                <c:pt idx="849">
                  <c:v>0.59889999999999999</c:v>
                </c:pt>
                <c:pt idx="850">
                  <c:v>0.53590000000000004</c:v>
                </c:pt>
                <c:pt idx="851">
                  <c:v>0.53720000000000001</c:v>
                </c:pt>
                <c:pt idx="852">
                  <c:v>0.54520000000000002</c:v>
                </c:pt>
                <c:pt idx="853">
                  <c:v>0.52180000000000004</c:v>
                </c:pt>
                <c:pt idx="854">
                  <c:v>0.48270000000000002</c:v>
                </c:pt>
                <c:pt idx="855">
                  <c:v>0.51249999999999996</c:v>
                </c:pt>
                <c:pt idx="856">
                  <c:v>0.51329999999999998</c:v>
                </c:pt>
                <c:pt idx="857">
                  <c:v>0.59719999999999995</c:v>
                </c:pt>
                <c:pt idx="858">
                  <c:v>0.64659999999999995</c:v>
                </c:pt>
                <c:pt idx="859">
                  <c:v>0.62270000000000003</c:v>
                </c:pt>
                <c:pt idx="860">
                  <c:v>0.59340000000000004</c:v>
                </c:pt>
                <c:pt idx="861">
                  <c:v>0.55989999999999995</c:v>
                </c:pt>
                <c:pt idx="862">
                  <c:v>0.55889999999999995</c:v>
                </c:pt>
                <c:pt idx="863">
                  <c:v>0.56030000000000002</c:v>
                </c:pt>
                <c:pt idx="864">
                  <c:v>0.56140000000000001</c:v>
                </c:pt>
                <c:pt idx="865">
                  <c:v>0.56120000000000003</c:v>
                </c:pt>
                <c:pt idx="866">
                  <c:v>0.52110000000000001</c:v>
                </c:pt>
                <c:pt idx="867">
                  <c:v>0.52249999999999996</c:v>
                </c:pt>
                <c:pt idx="868">
                  <c:v>0.50900000000000001</c:v>
                </c:pt>
                <c:pt idx="869">
                  <c:v>0.50980000000000003</c:v>
                </c:pt>
                <c:pt idx="870">
                  <c:v>0.44529999999999997</c:v>
                </c:pt>
                <c:pt idx="871">
                  <c:v>0.47510000000000002</c:v>
                </c:pt>
                <c:pt idx="872">
                  <c:v>0.4884</c:v>
                </c:pt>
                <c:pt idx="873">
                  <c:v>0.52029999999999998</c:v>
                </c:pt>
                <c:pt idx="874">
                  <c:v>0.54149999999999998</c:v>
                </c:pt>
                <c:pt idx="875">
                  <c:v>0.54179999999999995</c:v>
                </c:pt>
                <c:pt idx="876">
                  <c:v>0.56210000000000004</c:v>
                </c:pt>
                <c:pt idx="877">
                  <c:v>0.63219999999999998</c:v>
                </c:pt>
                <c:pt idx="878">
                  <c:v>0.65469999999999995</c:v>
                </c:pt>
                <c:pt idx="879">
                  <c:v>0.63119999999999998</c:v>
                </c:pt>
                <c:pt idx="880">
                  <c:v>0.63139999999999996</c:v>
                </c:pt>
                <c:pt idx="881">
                  <c:v>0.64229999999999998</c:v>
                </c:pt>
                <c:pt idx="882">
                  <c:v>0.66349999999999998</c:v>
                </c:pt>
                <c:pt idx="883">
                  <c:v>0.66320000000000001</c:v>
                </c:pt>
                <c:pt idx="884">
                  <c:v>0.59030000000000005</c:v>
                </c:pt>
                <c:pt idx="885">
                  <c:v>0.59030000000000005</c:v>
                </c:pt>
                <c:pt idx="886">
                  <c:v>0.56930000000000003</c:v>
                </c:pt>
                <c:pt idx="887">
                  <c:v>0.51419999999999999</c:v>
                </c:pt>
                <c:pt idx="888">
                  <c:v>0.52890000000000004</c:v>
                </c:pt>
                <c:pt idx="889">
                  <c:v>0.50349999999999995</c:v>
                </c:pt>
                <c:pt idx="890">
                  <c:v>0.45750000000000002</c:v>
                </c:pt>
                <c:pt idx="891">
                  <c:v>0.4128</c:v>
                </c:pt>
                <c:pt idx="892">
                  <c:v>0.44669999999999999</c:v>
                </c:pt>
                <c:pt idx="893">
                  <c:v>0.47299999999999998</c:v>
                </c:pt>
                <c:pt idx="894">
                  <c:v>0.42270000000000002</c:v>
                </c:pt>
                <c:pt idx="895">
                  <c:v>0.44679999999999997</c:v>
                </c:pt>
                <c:pt idx="896">
                  <c:v>0.50539999999999996</c:v>
                </c:pt>
                <c:pt idx="897">
                  <c:v>0.57989999999999997</c:v>
                </c:pt>
                <c:pt idx="898">
                  <c:v>0.53500000000000003</c:v>
                </c:pt>
                <c:pt idx="899">
                  <c:v>0.53559999999999997</c:v>
                </c:pt>
                <c:pt idx="900">
                  <c:v>0.56520000000000004</c:v>
                </c:pt>
                <c:pt idx="901">
                  <c:v>0.64610000000000001</c:v>
                </c:pt>
                <c:pt idx="902">
                  <c:v>0.76800000000000002</c:v>
                </c:pt>
                <c:pt idx="903">
                  <c:v>0.74260000000000004</c:v>
                </c:pt>
                <c:pt idx="904">
                  <c:v>0.77239999999999998</c:v>
                </c:pt>
                <c:pt idx="905">
                  <c:v>0.61570000000000003</c:v>
                </c:pt>
                <c:pt idx="906">
                  <c:v>0.64380000000000004</c:v>
                </c:pt>
                <c:pt idx="907">
                  <c:v>0.64549999999999996</c:v>
                </c:pt>
                <c:pt idx="908">
                  <c:v>0.62919999999999998</c:v>
                </c:pt>
                <c:pt idx="909">
                  <c:v>0.68400000000000005</c:v>
                </c:pt>
                <c:pt idx="910">
                  <c:v>0.68540000000000001</c:v>
                </c:pt>
                <c:pt idx="911">
                  <c:v>0.68569999999999998</c:v>
                </c:pt>
                <c:pt idx="912">
                  <c:v>0.66959999999999997</c:v>
                </c:pt>
                <c:pt idx="913">
                  <c:v>0.69010000000000005</c:v>
                </c:pt>
                <c:pt idx="914">
                  <c:v>0.6472</c:v>
                </c:pt>
                <c:pt idx="915">
                  <c:v>0.66159999999999997</c:v>
                </c:pt>
                <c:pt idx="916">
                  <c:v>0.63349999999999995</c:v>
                </c:pt>
                <c:pt idx="917">
                  <c:v>0.65429999999999999</c:v>
                </c:pt>
                <c:pt idx="918">
                  <c:v>0.66490000000000005</c:v>
                </c:pt>
                <c:pt idx="919">
                  <c:v>0.68789999999999996</c:v>
                </c:pt>
                <c:pt idx="920">
                  <c:v>0.66669999999999996</c:v>
                </c:pt>
                <c:pt idx="921">
                  <c:v>0.63980000000000004</c:v>
                </c:pt>
                <c:pt idx="922">
                  <c:v>0.63949999999999996</c:v>
                </c:pt>
                <c:pt idx="923">
                  <c:v>0.63980000000000004</c:v>
                </c:pt>
                <c:pt idx="924">
                  <c:v>0.56799999999999995</c:v>
                </c:pt>
                <c:pt idx="925">
                  <c:v>0.56859999999999999</c:v>
                </c:pt>
                <c:pt idx="926">
                  <c:v>0.51939999999999997</c:v>
                </c:pt>
                <c:pt idx="927">
                  <c:v>0.54749999999999999</c:v>
                </c:pt>
                <c:pt idx="928">
                  <c:v>0.53720000000000001</c:v>
                </c:pt>
                <c:pt idx="929">
                  <c:v>0.57920000000000005</c:v>
                </c:pt>
                <c:pt idx="930">
                  <c:v>0.56769999999999998</c:v>
                </c:pt>
                <c:pt idx="931">
                  <c:v>0.58009999999999995</c:v>
                </c:pt>
                <c:pt idx="932">
                  <c:v>0.6169</c:v>
                </c:pt>
                <c:pt idx="933">
                  <c:v>0.61770000000000003</c:v>
                </c:pt>
                <c:pt idx="934">
                  <c:v>0.58850000000000002</c:v>
                </c:pt>
                <c:pt idx="935">
                  <c:v>0.60699999999999998</c:v>
                </c:pt>
                <c:pt idx="936">
                  <c:v>0.54100000000000004</c:v>
                </c:pt>
                <c:pt idx="937">
                  <c:v>0.51949999999999996</c:v>
                </c:pt>
                <c:pt idx="938">
                  <c:v>0.55589999999999995</c:v>
                </c:pt>
                <c:pt idx="939">
                  <c:v>0.52959999999999996</c:v>
                </c:pt>
                <c:pt idx="940">
                  <c:v>0.4607</c:v>
                </c:pt>
                <c:pt idx="941">
                  <c:v>0.4052</c:v>
                </c:pt>
                <c:pt idx="942">
                  <c:v>0.37319999999999998</c:v>
                </c:pt>
                <c:pt idx="943">
                  <c:v>0.37269999999999998</c:v>
                </c:pt>
                <c:pt idx="944">
                  <c:v>0.32269999999999999</c:v>
                </c:pt>
                <c:pt idx="945">
                  <c:v>0.34710000000000002</c:v>
                </c:pt>
                <c:pt idx="946">
                  <c:v>0.3669</c:v>
                </c:pt>
                <c:pt idx="947">
                  <c:v>0.33100000000000002</c:v>
                </c:pt>
                <c:pt idx="948">
                  <c:v>0.31059999999999999</c:v>
                </c:pt>
                <c:pt idx="949">
                  <c:v>0.29089999999999999</c:v>
                </c:pt>
                <c:pt idx="950">
                  <c:v>0.30020000000000002</c:v>
                </c:pt>
                <c:pt idx="951">
                  <c:v>0.25240000000000001</c:v>
                </c:pt>
                <c:pt idx="952">
                  <c:v>0.26429999999999998</c:v>
                </c:pt>
                <c:pt idx="953">
                  <c:v>0.1774</c:v>
                </c:pt>
                <c:pt idx="954">
                  <c:v>0.14760000000000001</c:v>
                </c:pt>
                <c:pt idx="955">
                  <c:v>0.14799999999999999</c:v>
                </c:pt>
                <c:pt idx="956">
                  <c:v>0.1467</c:v>
                </c:pt>
                <c:pt idx="957">
                  <c:v>0.13270000000000001</c:v>
                </c:pt>
                <c:pt idx="958">
                  <c:v>0.1318</c:v>
                </c:pt>
                <c:pt idx="959">
                  <c:v>0.1469</c:v>
                </c:pt>
                <c:pt idx="960">
                  <c:v>0.1139</c:v>
                </c:pt>
                <c:pt idx="961">
                  <c:v>0.12839999999999999</c:v>
                </c:pt>
                <c:pt idx="962">
                  <c:v>0.12709999999999999</c:v>
                </c:pt>
                <c:pt idx="963">
                  <c:v>0.1</c:v>
                </c:pt>
                <c:pt idx="964">
                  <c:v>9.9099999999999994E-2</c:v>
                </c:pt>
                <c:pt idx="965">
                  <c:v>0.1021</c:v>
                </c:pt>
                <c:pt idx="966">
                  <c:v>0.4783</c:v>
                </c:pt>
                <c:pt idx="967">
                  <c:v>0.4652</c:v>
                </c:pt>
                <c:pt idx="968">
                  <c:v>0.45440000000000003</c:v>
                </c:pt>
                <c:pt idx="969">
                  <c:v>0.45529999999999998</c:v>
                </c:pt>
                <c:pt idx="970">
                  <c:v>0.49640000000000001</c:v>
                </c:pt>
                <c:pt idx="971">
                  <c:v>0.49690000000000001</c:v>
                </c:pt>
                <c:pt idx="972">
                  <c:v>0.4748</c:v>
                </c:pt>
                <c:pt idx="973">
                  <c:v>0.50739999999999996</c:v>
                </c:pt>
                <c:pt idx="974">
                  <c:v>0.50829999999999997</c:v>
                </c:pt>
                <c:pt idx="975">
                  <c:v>0.50780000000000003</c:v>
                </c:pt>
                <c:pt idx="976">
                  <c:v>0.51829999999999998</c:v>
                </c:pt>
                <c:pt idx="977">
                  <c:v>0.4753</c:v>
                </c:pt>
                <c:pt idx="978">
                  <c:v>0.4758</c:v>
                </c:pt>
                <c:pt idx="979">
                  <c:v>0.44640000000000002</c:v>
                </c:pt>
                <c:pt idx="980">
                  <c:v>0.42949999999999999</c:v>
                </c:pt>
                <c:pt idx="981">
                  <c:v>0.50009999999999999</c:v>
                </c:pt>
                <c:pt idx="982">
                  <c:v>0.49149999999999999</c:v>
                </c:pt>
                <c:pt idx="983">
                  <c:v>0.47320000000000001</c:v>
                </c:pt>
                <c:pt idx="984">
                  <c:v>0.50170000000000003</c:v>
                </c:pt>
                <c:pt idx="985">
                  <c:v>0.47199999999999998</c:v>
                </c:pt>
                <c:pt idx="986">
                  <c:v>0.47160000000000002</c:v>
                </c:pt>
                <c:pt idx="987">
                  <c:v>0.45179999999999998</c:v>
                </c:pt>
                <c:pt idx="988">
                  <c:v>0.45279999999999998</c:v>
                </c:pt>
                <c:pt idx="989">
                  <c:v>0.41049999999999998</c:v>
                </c:pt>
                <c:pt idx="990">
                  <c:v>0.4093</c:v>
                </c:pt>
                <c:pt idx="991">
                  <c:v>0.4612</c:v>
                </c:pt>
                <c:pt idx="992">
                  <c:v>0.47499999999999998</c:v>
                </c:pt>
                <c:pt idx="993">
                  <c:v>0.4919</c:v>
                </c:pt>
                <c:pt idx="994">
                  <c:v>0.52270000000000005</c:v>
                </c:pt>
                <c:pt idx="995">
                  <c:v>0.49490000000000001</c:v>
                </c:pt>
                <c:pt idx="996">
                  <c:v>0.46829999999999999</c:v>
                </c:pt>
                <c:pt idx="997">
                  <c:v>0.4672</c:v>
                </c:pt>
                <c:pt idx="998">
                  <c:v>0.47760000000000002</c:v>
                </c:pt>
                <c:pt idx="999">
                  <c:v>0.46289999999999998</c:v>
                </c:pt>
                <c:pt idx="1000">
                  <c:v>0.46329999999999999</c:v>
                </c:pt>
                <c:pt idx="1001">
                  <c:v>0.52510000000000001</c:v>
                </c:pt>
                <c:pt idx="1002">
                  <c:v>0.49299999999999999</c:v>
                </c:pt>
                <c:pt idx="1003">
                  <c:v>0.4788</c:v>
                </c:pt>
                <c:pt idx="1004">
                  <c:v>0.46679999999999999</c:v>
                </c:pt>
                <c:pt idx="1005">
                  <c:v>0.44950000000000001</c:v>
                </c:pt>
                <c:pt idx="1006">
                  <c:v>0.43209999999999998</c:v>
                </c:pt>
                <c:pt idx="1007">
                  <c:v>0.38540000000000002</c:v>
                </c:pt>
                <c:pt idx="1008">
                  <c:v>0.3347</c:v>
                </c:pt>
                <c:pt idx="1009">
                  <c:v>0.31969999999999998</c:v>
                </c:pt>
                <c:pt idx="1010">
                  <c:v>0.26229999999999998</c:v>
                </c:pt>
                <c:pt idx="1011">
                  <c:v>0.2472</c:v>
                </c:pt>
                <c:pt idx="1012">
                  <c:v>0.20330000000000001</c:v>
                </c:pt>
                <c:pt idx="1013">
                  <c:v>0.2276</c:v>
                </c:pt>
                <c:pt idx="1014">
                  <c:v>0.18629999999999999</c:v>
                </c:pt>
                <c:pt idx="1015">
                  <c:v>0.1855</c:v>
                </c:pt>
                <c:pt idx="1016">
                  <c:v>0.1706</c:v>
                </c:pt>
                <c:pt idx="1017">
                  <c:v>0.15210000000000001</c:v>
                </c:pt>
                <c:pt idx="1018">
                  <c:v>0.152</c:v>
                </c:pt>
                <c:pt idx="1019">
                  <c:v>0.15229999999999999</c:v>
                </c:pt>
                <c:pt idx="1020">
                  <c:v>0.1986</c:v>
                </c:pt>
                <c:pt idx="1021">
                  <c:v>0.17460000000000001</c:v>
                </c:pt>
                <c:pt idx="1022">
                  <c:v>0.1741</c:v>
                </c:pt>
                <c:pt idx="1023">
                  <c:v>0.15160000000000001</c:v>
                </c:pt>
                <c:pt idx="1024">
                  <c:v>0.1154</c:v>
                </c:pt>
                <c:pt idx="1025">
                  <c:v>0.1</c:v>
                </c:pt>
                <c:pt idx="1026">
                  <c:v>9.8100000000000007E-2</c:v>
                </c:pt>
                <c:pt idx="1027">
                  <c:v>0.1069</c:v>
                </c:pt>
                <c:pt idx="1028">
                  <c:v>0.1099</c:v>
                </c:pt>
                <c:pt idx="1029">
                  <c:v>0.1</c:v>
                </c:pt>
                <c:pt idx="1030">
                  <c:v>0.1014</c:v>
                </c:pt>
                <c:pt idx="1031">
                  <c:v>0.10340000000000001</c:v>
                </c:pt>
                <c:pt idx="1032">
                  <c:v>0.10249999999999999</c:v>
                </c:pt>
                <c:pt idx="1033">
                  <c:v>0.1032</c:v>
                </c:pt>
                <c:pt idx="1034">
                  <c:v>0.10199999999999999</c:v>
                </c:pt>
                <c:pt idx="1035">
                  <c:v>0.106</c:v>
                </c:pt>
                <c:pt idx="1036">
                  <c:v>0.1099</c:v>
                </c:pt>
                <c:pt idx="1037">
                  <c:v>0.1074</c:v>
                </c:pt>
                <c:pt idx="1038">
                  <c:v>0.1</c:v>
                </c:pt>
                <c:pt idx="1039">
                  <c:v>0.1024</c:v>
                </c:pt>
                <c:pt idx="1040">
                  <c:v>0.1032</c:v>
                </c:pt>
                <c:pt idx="1041">
                  <c:v>0.10970000000000001</c:v>
                </c:pt>
                <c:pt idx="1042">
                  <c:v>0.44579999999999997</c:v>
                </c:pt>
                <c:pt idx="1043">
                  <c:v>0.4708</c:v>
                </c:pt>
                <c:pt idx="1044">
                  <c:v>0.47199999999999998</c:v>
                </c:pt>
                <c:pt idx="1045">
                  <c:v>0.48380000000000001</c:v>
                </c:pt>
                <c:pt idx="1046">
                  <c:v>0.44850000000000001</c:v>
                </c:pt>
                <c:pt idx="1047">
                  <c:v>0.42459999999999998</c:v>
                </c:pt>
                <c:pt idx="1048">
                  <c:v>0.42370000000000002</c:v>
                </c:pt>
                <c:pt idx="1049">
                  <c:v>0.4335</c:v>
                </c:pt>
                <c:pt idx="1050">
                  <c:v>0.49490000000000001</c:v>
                </c:pt>
                <c:pt idx="1051">
                  <c:v>0.44180000000000003</c:v>
                </c:pt>
                <c:pt idx="1052">
                  <c:v>0.4793</c:v>
                </c:pt>
                <c:pt idx="1053">
                  <c:v>0.4919</c:v>
                </c:pt>
                <c:pt idx="1054">
                  <c:v>0.46689999999999998</c:v>
                </c:pt>
                <c:pt idx="1055">
                  <c:v>0.5242</c:v>
                </c:pt>
                <c:pt idx="1056">
                  <c:v>0.52649999999999997</c:v>
                </c:pt>
                <c:pt idx="1057">
                  <c:v>0.50700000000000001</c:v>
                </c:pt>
                <c:pt idx="1058">
                  <c:v>0.48809999999999998</c:v>
                </c:pt>
                <c:pt idx="1059">
                  <c:v>0.46910000000000002</c:v>
                </c:pt>
                <c:pt idx="1060">
                  <c:v>0.49170000000000003</c:v>
                </c:pt>
                <c:pt idx="1061">
                  <c:v>0.49390000000000001</c:v>
                </c:pt>
                <c:pt idx="1062">
                  <c:v>0.46029999999999999</c:v>
                </c:pt>
                <c:pt idx="1063">
                  <c:v>0.46029999999999999</c:v>
                </c:pt>
                <c:pt idx="1064">
                  <c:v>0.4587</c:v>
                </c:pt>
                <c:pt idx="1065">
                  <c:v>0.45119999999999999</c:v>
                </c:pt>
                <c:pt idx="1066">
                  <c:v>0.42099999999999999</c:v>
                </c:pt>
                <c:pt idx="1067">
                  <c:v>0.43359999999999999</c:v>
                </c:pt>
                <c:pt idx="1068">
                  <c:v>0.42020000000000002</c:v>
                </c:pt>
                <c:pt idx="1069">
                  <c:v>0.43869999999999998</c:v>
                </c:pt>
                <c:pt idx="1070">
                  <c:v>0.42930000000000001</c:v>
                </c:pt>
                <c:pt idx="1071">
                  <c:v>0.45800000000000002</c:v>
                </c:pt>
                <c:pt idx="1072">
                  <c:v>0.48609999999999998</c:v>
                </c:pt>
                <c:pt idx="1073">
                  <c:v>0.44800000000000001</c:v>
                </c:pt>
                <c:pt idx="1074">
                  <c:v>0.44779999999999998</c:v>
                </c:pt>
                <c:pt idx="1075">
                  <c:v>0.45939999999999998</c:v>
                </c:pt>
                <c:pt idx="1076">
                  <c:v>0.41589999999999999</c:v>
                </c:pt>
                <c:pt idx="1077">
                  <c:v>0.4178</c:v>
                </c:pt>
                <c:pt idx="1078">
                  <c:v>0.41810000000000003</c:v>
                </c:pt>
                <c:pt idx="1079">
                  <c:v>0.37819999999999998</c:v>
                </c:pt>
                <c:pt idx="1080">
                  <c:v>0.34239999999999998</c:v>
                </c:pt>
                <c:pt idx="1081">
                  <c:v>0.33410000000000001</c:v>
                </c:pt>
                <c:pt idx="1082">
                  <c:v>0.2923</c:v>
                </c:pt>
                <c:pt idx="1083">
                  <c:v>0.25669999999999998</c:v>
                </c:pt>
                <c:pt idx="1084">
                  <c:v>0.23780000000000001</c:v>
                </c:pt>
                <c:pt idx="1085">
                  <c:v>0.2218</c:v>
                </c:pt>
                <c:pt idx="1086">
                  <c:v>0.222</c:v>
                </c:pt>
                <c:pt idx="1087">
                  <c:v>0.2208</c:v>
                </c:pt>
                <c:pt idx="1088">
                  <c:v>0.22120000000000001</c:v>
                </c:pt>
                <c:pt idx="1089">
                  <c:v>0.21920000000000001</c:v>
                </c:pt>
                <c:pt idx="1090">
                  <c:v>0.2213</c:v>
                </c:pt>
                <c:pt idx="1091">
                  <c:v>0.20660000000000001</c:v>
                </c:pt>
                <c:pt idx="1092">
                  <c:v>0.19170000000000001</c:v>
                </c:pt>
                <c:pt idx="1093">
                  <c:v>0.19270000000000001</c:v>
                </c:pt>
                <c:pt idx="1094">
                  <c:v>0.20610000000000001</c:v>
                </c:pt>
                <c:pt idx="1095">
                  <c:v>0.1956</c:v>
                </c:pt>
                <c:pt idx="1096">
                  <c:v>0.18129999999999999</c:v>
                </c:pt>
                <c:pt idx="1097">
                  <c:v>0.18240000000000001</c:v>
                </c:pt>
                <c:pt idx="1098">
                  <c:v>0.17929999999999999</c:v>
                </c:pt>
                <c:pt idx="1099">
                  <c:v>0.15129999999999999</c:v>
                </c:pt>
                <c:pt idx="1100">
                  <c:v>0.1336</c:v>
                </c:pt>
                <c:pt idx="1101">
                  <c:v>0.1234</c:v>
                </c:pt>
                <c:pt idx="1102">
                  <c:v>0.1041</c:v>
                </c:pt>
                <c:pt idx="1103">
                  <c:v>0.1537</c:v>
                </c:pt>
                <c:pt idx="1104">
                  <c:v>0.1157</c:v>
                </c:pt>
                <c:pt idx="1105">
                  <c:v>0.42720000000000002</c:v>
                </c:pt>
                <c:pt idx="1106">
                  <c:v>0.47389999999999999</c:v>
                </c:pt>
                <c:pt idx="1107">
                  <c:v>0.47289999999999999</c:v>
                </c:pt>
                <c:pt idx="1108">
                  <c:v>0.435</c:v>
                </c:pt>
                <c:pt idx="1109">
                  <c:v>0.433</c:v>
                </c:pt>
                <c:pt idx="1110">
                  <c:v>0.45019999999999999</c:v>
                </c:pt>
                <c:pt idx="1111">
                  <c:v>0.41260000000000002</c:v>
                </c:pt>
                <c:pt idx="1112">
                  <c:v>0.41320000000000001</c:v>
                </c:pt>
                <c:pt idx="1113">
                  <c:v>0.38650000000000001</c:v>
                </c:pt>
                <c:pt idx="1114">
                  <c:v>0.3619</c:v>
                </c:pt>
                <c:pt idx="1115">
                  <c:v>0.3639</c:v>
                </c:pt>
                <c:pt idx="1116">
                  <c:v>0.31869999999999998</c:v>
                </c:pt>
                <c:pt idx="1117">
                  <c:v>0.30669999999999997</c:v>
                </c:pt>
                <c:pt idx="1118">
                  <c:v>0.25490000000000002</c:v>
                </c:pt>
                <c:pt idx="1119">
                  <c:v>0.27010000000000001</c:v>
                </c:pt>
                <c:pt idx="1120">
                  <c:v>0.35370000000000001</c:v>
                </c:pt>
                <c:pt idx="1121">
                  <c:v>0.42830000000000001</c:v>
                </c:pt>
                <c:pt idx="1122">
                  <c:v>0.35539999999999999</c:v>
                </c:pt>
                <c:pt idx="1123">
                  <c:v>0.36780000000000002</c:v>
                </c:pt>
                <c:pt idx="1124">
                  <c:v>0.43180000000000002</c:v>
                </c:pt>
                <c:pt idx="1125">
                  <c:v>0.3634</c:v>
                </c:pt>
                <c:pt idx="1126">
                  <c:v>0.35370000000000001</c:v>
                </c:pt>
                <c:pt idx="1127">
                  <c:v>0.36670000000000003</c:v>
                </c:pt>
                <c:pt idx="1128">
                  <c:v>0.3826</c:v>
                </c:pt>
                <c:pt idx="1129">
                  <c:v>0.34960000000000002</c:v>
                </c:pt>
                <c:pt idx="1130">
                  <c:v>0.34189999999999998</c:v>
                </c:pt>
                <c:pt idx="1131">
                  <c:v>0.29060000000000002</c:v>
                </c:pt>
                <c:pt idx="1132">
                  <c:v>0.3165</c:v>
                </c:pt>
                <c:pt idx="1133">
                  <c:v>0.31519999999999998</c:v>
                </c:pt>
                <c:pt idx="1134">
                  <c:v>0.3695</c:v>
                </c:pt>
                <c:pt idx="1135">
                  <c:v>0.34420000000000001</c:v>
                </c:pt>
                <c:pt idx="1136">
                  <c:v>0.3448</c:v>
                </c:pt>
                <c:pt idx="1137">
                  <c:v>0.38190000000000002</c:v>
                </c:pt>
                <c:pt idx="1138">
                  <c:v>0.38030000000000003</c:v>
                </c:pt>
                <c:pt idx="1139">
                  <c:v>0.41420000000000001</c:v>
                </c:pt>
                <c:pt idx="1140">
                  <c:v>0.46379999999999999</c:v>
                </c:pt>
                <c:pt idx="1141">
                  <c:v>0.37980000000000003</c:v>
                </c:pt>
                <c:pt idx="1142">
                  <c:v>0.4294</c:v>
                </c:pt>
                <c:pt idx="1143">
                  <c:v>0.39379999999999998</c:v>
                </c:pt>
                <c:pt idx="1144">
                  <c:v>0.37659999999999999</c:v>
                </c:pt>
                <c:pt idx="1145">
                  <c:v>0.35849999999999999</c:v>
                </c:pt>
                <c:pt idx="1146">
                  <c:v>0.29380000000000001</c:v>
                </c:pt>
                <c:pt idx="1147">
                  <c:v>0.31569999999999998</c:v>
                </c:pt>
                <c:pt idx="1148">
                  <c:v>0.30280000000000001</c:v>
                </c:pt>
                <c:pt idx="1149">
                  <c:v>0.30149999999999999</c:v>
                </c:pt>
                <c:pt idx="1150">
                  <c:v>0.27839999999999998</c:v>
                </c:pt>
                <c:pt idx="1151">
                  <c:v>0.26219999999999999</c:v>
                </c:pt>
                <c:pt idx="1152">
                  <c:v>0.2477</c:v>
                </c:pt>
                <c:pt idx="1153">
                  <c:v>0.40989999999999999</c:v>
                </c:pt>
                <c:pt idx="1154">
                  <c:v>0.4012</c:v>
                </c:pt>
                <c:pt idx="1155">
                  <c:v>0.378</c:v>
                </c:pt>
                <c:pt idx="1156">
                  <c:v>0.37709999999999999</c:v>
                </c:pt>
                <c:pt idx="1157">
                  <c:v>0.36980000000000002</c:v>
                </c:pt>
                <c:pt idx="1158">
                  <c:v>0.37830000000000003</c:v>
                </c:pt>
                <c:pt idx="1159">
                  <c:v>0.35249999999999998</c:v>
                </c:pt>
                <c:pt idx="1160">
                  <c:v>0.35189999999999999</c:v>
                </c:pt>
                <c:pt idx="1161">
                  <c:v>0.3533</c:v>
                </c:pt>
                <c:pt idx="1162">
                  <c:v>0.36030000000000001</c:v>
                </c:pt>
                <c:pt idx="1163">
                  <c:v>0.30520000000000003</c:v>
                </c:pt>
                <c:pt idx="1164">
                  <c:v>0.23649999999999999</c:v>
                </c:pt>
                <c:pt idx="1165">
                  <c:v>0.22220000000000001</c:v>
                </c:pt>
                <c:pt idx="1166">
                  <c:v>0.22289999999999999</c:v>
                </c:pt>
                <c:pt idx="1167">
                  <c:v>0.17780000000000001</c:v>
                </c:pt>
                <c:pt idx="1168">
                  <c:v>0.18870000000000001</c:v>
                </c:pt>
                <c:pt idx="1169">
                  <c:v>0.16719999999999999</c:v>
                </c:pt>
                <c:pt idx="1170">
                  <c:v>0.15859999999999999</c:v>
                </c:pt>
                <c:pt idx="1171">
                  <c:v>0.19750000000000001</c:v>
                </c:pt>
                <c:pt idx="1172">
                  <c:v>0.1852</c:v>
                </c:pt>
                <c:pt idx="1173">
                  <c:v>0.20280000000000001</c:v>
                </c:pt>
                <c:pt idx="1174">
                  <c:v>0.2029</c:v>
                </c:pt>
                <c:pt idx="1175">
                  <c:v>0.158</c:v>
                </c:pt>
                <c:pt idx="1176">
                  <c:v>0.1565</c:v>
                </c:pt>
                <c:pt idx="1177">
                  <c:v>0.14599999999999999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100-487F-BF96-93767FA2A7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00000001"/>
        <c:axId val="500000002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원금기준 누계 · 좌축</c:v>
                </c:pt>
              </c:strCache>
            </c:strRef>
          </c:tx>
          <c:spPr>
            <a:ln w="25400">
              <a:solidFill>
                <a:srgbClr val="008CC4"/>
              </a:solidFill>
            </a:ln>
          </c:spPr>
          <c:marker>
            <c:symbol val="none"/>
          </c:marker>
          <c:cat>
            <c:strRef>
              <c:f>Sheet1!$A$2:$A$1179</c:f>
              <c:strCache>
                <c:ptCount val="1178"/>
                <c:pt idx="0">
                  <c:v>2021-07</c:v>
                </c:pt>
                <c:pt idx="105">
                  <c:v>2022-01</c:v>
                </c:pt>
                <c:pt idx="226">
                  <c:v>2022-07</c:v>
                </c:pt>
                <c:pt idx="351">
                  <c:v>2023-01</c:v>
                </c:pt>
                <c:pt idx="474">
                  <c:v>2023-07</c:v>
                </c:pt>
                <c:pt idx="596">
                  <c:v>2024-01</c:v>
                </c:pt>
                <c:pt idx="717">
                  <c:v>2024-07</c:v>
                </c:pt>
                <c:pt idx="840">
                  <c:v>2025-01</c:v>
                </c:pt>
                <c:pt idx="958">
                  <c:v>2025-07</c:v>
                </c:pt>
                <c:pt idx="1082">
                  <c:v>2026-01</c:v>
                </c:pt>
              </c:strCache>
            </c:strRef>
          </c:cat>
          <c:val>
            <c:numRef>
              <c:f>Sheet1!$B$2:$B$1179</c:f>
              <c:numCache>
                <c:formatCode>General</c:formatCode>
                <c:ptCount val="1178"/>
                <c:pt idx="0">
                  <c:v>-2.0000000000000001E-4</c:v>
                </c:pt>
                <c:pt idx="1">
                  <c:v>-5.1000000000000004E-3</c:v>
                </c:pt>
                <c:pt idx="2">
                  <c:v>5.3E-3</c:v>
                </c:pt>
                <c:pt idx="3">
                  <c:v>1.95E-2</c:v>
                </c:pt>
                <c:pt idx="4">
                  <c:v>2.5000000000000001E-2</c:v>
                </c:pt>
                <c:pt idx="5">
                  <c:v>2.1499999999999998E-2</c:v>
                </c:pt>
                <c:pt idx="6">
                  <c:v>1.6500000000000001E-2</c:v>
                </c:pt>
                <c:pt idx="7">
                  <c:v>1.2800000000000001E-2</c:v>
                </c:pt>
                <c:pt idx="8">
                  <c:v>2.5000000000000001E-3</c:v>
                </c:pt>
                <c:pt idx="9">
                  <c:v>-1.8200000000000001E-2</c:v>
                </c:pt>
                <c:pt idx="10">
                  <c:v>-3.7199999999999997E-2</c:v>
                </c:pt>
                <c:pt idx="11">
                  <c:v>-4.4600000000000001E-2</c:v>
                </c:pt>
                <c:pt idx="12">
                  <c:v>-4.5499999999999999E-2</c:v>
                </c:pt>
                <c:pt idx="13">
                  <c:v>-3.9100000000000003E-2</c:v>
                </c:pt>
                <c:pt idx="14">
                  <c:v>-4.7E-2</c:v>
                </c:pt>
                <c:pt idx="15">
                  <c:v>-4.8800000000000003E-2</c:v>
                </c:pt>
                <c:pt idx="16">
                  <c:v>-4.4699999999999997E-2</c:v>
                </c:pt>
                <c:pt idx="17">
                  <c:v>-2.8500000000000001E-2</c:v>
                </c:pt>
                <c:pt idx="18">
                  <c:v>-3.2399999999999998E-2</c:v>
                </c:pt>
                <c:pt idx="19">
                  <c:v>-3.5400000000000001E-2</c:v>
                </c:pt>
                <c:pt idx="20">
                  <c:v>-3.8199999999999998E-2</c:v>
                </c:pt>
                <c:pt idx="21">
                  <c:v>-3.6999999999999998E-2</c:v>
                </c:pt>
                <c:pt idx="22">
                  <c:v>-1.9199999999999998E-2</c:v>
                </c:pt>
                <c:pt idx="23">
                  <c:v>-1.49E-2</c:v>
                </c:pt>
                <c:pt idx="24">
                  <c:v>-2.18E-2</c:v>
                </c:pt>
                <c:pt idx="25">
                  <c:v>-1.8200000000000001E-2</c:v>
                </c:pt>
                <c:pt idx="26">
                  <c:v>-1.83E-2</c:v>
                </c:pt>
                <c:pt idx="27">
                  <c:v>-2.69E-2</c:v>
                </c:pt>
                <c:pt idx="28">
                  <c:v>-2.18E-2</c:v>
                </c:pt>
                <c:pt idx="29">
                  <c:v>-3.4099999999999998E-2</c:v>
                </c:pt>
                <c:pt idx="30">
                  <c:v>-2.8199999999999999E-2</c:v>
                </c:pt>
                <c:pt idx="31">
                  <c:v>-1.9900000000000001E-2</c:v>
                </c:pt>
                <c:pt idx="32">
                  <c:v>-1.61E-2</c:v>
                </c:pt>
                <c:pt idx="33">
                  <c:v>-1.46E-2</c:v>
                </c:pt>
                <c:pt idx="34">
                  <c:v>-2.7400000000000001E-2</c:v>
                </c:pt>
                <c:pt idx="35">
                  <c:v>-1.4500000000000001E-2</c:v>
                </c:pt>
                <c:pt idx="36">
                  <c:v>-1.78E-2</c:v>
                </c:pt>
                <c:pt idx="37">
                  <c:v>-2.24E-2</c:v>
                </c:pt>
                <c:pt idx="38">
                  <c:v>-1.95E-2</c:v>
                </c:pt>
                <c:pt idx="39">
                  <c:v>-2.76E-2</c:v>
                </c:pt>
                <c:pt idx="40">
                  <c:v>-4.6800000000000001E-2</c:v>
                </c:pt>
                <c:pt idx="41">
                  <c:v>-3.7100000000000001E-2</c:v>
                </c:pt>
                <c:pt idx="42">
                  <c:v>-5.0200000000000002E-2</c:v>
                </c:pt>
                <c:pt idx="43">
                  <c:v>-6.1699999999999998E-2</c:v>
                </c:pt>
                <c:pt idx="44">
                  <c:v>-7.0900000000000005E-2</c:v>
                </c:pt>
                <c:pt idx="45">
                  <c:v>-7.2400000000000006E-2</c:v>
                </c:pt>
                <c:pt idx="46">
                  <c:v>-7.9100000000000004E-2</c:v>
                </c:pt>
                <c:pt idx="47">
                  <c:v>-0.1011</c:v>
                </c:pt>
                <c:pt idx="48">
                  <c:v>-0.1002</c:v>
                </c:pt>
                <c:pt idx="49">
                  <c:v>-8.9899999999999994E-2</c:v>
                </c:pt>
                <c:pt idx="50">
                  <c:v>-6.88E-2</c:v>
                </c:pt>
                <c:pt idx="51">
                  <c:v>-7.2900000000000006E-2</c:v>
                </c:pt>
                <c:pt idx="52">
                  <c:v>-6.88E-2</c:v>
                </c:pt>
                <c:pt idx="53">
                  <c:v>-6.9599999999999995E-2</c:v>
                </c:pt>
                <c:pt idx="54">
                  <c:v>-7.5899999999999995E-2</c:v>
                </c:pt>
                <c:pt idx="55">
                  <c:v>-6.7000000000000004E-2</c:v>
                </c:pt>
                <c:pt idx="56">
                  <c:v>-6.2799999999999995E-2</c:v>
                </c:pt>
                <c:pt idx="57">
                  <c:v>-5.1700000000000003E-2</c:v>
                </c:pt>
                <c:pt idx="58">
                  <c:v>-5.8099999999999999E-2</c:v>
                </c:pt>
                <c:pt idx="59">
                  <c:v>-3.8800000000000001E-2</c:v>
                </c:pt>
                <c:pt idx="60">
                  <c:v>-5.33E-2</c:v>
                </c:pt>
                <c:pt idx="61">
                  <c:v>-4.1799999999999997E-2</c:v>
                </c:pt>
                <c:pt idx="62">
                  <c:v>-3.1699999999999999E-2</c:v>
                </c:pt>
                <c:pt idx="63">
                  <c:v>-4.2200000000000001E-2</c:v>
                </c:pt>
                <c:pt idx="64">
                  <c:v>-3.9800000000000002E-2</c:v>
                </c:pt>
                <c:pt idx="65">
                  <c:v>-3.8600000000000002E-2</c:v>
                </c:pt>
                <c:pt idx="66">
                  <c:v>-3.5400000000000001E-2</c:v>
                </c:pt>
                <c:pt idx="67">
                  <c:v>-3.15E-2</c:v>
                </c:pt>
                <c:pt idx="68">
                  <c:v>-3.4299999999999997E-2</c:v>
                </c:pt>
                <c:pt idx="69">
                  <c:v>-3.8600000000000002E-2</c:v>
                </c:pt>
                <c:pt idx="70">
                  <c:v>-3.8399999999999997E-2</c:v>
                </c:pt>
                <c:pt idx="71">
                  <c:v>-2.1000000000000001E-2</c:v>
                </c:pt>
                <c:pt idx="72">
                  <c:v>-1.8700000000000001E-2</c:v>
                </c:pt>
                <c:pt idx="73">
                  <c:v>-2.5499999999999998E-2</c:v>
                </c:pt>
                <c:pt idx="74">
                  <c:v>-2.93E-2</c:v>
                </c:pt>
                <c:pt idx="75">
                  <c:v>-2.0400000000000001E-2</c:v>
                </c:pt>
                <c:pt idx="76">
                  <c:v>1.7399999999999999E-2</c:v>
                </c:pt>
                <c:pt idx="77">
                  <c:v>1.77E-2</c:v>
                </c:pt>
                <c:pt idx="78">
                  <c:v>1.7000000000000001E-2</c:v>
                </c:pt>
                <c:pt idx="79">
                  <c:v>9.1000000000000004E-3</c:v>
                </c:pt>
                <c:pt idx="80">
                  <c:v>-5.9999999999999995E-4</c:v>
                </c:pt>
                <c:pt idx="81">
                  <c:v>5.9999999999999995E-4</c:v>
                </c:pt>
                <c:pt idx="82">
                  <c:v>-8.2000000000000007E-3</c:v>
                </c:pt>
                <c:pt idx="83">
                  <c:v>1.0800000000000001E-2</c:v>
                </c:pt>
                <c:pt idx="84">
                  <c:v>2.3599999999999999E-2</c:v>
                </c:pt>
                <c:pt idx="85">
                  <c:v>1.8800000000000001E-2</c:v>
                </c:pt>
                <c:pt idx="86">
                  <c:v>2.2200000000000001E-2</c:v>
                </c:pt>
                <c:pt idx="87">
                  <c:v>3.1800000000000002E-2</c:v>
                </c:pt>
                <c:pt idx="88">
                  <c:v>2.9000000000000001E-2</c:v>
                </c:pt>
                <c:pt idx="89">
                  <c:v>3.8100000000000002E-2</c:v>
                </c:pt>
                <c:pt idx="90">
                  <c:v>2.9100000000000001E-2</c:v>
                </c:pt>
                <c:pt idx="91">
                  <c:v>3.0800000000000001E-2</c:v>
                </c:pt>
                <c:pt idx="92">
                  <c:v>3.04E-2</c:v>
                </c:pt>
                <c:pt idx="93">
                  <c:v>3.6999999999999998E-2</c:v>
                </c:pt>
                <c:pt idx="94">
                  <c:v>3.85E-2</c:v>
                </c:pt>
                <c:pt idx="95">
                  <c:v>3.5400000000000001E-2</c:v>
                </c:pt>
                <c:pt idx="96">
                  <c:v>3.0099999999999998E-2</c:v>
                </c:pt>
                <c:pt idx="97">
                  <c:v>4.0800000000000003E-2</c:v>
                </c:pt>
                <c:pt idx="98">
                  <c:v>4.8599999999999997E-2</c:v>
                </c:pt>
                <c:pt idx="99">
                  <c:v>5.0599999999999999E-2</c:v>
                </c:pt>
                <c:pt idx="100">
                  <c:v>5.2699999999999997E-2</c:v>
                </c:pt>
                <c:pt idx="101">
                  <c:v>4.9099999999999998E-2</c:v>
                </c:pt>
                <c:pt idx="102">
                  <c:v>5.16E-2</c:v>
                </c:pt>
                <c:pt idx="103">
                  <c:v>4.7300000000000002E-2</c:v>
                </c:pt>
                <c:pt idx="104">
                  <c:v>5.2200000000000003E-2</c:v>
                </c:pt>
                <c:pt idx="105">
                  <c:v>4.9299999999999997E-2</c:v>
                </c:pt>
                <c:pt idx="106">
                  <c:v>4.9500000000000002E-2</c:v>
                </c:pt>
                <c:pt idx="107">
                  <c:v>4.1799999999999997E-2</c:v>
                </c:pt>
                <c:pt idx="108">
                  <c:v>3.95E-2</c:v>
                </c:pt>
                <c:pt idx="109">
                  <c:v>4.6800000000000001E-2</c:v>
                </c:pt>
                <c:pt idx="110">
                  <c:v>4.2099999999999999E-2</c:v>
                </c:pt>
                <c:pt idx="111">
                  <c:v>5.0299999999999997E-2</c:v>
                </c:pt>
                <c:pt idx="112">
                  <c:v>5.11E-2</c:v>
                </c:pt>
                <c:pt idx="113">
                  <c:v>5.0099999999999999E-2</c:v>
                </c:pt>
                <c:pt idx="114">
                  <c:v>4.7100000000000003E-2</c:v>
                </c:pt>
                <c:pt idx="115">
                  <c:v>4.53E-2</c:v>
                </c:pt>
                <c:pt idx="116">
                  <c:v>4.3099999999999999E-2</c:v>
                </c:pt>
                <c:pt idx="117">
                  <c:v>4.2000000000000003E-2</c:v>
                </c:pt>
                <c:pt idx="118">
                  <c:v>3.9199999999999999E-2</c:v>
                </c:pt>
                <c:pt idx="119">
                  <c:v>2.5999999999999999E-2</c:v>
                </c:pt>
                <c:pt idx="120">
                  <c:v>2.4299999999999999E-2</c:v>
                </c:pt>
                <c:pt idx="121">
                  <c:v>1.84E-2</c:v>
                </c:pt>
                <c:pt idx="122">
                  <c:v>1.46E-2</c:v>
                </c:pt>
                <c:pt idx="123">
                  <c:v>-2.7000000000000001E-3</c:v>
                </c:pt>
                <c:pt idx="124">
                  <c:v>2.5000000000000001E-2</c:v>
                </c:pt>
                <c:pt idx="125">
                  <c:v>3.2500000000000001E-2</c:v>
                </c:pt>
                <c:pt idx="126">
                  <c:v>3.5799999999999998E-2</c:v>
                </c:pt>
                <c:pt idx="127">
                  <c:v>2.9600000000000001E-2</c:v>
                </c:pt>
                <c:pt idx="128">
                  <c:v>3.5400000000000001E-2</c:v>
                </c:pt>
                <c:pt idx="129">
                  <c:v>4.1200000000000001E-2</c:v>
                </c:pt>
                <c:pt idx="130">
                  <c:v>4.9599999999999998E-2</c:v>
                </c:pt>
                <c:pt idx="131">
                  <c:v>5.2200000000000003E-2</c:v>
                </c:pt>
                <c:pt idx="132">
                  <c:v>4.9700000000000001E-2</c:v>
                </c:pt>
                <c:pt idx="133">
                  <c:v>4.0899999999999999E-2</c:v>
                </c:pt>
                <c:pt idx="134">
                  <c:v>5.0599999999999999E-2</c:v>
                </c:pt>
                <c:pt idx="135">
                  <c:v>5.5100000000000003E-2</c:v>
                </c:pt>
                <c:pt idx="136">
                  <c:v>5.0999999999999997E-2</c:v>
                </c:pt>
                <c:pt idx="137">
                  <c:v>4.8399999999999999E-2</c:v>
                </c:pt>
                <c:pt idx="138">
                  <c:v>4.36E-2</c:v>
                </c:pt>
                <c:pt idx="139">
                  <c:v>4.2299999999999997E-2</c:v>
                </c:pt>
                <c:pt idx="140">
                  <c:v>2.69E-2</c:v>
                </c:pt>
                <c:pt idx="141">
                  <c:v>2.9499999999999998E-2</c:v>
                </c:pt>
                <c:pt idx="142">
                  <c:v>3.1300000000000001E-2</c:v>
                </c:pt>
                <c:pt idx="143">
                  <c:v>3.3000000000000002E-2</c:v>
                </c:pt>
                <c:pt idx="144">
                  <c:v>4.5499999999999999E-2</c:v>
                </c:pt>
                <c:pt idx="145">
                  <c:v>3.3000000000000002E-2</c:v>
                </c:pt>
                <c:pt idx="146">
                  <c:v>1.7100000000000001E-2</c:v>
                </c:pt>
                <c:pt idx="147">
                  <c:v>1.06E-2</c:v>
                </c:pt>
                <c:pt idx="148">
                  <c:v>2.35E-2</c:v>
                </c:pt>
                <c:pt idx="149">
                  <c:v>1.12E-2</c:v>
                </c:pt>
                <c:pt idx="150">
                  <c:v>9.4000000000000004E-3</c:v>
                </c:pt>
                <c:pt idx="151">
                  <c:v>-3.5999999999999999E-3</c:v>
                </c:pt>
                <c:pt idx="152">
                  <c:v>1.2800000000000001E-2</c:v>
                </c:pt>
                <c:pt idx="153">
                  <c:v>3.6400000000000002E-2</c:v>
                </c:pt>
                <c:pt idx="154">
                  <c:v>3.44E-2</c:v>
                </c:pt>
                <c:pt idx="155">
                  <c:v>2.6800000000000001E-2</c:v>
                </c:pt>
                <c:pt idx="156">
                  <c:v>3.2000000000000001E-2</c:v>
                </c:pt>
                <c:pt idx="157">
                  <c:v>3.27E-2</c:v>
                </c:pt>
                <c:pt idx="158">
                  <c:v>2.3099999999999999E-2</c:v>
                </c:pt>
                <c:pt idx="159">
                  <c:v>1.67E-2</c:v>
                </c:pt>
                <c:pt idx="160">
                  <c:v>1.6199999999999999E-2</c:v>
                </c:pt>
                <c:pt idx="161">
                  <c:v>2.3699999999999999E-2</c:v>
                </c:pt>
                <c:pt idx="162">
                  <c:v>2.4899999999999999E-2</c:v>
                </c:pt>
                <c:pt idx="163">
                  <c:v>1.6E-2</c:v>
                </c:pt>
                <c:pt idx="164">
                  <c:v>8.3000000000000001E-3</c:v>
                </c:pt>
                <c:pt idx="165">
                  <c:v>1.2E-2</c:v>
                </c:pt>
                <c:pt idx="166">
                  <c:v>1.01E-2</c:v>
                </c:pt>
                <c:pt idx="167">
                  <c:v>-3.0999999999999999E-3</c:v>
                </c:pt>
                <c:pt idx="168">
                  <c:v>-4.1000000000000003E-3</c:v>
                </c:pt>
                <c:pt idx="169">
                  <c:v>-9.9000000000000008E-3</c:v>
                </c:pt>
                <c:pt idx="170">
                  <c:v>-1.11E-2</c:v>
                </c:pt>
                <c:pt idx="171">
                  <c:v>-1.77E-2</c:v>
                </c:pt>
                <c:pt idx="172">
                  <c:v>-1.2999999999999999E-3</c:v>
                </c:pt>
                <c:pt idx="173">
                  <c:v>-1.72E-2</c:v>
                </c:pt>
                <c:pt idx="174">
                  <c:v>-2.93E-2</c:v>
                </c:pt>
                <c:pt idx="175">
                  <c:v>-2.5100000000000001E-2</c:v>
                </c:pt>
                <c:pt idx="176">
                  <c:v>-9.1999999999999998E-3</c:v>
                </c:pt>
                <c:pt idx="177">
                  <c:v>-8.6999999999999994E-3</c:v>
                </c:pt>
                <c:pt idx="178">
                  <c:v>-5.4999999999999997E-3</c:v>
                </c:pt>
                <c:pt idx="179">
                  <c:v>-1.7500000000000002E-2</c:v>
                </c:pt>
                <c:pt idx="180">
                  <c:v>-3.04E-2</c:v>
                </c:pt>
                <c:pt idx="181">
                  <c:v>-2.06E-2</c:v>
                </c:pt>
                <c:pt idx="182">
                  <c:v>-3.5999999999999997E-2</c:v>
                </c:pt>
                <c:pt idx="183">
                  <c:v>-3.3599999999999998E-2</c:v>
                </c:pt>
                <c:pt idx="184">
                  <c:v>-6.1999999999999998E-3</c:v>
                </c:pt>
                <c:pt idx="185">
                  <c:v>-1.37E-2</c:v>
                </c:pt>
                <c:pt idx="186">
                  <c:v>-1.43E-2</c:v>
                </c:pt>
                <c:pt idx="187">
                  <c:v>-1.38E-2</c:v>
                </c:pt>
                <c:pt idx="188">
                  <c:v>-2.9399999999999999E-2</c:v>
                </c:pt>
                <c:pt idx="189">
                  <c:v>-3.2000000000000001E-2</c:v>
                </c:pt>
                <c:pt idx="190">
                  <c:v>-2.4799999999999999E-2</c:v>
                </c:pt>
                <c:pt idx="191">
                  <c:v>-2.29E-2</c:v>
                </c:pt>
                <c:pt idx="192">
                  <c:v>-3.39E-2</c:v>
                </c:pt>
                <c:pt idx="193">
                  <c:v>-9.7000000000000003E-3</c:v>
                </c:pt>
                <c:pt idx="194">
                  <c:v>-1.8200000000000001E-2</c:v>
                </c:pt>
                <c:pt idx="195">
                  <c:v>-2.5999999999999999E-3</c:v>
                </c:pt>
                <c:pt idx="196">
                  <c:v>3.7000000000000002E-3</c:v>
                </c:pt>
                <c:pt idx="197">
                  <c:v>-8.3999999999999995E-3</c:v>
                </c:pt>
                <c:pt idx="198">
                  <c:v>0</c:v>
                </c:pt>
                <c:pt idx="199">
                  <c:v>1.1000000000000001E-3</c:v>
                </c:pt>
                <c:pt idx="200">
                  <c:v>-2.29E-2</c:v>
                </c:pt>
                <c:pt idx="201">
                  <c:v>-2.5600000000000001E-2</c:v>
                </c:pt>
                <c:pt idx="202">
                  <c:v>-4.9200000000000001E-2</c:v>
                </c:pt>
                <c:pt idx="203">
                  <c:v>-3.2099999999999997E-2</c:v>
                </c:pt>
                <c:pt idx="204">
                  <c:v>-2.01E-2</c:v>
                </c:pt>
                <c:pt idx="205">
                  <c:v>-1.7999999999999999E-2</c:v>
                </c:pt>
                <c:pt idx="206">
                  <c:v>-2.6599999999999999E-2</c:v>
                </c:pt>
                <c:pt idx="207">
                  <c:v>-2.5999999999999999E-2</c:v>
                </c:pt>
                <c:pt idx="208">
                  <c:v>-4.7500000000000001E-2</c:v>
                </c:pt>
                <c:pt idx="209">
                  <c:v>-0.04</c:v>
                </c:pt>
                <c:pt idx="210">
                  <c:v>-4.2999999999999997E-2</c:v>
                </c:pt>
                <c:pt idx="211">
                  <c:v>-6.2E-2</c:v>
                </c:pt>
                <c:pt idx="212">
                  <c:v>-9.4899999999999998E-2</c:v>
                </c:pt>
                <c:pt idx="213">
                  <c:v>-9.6000000000000002E-2</c:v>
                </c:pt>
                <c:pt idx="214">
                  <c:v>-0.1103</c:v>
                </c:pt>
                <c:pt idx="215">
                  <c:v>-0.11119999999999999</c:v>
                </c:pt>
                <c:pt idx="216">
                  <c:v>-0.12379999999999999</c:v>
                </c:pt>
                <c:pt idx="217">
                  <c:v>-0.1406</c:v>
                </c:pt>
                <c:pt idx="218">
                  <c:v>-0.1389</c:v>
                </c:pt>
                <c:pt idx="219">
                  <c:v>-0.15920000000000001</c:v>
                </c:pt>
                <c:pt idx="220">
                  <c:v>-0.16980000000000001</c:v>
                </c:pt>
                <c:pt idx="221">
                  <c:v>-0.15620000000000001</c:v>
                </c:pt>
                <c:pt idx="222">
                  <c:v>-0.13780000000000001</c:v>
                </c:pt>
                <c:pt idx="223">
                  <c:v>-0.1321</c:v>
                </c:pt>
                <c:pt idx="224">
                  <c:v>-0.14829999999999999</c:v>
                </c:pt>
                <c:pt idx="225">
                  <c:v>-0.16930000000000001</c:v>
                </c:pt>
                <c:pt idx="226">
                  <c:v>-0.19120000000000001</c:v>
                </c:pt>
                <c:pt idx="227">
                  <c:v>-0.17730000000000001</c:v>
                </c:pt>
                <c:pt idx="228">
                  <c:v>-0.161</c:v>
                </c:pt>
                <c:pt idx="229">
                  <c:v>-0.16869999999999999</c:v>
                </c:pt>
                <c:pt idx="230">
                  <c:v>-0.1474</c:v>
                </c:pt>
                <c:pt idx="231">
                  <c:v>-0.13969999999999999</c:v>
                </c:pt>
                <c:pt idx="232">
                  <c:v>-0.14410000000000001</c:v>
                </c:pt>
                <c:pt idx="233">
                  <c:v>-0.15110000000000001</c:v>
                </c:pt>
                <c:pt idx="234">
                  <c:v>-0.1487</c:v>
                </c:pt>
                <c:pt idx="235">
                  <c:v>-0.15240000000000001</c:v>
                </c:pt>
                <c:pt idx="236">
                  <c:v>-0.1129</c:v>
                </c:pt>
                <c:pt idx="237">
                  <c:v>-8.8599999999999998E-2</c:v>
                </c:pt>
                <c:pt idx="238">
                  <c:v>-0.10050000000000001</c:v>
                </c:pt>
                <c:pt idx="239">
                  <c:v>-9.4500000000000001E-2</c:v>
                </c:pt>
                <c:pt idx="240">
                  <c:v>-8.2699999999999996E-2</c:v>
                </c:pt>
                <c:pt idx="241">
                  <c:v>-9.7600000000000006E-2</c:v>
                </c:pt>
                <c:pt idx="242">
                  <c:v>-9.9199999999999997E-2</c:v>
                </c:pt>
                <c:pt idx="243">
                  <c:v>-9.2600000000000002E-2</c:v>
                </c:pt>
                <c:pt idx="244">
                  <c:v>-9.4200000000000006E-2</c:v>
                </c:pt>
                <c:pt idx="245">
                  <c:v>-9.6199999999999994E-2</c:v>
                </c:pt>
                <c:pt idx="246">
                  <c:v>-0.10680000000000001</c:v>
                </c:pt>
                <c:pt idx="247">
                  <c:v>-0.11119999999999999</c:v>
                </c:pt>
                <c:pt idx="248">
                  <c:v>-0.1111</c:v>
                </c:pt>
                <c:pt idx="249">
                  <c:v>-0.1095</c:v>
                </c:pt>
                <c:pt idx="250">
                  <c:v>-0.1081</c:v>
                </c:pt>
                <c:pt idx="251">
                  <c:v>-0.1036</c:v>
                </c:pt>
                <c:pt idx="252">
                  <c:v>-0.1188</c:v>
                </c:pt>
                <c:pt idx="253">
                  <c:v>-0.11899999999999999</c:v>
                </c:pt>
                <c:pt idx="254">
                  <c:v>-0.13100000000000001</c:v>
                </c:pt>
                <c:pt idx="255">
                  <c:v>-0.1234</c:v>
                </c:pt>
                <c:pt idx="256">
                  <c:v>-0.1222</c:v>
                </c:pt>
                <c:pt idx="257">
                  <c:v>-0.11</c:v>
                </c:pt>
                <c:pt idx="258">
                  <c:v>-0.1113</c:v>
                </c:pt>
                <c:pt idx="259">
                  <c:v>-0.1105</c:v>
                </c:pt>
                <c:pt idx="260">
                  <c:v>-0.1111</c:v>
                </c:pt>
                <c:pt idx="261">
                  <c:v>-0.1174</c:v>
                </c:pt>
                <c:pt idx="262">
                  <c:v>-0.12509999999999999</c:v>
                </c:pt>
                <c:pt idx="263">
                  <c:v>-0.12659999999999999</c:v>
                </c:pt>
                <c:pt idx="264">
                  <c:v>-0.1212</c:v>
                </c:pt>
                <c:pt idx="265">
                  <c:v>-0.1174</c:v>
                </c:pt>
                <c:pt idx="266">
                  <c:v>-0.1298</c:v>
                </c:pt>
                <c:pt idx="267">
                  <c:v>-0.127</c:v>
                </c:pt>
                <c:pt idx="268">
                  <c:v>-0.1176</c:v>
                </c:pt>
                <c:pt idx="269">
                  <c:v>-0.13020000000000001</c:v>
                </c:pt>
                <c:pt idx="270">
                  <c:v>-0.1363</c:v>
                </c:pt>
                <c:pt idx="271">
                  <c:v>-0.14000000000000001</c:v>
                </c:pt>
                <c:pt idx="272">
                  <c:v>-0.13789999999999999</c:v>
                </c:pt>
                <c:pt idx="273">
                  <c:v>-0.14760000000000001</c:v>
                </c:pt>
                <c:pt idx="274">
                  <c:v>-0.1497</c:v>
                </c:pt>
                <c:pt idx="275">
                  <c:v>-0.123</c:v>
                </c:pt>
                <c:pt idx="276">
                  <c:v>-0.1336</c:v>
                </c:pt>
                <c:pt idx="277">
                  <c:v>-0.1404</c:v>
                </c:pt>
                <c:pt idx="278">
                  <c:v>-0.1419</c:v>
                </c:pt>
                <c:pt idx="279">
                  <c:v>-0.14460000000000001</c:v>
                </c:pt>
                <c:pt idx="280">
                  <c:v>-0.154</c:v>
                </c:pt>
                <c:pt idx="281">
                  <c:v>-0.15670000000000001</c:v>
                </c:pt>
                <c:pt idx="282">
                  <c:v>-0.16850000000000001</c:v>
                </c:pt>
                <c:pt idx="283">
                  <c:v>-0.17710000000000001</c:v>
                </c:pt>
                <c:pt idx="284">
                  <c:v>-0.18459999999999999</c:v>
                </c:pt>
                <c:pt idx="285">
                  <c:v>-0.18479999999999999</c:v>
                </c:pt>
                <c:pt idx="286">
                  <c:v>-0.19600000000000001</c:v>
                </c:pt>
                <c:pt idx="287">
                  <c:v>-0.19969999999999999</c:v>
                </c:pt>
                <c:pt idx="288">
                  <c:v>-0.18659999999999999</c:v>
                </c:pt>
                <c:pt idx="289">
                  <c:v>-0.16089999999999999</c:v>
                </c:pt>
                <c:pt idx="290">
                  <c:v>-0.14360000000000001</c:v>
                </c:pt>
                <c:pt idx="291">
                  <c:v>-0.14180000000000001</c:v>
                </c:pt>
                <c:pt idx="292">
                  <c:v>-0.1381</c:v>
                </c:pt>
                <c:pt idx="293">
                  <c:v>-0.1454</c:v>
                </c:pt>
                <c:pt idx="294">
                  <c:v>-0.13100000000000001</c:v>
                </c:pt>
                <c:pt idx="295">
                  <c:v>-0.13139999999999999</c:v>
                </c:pt>
                <c:pt idx="296">
                  <c:v>-0.1242</c:v>
                </c:pt>
                <c:pt idx="297">
                  <c:v>-0.1236</c:v>
                </c:pt>
                <c:pt idx="298">
                  <c:v>-0.12239999999999999</c:v>
                </c:pt>
                <c:pt idx="299">
                  <c:v>-0.1341</c:v>
                </c:pt>
                <c:pt idx="300">
                  <c:v>-0.14410000000000001</c:v>
                </c:pt>
                <c:pt idx="301">
                  <c:v>-0.14099999999999999</c:v>
                </c:pt>
                <c:pt idx="302">
                  <c:v>-0.1283</c:v>
                </c:pt>
                <c:pt idx="303">
                  <c:v>-0.12230000000000001</c:v>
                </c:pt>
                <c:pt idx="304">
                  <c:v>-0.1133</c:v>
                </c:pt>
                <c:pt idx="305">
                  <c:v>-0.1236</c:v>
                </c:pt>
                <c:pt idx="306">
                  <c:v>-0.15379999999999999</c:v>
                </c:pt>
                <c:pt idx="307">
                  <c:v>-0.1452</c:v>
                </c:pt>
                <c:pt idx="308">
                  <c:v>-0.13800000000000001</c:v>
                </c:pt>
                <c:pt idx="309">
                  <c:v>-0.13789999999999999</c:v>
                </c:pt>
                <c:pt idx="310">
                  <c:v>-0.14610000000000001</c:v>
                </c:pt>
                <c:pt idx="311">
                  <c:v>-0.1386</c:v>
                </c:pt>
                <c:pt idx="312">
                  <c:v>-0.12790000000000001</c:v>
                </c:pt>
                <c:pt idx="313">
                  <c:v>-0.1168</c:v>
                </c:pt>
                <c:pt idx="314">
                  <c:v>-0.1115</c:v>
                </c:pt>
                <c:pt idx="315">
                  <c:v>-0.11849999999999999</c:v>
                </c:pt>
                <c:pt idx="316">
                  <c:v>-9.4399999999999998E-2</c:v>
                </c:pt>
                <c:pt idx="317">
                  <c:v>-0.1047</c:v>
                </c:pt>
                <c:pt idx="318">
                  <c:v>-0.1008</c:v>
                </c:pt>
                <c:pt idx="319">
                  <c:v>-9.9900000000000003E-2</c:v>
                </c:pt>
                <c:pt idx="320">
                  <c:v>-0.1153</c:v>
                </c:pt>
                <c:pt idx="321">
                  <c:v>-0.1115</c:v>
                </c:pt>
                <c:pt idx="322">
                  <c:v>-0.11940000000000001</c:v>
                </c:pt>
                <c:pt idx="323">
                  <c:v>-0.1265</c:v>
                </c:pt>
                <c:pt idx="324">
                  <c:v>-0.1246</c:v>
                </c:pt>
                <c:pt idx="325">
                  <c:v>-0.1173</c:v>
                </c:pt>
                <c:pt idx="326">
                  <c:v>-0.12470000000000001</c:v>
                </c:pt>
                <c:pt idx="327">
                  <c:v>-0.13550000000000001</c:v>
                </c:pt>
                <c:pt idx="328">
                  <c:v>-0.13100000000000001</c:v>
                </c:pt>
                <c:pt idx="329">
                  <c:v>-0.11899999999999999</c:v>
                </c:pt>
                <c:pt idx="330">
                  <c:v>-0.1183</c:v>
                </c:pt>
                <c:pt idx="331">
                  <c:v>-0.1371</c:v>
                </c:pt>
                <c:pt idx="332">
                  <c:v>-0.1409</c:v>
                </c:pt>
                <c:pt idx="333">
                  <c:v>-0.14649999999999999</c:v>
                </c:pt>
                <c:pt idx="334">
                  <c:v>-0.15609999999999999</c:v>
                </c:pt>
                <c:pt idx="335">
                  <c:v>-0.15490000000000001</c:v>
                </c:pt>
                <c:pt idx="336">
                  <c:v>-0.13769999999999999</c:v>
                </c:pt>
                <c:pt idx="337">
                  <c:v>-0.14380000000000001</c:v>
                </c:pt>
                <c:pt idx="338">
                  <c:v>-0.13830000000000001</c:v>
                </c:pt>
                <c:pt idx="339">
                  <c:v>-0.1361</c:v>
                </c:pt>
                <c:pt idx="340">
                  <c:v>-0.1482</c:v>
                </c:pt>
                <c:pt idx="341">
                  <c:v>-0.15429999999999999</c:v>
                </c:pt>
                <c:pt idx="342">
                  <c:v>-0.15190000000000001</c:v>
                </c:pt>
                <c:pt idx="343">
                  <c:v>-0.15970000000000001</c:v>
                </c:pt>
                <c:pt idx="344">
                  <c:v>-0.16439999999999999</c:v>
                </c:pt>
                <c:pt idx="345">
                  <c:v>-0.153</c:v>
                </c:pt>
                <c:pt idx="346">
                  <c:v>-0.1643</c:v>
                </c:pt>
                <c:pt idx="347">
                  <c:v>-0.16889999999999999</c:v>
                </c:pt>
                <c:pt idx="348">
                  <c:v>-0.1678</c:v>
                </c:pt>
                <c:pt idx="349">
                  <c:v>-0.18110000000000001</c:v>
                </c:pt>
                <c:pt idx="350">
                  <c:v>-0.19400000000000001</c:v>
                </c:pt>
                <c:pt idx="351">
                  <c:v>-0.1893</c:v>
                </c:pt>
                <c:pt idx="352">
                  <c:v>-0.1905</c:v>
                </c:pt>
                <c:pt idx="353">
                  <c:v>-0.1492</c:v>
                </c:pt>
                <c:pt idx="354">
                  <c:v>-0.1454</c:v>
                </c:pt>
                <c:pt idx="355">
                  <c:v>-0.13420000000000001</c:v>
                </c:pt>
                <c:pt idx="356">
                  <c:v>-0.1147</c:v>
                </c:pt>
                <c:pt idx="357">
                  <c:v>-0.1145</c:v>
                </c:pt>
                <c:pt idx="358">
                  <c:v>-0.1114</c:v>
                </c:pt>
                <c:pt idx="359">
                  <c:v>-0.11310000000000001</c:v>
                </c:pt>
                <c:pt idx="360">
                  <c:v>-0.1153</c:v>
                </c:pt>
                <c:pt idx="361">
                  <c:v>-0.11360000000000001</c:v>
                </c:pt>
                <c:pt idx="362">
                  <c:v>-0.1134</c:v>
                </c:pt>
                <c:pt idx="363">
                  <c:v>-0.1193</c:v>
                </c:pt>
                <c:pt idx="364">
                  <c:v>-0.11269999999999999</c:v>
                </c:pt>
                <c:pt idx="365">
                  <c:v>-0.10440000000000001</c:v>
                </c:pt>
                <c:pt idx="366">
                  <c:v>-8.5599999999999996E-2</c:v>
                </c:pt>
                <c:pt idx="367">
                  <c:v>-8.1299999999999997E-2</c:v>
                </c:pt>
                <c:pt idx="368">
                  <c:v>-8.0799999999999997E-2</c:v>
                </c:pt>
                <c:pt idx="369">
                  <c:v>-8.77E-2</c:v>
                </c:pt>
                <c:pt idx="370">
                  <c:v>-0.10290000000000001</c:v>
                </c:pt>
                <c:pt idx="371">
                  <c:v>-9.0300000000000005E-2</c:v>
                </c:pt>
                <c:pt idx="372">
                  <c:v>-7.7799999999999994E-2</c:v>
                </c:pt>
                <c:pt idx="373">
                  <c:v>-7.9699999999999993E-2</c:v>
                </c:pt>
                <c:pt idx="374">
                  <c:v>-9.5699999999999993E-2</c:v>
                </c:pt>
                <c:pt idx="375">
                  <c:v>-8.9300000000000004E-2</c:v>
                </c:pt>
                <c:pt idx="376">
                  <c:v>-7.2800000000000004E-2</c:v>
                </c:pt>
                <c:pt idx="377">
                  <c:v>-7.4399999999999994E-2</c:v>
                </c:pt>
                <c:pt idx="378">
                  <c:v>-7.7299999999999994E-2</c:v>
                </c:pt>
                <c:pt idx="379">
                  <c:v>-8.4500000000000006E-2</c:v>
                </c:pt>
                <c:pt idx="380">
                  <c:v>-7.5499999999999998E-2</c:v>
                </c:pt>
                <c:pt idx="381">
                  <c:v>-8.3699999999999997E-2</c:v>
                </c:pt>
                <c:pt idx="382">
                  <c:v>-7.4300000000000005E-2</c:v>
                </c:pt>
                <c:pt idx="383">
                  <c:v>-8.0799999999999997E-2</c:v>
                </c:pt>
                <c:pt idx="384">
                  <c:v>-7.9000000000000001E-2</c:v>
                </c:pt>
                <c:pt idx="385">
                  <c:v>-8.5000000000000006E-2</c:v>
                </c:pt>
                <c:pt idx="386">
                  <c:v>-9.5200000000000007E-2</c:v>
                </c:pt>
                <c:pt idx="387">
                  <c:v>-0.08</c:v>
                </c:pt>
                <c:pt idx="388">
                  <c:v>-8.7599999999999997E-2</c:v>
                </c:pt>
                <c:pt idx="389">
                  <c:v>-9.4E-2</c:v>
                </c:pt>
                <c:pt idx="390">
                  <c:v>-9.5500000000000002E-2</c:v>
                </c:pt>
                <c:pt idx="391">
                  <c:v>-9.8699999999999996E-2</c:v>
                </c:pt>
                <c:pt idx="392">
                  <c:v>-0.1028</c:v>
                </c:pt>
                <c:pt idx="393">
                  <c:v>-8.9899999999999994E-2</c:v>
                </c:pt>
                <c:pt idx="394">
                  <c:v>-9.6000000000000002E-2</c:v>
                </c:pt>
                <c:pt idx="395">
                  <c:v>-0.1047</c:v>
                </c:pt>
                <c:pt idx="396">
                  <c:v>-0.1099</c:v>
                </c:pt>
                <c:pt idx="397">
                  <c:v>-0.1216</c:v>
                </c:pt>
                <c:pt idx="398">
                  <c:v>-0.1149</c:v>
                </c:pt>
                <c:pt idx="399">
                  <c:v>-0.1326</c:v>
                </c:pt>
                <c:pt idx="400">
                  <c:v>-0.13650000000000001</c:v>
                </c:pt>
                <c:pt idx="401">
                  <c:v>-0.13639999999999999</c:v>
                </c:pt>
                <c:pt idx="402">
                  <c:v>-0.1062</c:v>
                </c:pt>
                <c:pt idx="403">
                  <c:v>-0.113</c:v>
                </c:pt>
                <c:pt idx="404">
                  <c:v>-0.1129</c:v>
                </c:pt>
                <c:pt idx="405">
                  <c:v>-9.6100000000000005E-2</c:v>
                </c:pt>
                <c:pt idx="406">
                  <c:v>-8.5099999999999995E-2</c:v>
                </c:pt>
                <c:pt idx="407">
                  <c:v>-8.5699999999999998E-2</c:v>
                </c:pt>
                <c:pt idx="408">
                  <c:v>-9.5399999999999999E-2</c:v>
                </c:pt>
                <c:pt idx="409">
                  <c:v>-8.1799999999999998E-2</c:v>
                </c:pt>
                <c:pt idx="410">
                  <c:v>-8.7300000000000003E-2</c:v>
                </c:pt>
                <c:pt idx="411">
                  <c:v>-7.9000000000000001E-2</c:v>
                </c:pt>
                <c:pt idx="412">
                  <c:v>-7.6300000000000007E-2</c:v>
                </c:pt>
                <c:pt idx="413">
                  <c:v>-8.4199999999999997E-2</c:v>
                </c:pt>
                <c:pt idx="414">
                  <c:v>-9.0700000000000003E-2</c:v>
                </c:pt>
                <c:pt idx="415">
                  <c:v>-8.8999999999999996E-2</c:v>
                </c:pt>
                <c:pt idx="416">
                  <c:v>-9.9299999999999999E-2</c:v>
                </c:pt>
                <c:pt idx="417">
                  <c:v>-6.6199999999999995E-2</c:v>
                </c:pt>
                <c:pt idx="418">
                  <c:v>-5.91E-2</c:v>
                </c:pt>
                <c:pt idx="419">
                  <c:v>-5.57E-2</c:v>
                </c:pt>
                <c:pt idx="420">
                  <c:v>-5.8999999999999997E-2</c:v>
                </c:pt>
                <c:pt idx="421">
                  <c:v>-6.2899999999999998E-2</c:v>
                </c:pt>
                <c:pt idx="422">
                  <c:v>-6.4899999999999999E-2</c:v>
                </c:pt>
                <c:pt idx="423">
                  <c:v>-6.6400000000000001E-2</c:v>
                </c:pt>
                <c:pt idx="424">
                  <c:v>-6.7799999999999999E-2</c:v>
                </c:pt>
                <c:pt idx="425">
                  <c:v>-6.6500000000000004E-2</c:v>
                </c:pt>
                <c:pt idx="426">
                  <c:v>-6.88E-2</c:v>
                </c:pt>
                <c:pt idx="427">
                  <c:v>-6.3200000000000006E-2</c:v>
                </c:pt>
                <c:pt idx="428">
                  <c:v>-7.0400000000000004E-2</c:v>
                </c:pt>
                <c:pt idx="429">
                  <c:v>-8.2000000000000003E-2</c:v>
                </c:pt>
                <c:pt idx="430">
                  <c:v>-7.3400000000000007E-2</c:v>
                </c:pt>
                <c:pt idx="431">
                  <c:v>-6.7000000000000004E-2</c:v>
                </c:pt>
                <c:pt idx="432">
                  <c:v>-6.1499999999999999E-2</c:v>
                </c:pt>
                <c:pt idx="433">
                  <c:v>-5.8999999999999997E-2</c:v>
                </c:pt>
                <c:pt idx="434">
                  <c:v>-6.1100000000000002E-2</c:v>
                </c:pt>
                <c:pt idx="435">
                  <c:v>-6.5199999999999994E-2</c:v>
                </c:pt>
                <c:pt idx="436">
                  <c:v>-6.2199999999999998E-2</c:v>
                </c:pt>
                <c:pt idx="437">
                  <c:v>-6.83E-2</c:v>
                </c:pt>
                <c:pt idx="438">
                  <c:v>-7.2400000000000006E-2</c:v>
                </c:pt>
                <c:pt idx="439">
                  <c:v>-7.5999999999999998E-2</c:v>
                </c:pt>
                <c:pt idx="440">
                  <c:v>-7.3599999999999999E-2</c:v>
                </c:pt>
                <c:pt idx="441">
                  <c:v>-7.4399999999999994E-2</c:v>
                </c:pt>
                <c:pt idx="442">
                  <c:v>-5.79E-2</c:v>
                </c:pt>
                <c:pt idx="443">
                  <c:v>-5.5599999999999997E-2</c:v>
                </c:pt>
                <c:pt idx="444">
                  <c:v>-4.7500000000000001E-2</c:v>
                </c:pt>
                <c:pt idx="445">
                  <c:v>-3.3799999999999997E-2</c:v>
                </c:pt>
                <c:pt idx="446">
                  <c:v>-3.2300000000000002E-2</c:v>
                </c:pt>
                <c:pt idx="447">
                  <c:v>-3.2899999999999999E-2</c:v>
                </c:pt>
                <c:pt idx="448">
                  <c:v>-3.3000000000000002E-2</c:v>
                </c:pt>
                <c:pt idx="449">
                  <c:v>-2.4899999999999999E-2</c:v>
                </c:pt>
                <c:pt idx="450">
                  <c:v>-1.7999999999999999E-2</c:v>
                </c:pt>
                <c:pt idx="451">
                  <c:v>-1.5800000000000002E-2</c:v>
                </c:pt>
                <c:pt idx="452">
                  <c:v>-1.7399999999999999E-2</c:v>
                </c:pt>
                <c:pt idx="453">
                  <c:v>-1.6899999999999998E-2</c:v>
                </c:pt>
                <c:pt idx="454">
                  <c:v>-1.5800000000000002E-2</c:v>
                </c:pt>
                <c:pt idx="455">
                  <c:v>-1.7100000000000001E-2</c:v>
                </c:pt>
                <c:pt idx="456">
                  <c:v>-1.7999999999999999E-2</c:v>
                </c:pt>
                <c:pt idx="457">
                  <c:v>-1.72E-2</c:v>
                </c:pt>
                <c:pt idx="458">
                  <c:v>-1.32E-2</c:v>
                </c:pt>
                <c:pt idx="459">
                  <c:v>-1.43E-2</c:v>
                </c:pt>
                <c:pt idx="460">
                  <c:v>-1.11E-2</c:v>
                </c:pt>
                <c:pt idx="461">
                  <c:v>-1.14E-2</c:v>
                </c:pt>
                <c:pt idx="462">
                  <c:v>-1.1599999999999999E-2</c:v>
                </c:pt>
                <c:pt idx="463">
                  <c:v>-1.14E-2</c:v>
                </c:pt>
                <c:pt idx="464">
                  <c:v>-1.38E-2</c:v>
                </c:pt>
                <c:pt idx="465">
                  <c:v>-1.2999999999999999E-2</c:v>
                </c:pt>
                <c:pt idx="466">
                  <c:v>-1.4200000000000001E-2</c:v>
                </c:pt>
                <c:pt idx="467">
                  <c:v>-1.41E-2</c:v>
                </c:pt>
                <c:pt idx="468">
                  <c:v>-1.4E-2</c:v>
                </c:pt>
                <c:pt idx="469">
                  <c:v>-1.34E-2</c:v>
                </c:pt>
                <c:pt idx="470">
                  <c:v>-1.35E-2</c:v>
                </c:pt>
                <c:pt idx="471">
                  <c:v>-1.2800000000000001E-2</c:v>
                </c:pt>
                <c:pt idx="472">
                  <c:v>-1.21E-2</c:v>
                </c:pt>
                <c:pt idx="473">
                  <c:v>-1.2699999999999999E-2</c:v>
                </c:pt>
                <c:pt idx="474">
                  <c:v>-1.0999999999999999E-2</c:v>
                </c:pt>
                <c:pt idx="475">
                  <c:v>-1.0800000000000001E-2</c:v>
                </c:pt>
                <c:pt idx="476">
                  <c:v>-1.21E-2</c:v>
                </c:pt>
                <c:pt idx="477">
                  <c:v>-1.38E-2</c:v>
                </c:pt>
                <c:pt idx="478">
                  <c:v>-1.6E-2</c:v>
                </c:pt>
                <c:pt idx="479">
                  <c:v>-1.7000000000000001E-2</c:v>
                </c:pt>
                <c:pt idx="480">
                  <c:v>-1.4E-2</c:v>
                </c:pt>
                <c:pt idx="481">
                  <c:v>-1.2800000000000001E-2</c:v>
                </c:pt>
                <c:pt idx="482">
                  <c:v>-1.34E-2</c:v>
                </c:pt>
                <c:pt idx="483">
                  <c:v>-1.04E-2</c:v>
                </c:pt>
                <c:pt idx="484">
                  <c:v>-1.0800000000000001E-2</c:v>
                </c:pt>
                <c:pt idx="485">
                  <c:v>-1.15E-2</c:v>
                </c:pt>
                <c:pt idx="486">
                  <c:v>-1.1900000000000001E-2</c:v>
                </c:pt>
                <c:pt idx="487">
                  <c:v>-1.2699999999999999E-2</c:v>
                </c:pt>
                <c:pt idx="488">
                  <c:v>-1.4E-2</c:v>
                </c:pt>
                <c:pt idx="489">
                  <c:v>-1.4500000000000001E-2</c:v>
                </c:pt>
                <c:pt idx="490">
                  <c:v>-1.4999999999999999E-2</c:v>
                </c:pt>
                <c:pt idx="491">
                  <c:v>-1.54E-2</c:v>
                </c:pt>
                <c:pt idx="492">
                  <c:v>-8.8000000000000005E-3</c:v>
                </c:pt>
                <c:pt idx="493">
                  <c:v>-7.7999999999999996E-3</c:v>
                </c:pt>
                <c:pt idx="494">
                  <c:v>-1.0500000000000001E-2</c:v>
                </c:pt>
                <c:pt idx="495">
                  <c:v>-8.6999999999999994E-3</c:v>
                </c:pt>
                <c:pt idx="496">
                  <c:v>-1.21E-2</c:v>
                </c:pt>
                <c:pt idx="497">
                  <c:v>-1.2699999999999999E-2</c:v>
                </c:pt>
                <c:pt idx="498">
                  <c:v>-1.3100000000000001E-2</c:v>
                </c:pt>
                <c:pt idx="499">
                  <c:v>-1.21E-2</c:v>
                </c:pt>
                <c:pt idx="500">
                  <c:v>-1.43E-2</c:v>
                </c:pt>
                <c:pt idx="501">
                  <c:v>-1.3299999999999999E-2</c:v>
                </c:pt>
                <c:pt idx="502">
                  <c:v>-1.4E-2</c:v>
                </c:pt>
                <c:pt idx="503">
                  <c:v>-1.5800000000000002E-2</c:v>
                </c:pt>
                <c:pt idx="504">
                  <c:v>-1.61E-2</c:v>
                </c:pt>
                <c:pt idx="505">
                  <c:v>-1.5900000000000001E-2</c:v>
                </c:pt>
                <c:pt idx="506">
                  <c:v>-1.6199999999999999E-2</c:v>
                </c:pt>
                <c:pt idx="507">
                  <c:v>-1.2699999999999999E-2</c:v>
                </c:pt>
                <c:pt idx="508">
                  <c:v>-1.32E-2</c:v>
                </c:pt>
                <c:pt idx="509">
                  <c:v>-1.3100000000000001E-2</c:v>
                </c:pt>
                <c:pt idx="510">
                  <c:v>-1.23E-2</c:v>
                </c:pt>
                <c:pt idx="511">
                  <c:v>1.2999999999999999E-3</c:v>
                </c:pt>
                <c:pt idx="512">
                  <c:v>-0.01</c:v>
                </c:pt>
                <c:pt idx="513">
                  <c:v>-1.23E-2</c:v>
                </c:pt>
                <c:pt idx="514">
                  <c:v>-6.8999999999999999E-3</c:v>
                </c:pt>
                <c:pt idx="515">
                  <c:v>-4.4000000000000003E-3</c:v>
                </c:pt>
                <c:pt idx="516">
                  <c:v>-5.9999999999999995E-4</c:v>
                </c:pt>
                <c:pt idx="517">
                  <c:v>9.4000000000000004E-3</c:v>
                </c:pt>
                <c:pt idx="518">
                  <c:v>8.6E-3</c:v>
                </c:pt>
                <c:pt idx="519">
                  <c:v>7.4999999999999997E-3</c:v>
                </c:pt>
                <c:pt idx="520">
                  <c:v>3.5000000000000001E-3</c:v>
                </c:pt>
                <c:pt idx="521">
                  <c:v>5.1999999999999998E-3</c:v>
                </c:pt>
                <c:pt idx="522">
                  <c:v>-3.8E-3</c:v>
                </c:pt>
                <c:pt idx="523">
                  <c:v>2.0999999999999999E-3</c:v>
                </c:pt>
                <c:pt idx="524">
                  <c:v>2.5999999999999999E-3</c:v>
                </c:pt>
                <c:pt idx="525">
                  <c:v>7.1000000000000004E-3</c:v>
                </c:pt>
                <c:pt idx="526">
                  <c:v>1.5699999999999999E-2</c:v>
                </c:pt>
                <c:pt idx="527">
                  <c:v>1.6799999999999999E-2</c:v>
                </c:pt>
                <c:pt idx="528">
                  <c:v>6.7000000000000002E-3</c:v>
                </c:pt>
                <c:pt idx="529">
                  <c:v>5.8999999999999999E-3</c:v>
                </c:pt>
                <c:pt idx="530">
                  <c:v>3.2000000000000002E-3</c:v>
                </c:pt>
                <c:pt idx="531">
                  <c:v>-1.8E-3</c:v>
                </c:pt>
                <c:pt idx="532">
                  <c:v>-5.9999999999999995E-4</c:v>
                </c:pt>
                <c:pt idx="533">
                  <c:v>6.9999999999999999E-4</c:v>
                </c:pt>
                <c:pt idx="534">
                  <c:v>-5.5999999999999999E-3</c:v>
                </c:pt>
                <c:pt idx="535">
                  <c:v>-6.8999999999999999E-3</c:v>
                </c:pt>
                <c:pt idx="536">
                  <c:v>-8.5000000000000006E-3</c:v>
                </c:pt>
                <c:pt idx="537">
                  <c:v>-1.6000000000000001E-3</c:v>
                </c:pt>
                <c:pt idx="538">
                  <c:v>-3.5999999999999999E-3</c:v>
                </c:pt>
                <c:pt idx="539">
                  <c:v>-4.0000000000000001E-3</c:v>
                </c:pt>
                <c:pt idx="540">
                  <c:v>1.5E-3</c:v>
                </c:pt>
                <c:pt idx="541">
                  <c:v>1.2800000000000001E-2</c:v>
                </c:pt>
                <c:pt idx="542">
                  <c:v>1.0999999999999999E-2</c:v>
                </c:pt>
                <c:pt idx="543">
                  <c:v>8.0000000000000002E-3</c:v>
                </c:pt>
                <c:pt idx="544">
                  <c:v>2.4E-2</c:v>
                </c:pt>
                <c:pt idx="545">
                  <c:v>2.6800000000000001E-2</c:v>
                </c:pt>
                <c:pt idx="546">
                  <c:v>1.8700000000000001E-2</c:v>
                </c:pt>
                <c:pt idx="547">
                  <c:v>1.7500000000000002E-2</c:v>
                </c:pt>
                <c:pt idx="548">
                  <c:v>1.3100000000000001E-2</c:v>
                </c:pt>
                <c:pt idx="549">
                  <c:v>1.78E-2</c:v>
                </c:pt>
                <c:pt idx="550">
                  <c:v>1.7500000000000002E-2</c:v>
                </c:pt>
                <c:pt idx="551">
                  <c:v>2.3999999999999998E-3</c:v>
                </c:pt>
                <c:pt idx="552">
                  <c:v>2.8E-3</c:v>
                </c:pt>
                <c:pt idx="553">
                  <c:v>2.7000000000000001E-3</c:v>
                </c:pt>
                <c:pt idx="554">
                  <c:v>-4.0000000000000001E-3</c:v>
                </c:pt>
                <c:pt idx="555">
                  <c:v>1.01E-2</c:v>
                </c:pt>
                <c:pt idx="556">
                  <c:v>2.2100000000000002E-2</c:v>
                </c:pt>
                <c:pt idx="557">
                  <c:v>2.2599999999999999E-2</c:v>
                </c:pt>
                <c:pt idx="558">
                  <c:v>3.6499999999999998E-2</c:v>
                </c:pt>
                <c:pt idx="559">
                  <c:v>3.3399999999999999E-2</c:v>
                </c:pt>
                <c:pt idx="560">
                  <c:v>2.76E-2</c:v>
                </c:pt>
                <c:pt idx="561">
                  <c:v>2.9100000000000001E-2</c:v>
                </c:pt>
                <c:pt idx="562">
                  <c:v>3.3000000000000002E-2</c:v>
                </c:pt>
                <c:pt idx="563">
                  <c:v>3.44E-2</c:v>
                </c:pt>
                <c:pt idx="564">
                  <c:v>3.3099999999999997E-2</c:v>
                </c:pt>
                <c:pt idx="565">
                  <c:v>4.1200000000000001E-2</c:v>
                </c:pt>
                <c:pt idx="566">
                  <c:v>4.0500000000000001E-2</c:v>
                </c:pt>
                <c:pt idx="567">
                  <c:v>3.7199999999999997E-2</c:v>
                </c:pt>
                <c:pt idx="568">
                  <c:v>3.9399999999999998E-2</c:v>
                </c:pt>
                <c:pt idx="569">
                  <c:v>4.0300000000000002E-2</c:v>
                </c:pt>
                <c:pt idx="570">
                  <c:v>3.95E-2</c:v>
                </c:pt>
                <c:pt idx="571">
                  <c:v>3.73E-2</c:v>
                </c:pt>
                <c:pt idx="572">
                  <c:v>3.3399999999999999E-2</c:v>
                </c:pt>
                <c:pt idx="573">
                  <c:v>3.5900000000000001E-2</c:v>
                </c:pt>
                <c:pt idx="574">
                  <c:v>3.9699999999999999E-2</c:v>
                </c:pt>
                <c:pt idx="575">
                  <c:v>3.8600000000000002E-2</c:v>
                </c:pt>
                <c:pt idx="576">
                  <c:v>4.2599999999999999E-2</c:v>
                </c:pt>
                <c:pt idx="577">
                  <c:v>3.9800000000000002E-2</c:v>
                </c:pt>
                <c:pt idx="578">
                  <c:v>3.9300000000000002E-2</c:v>
                </c:pt>
                <c:pt idx="579">
                  <c:v>3.0800000000000001E-2</c:v>
                </c:pt>
                <c:pt idx="580">
                  <c:v>3.1600000000000003E-2</c:v>
                </c:pt>
                <c:pt idx="581">
                  <c:v>3.1099999999999999E-2</c:v>
                </c:pt>
                <c:pt idx="582">
                  <c:v>3.6299999999999999E-2</c:v>
                </c:pt>
                <c:pt idx="583">
                  <c:v>3.8800000000000001E-2</c:v>
                </c:pt>
                <c:pt idx="584">
                  <c:v>4.2200000000000001E-2</c:v>
                </c:pt>
                <c:pt idx="585">
                  <c:v>4.1099999999999998E-2</c:v>
                </c:pt>
                <c:pt idx="586">
                  <c:v>4.7399999999999998E-2</c:v>
                </c:pt>
                <c:pt idx="587">
                  <c:v>5.0700000000000002E-2</c:v>
                </c:pt>
                <c:pt idx="588">
                  <c:v>5.0099999999999999E-2</c:v>
                </c:pt>
                <c:pt idx="589">
                  <c:v>4.9399999999999999E-2</c:v>
                </c:pt>
                <c:pt idx="590">
                  <c:v>5.33E-2</c:v>
                </c:pt>
                <c:pt idx="591">
                  <c:v>5.3600000000000002E-2</c:v>
                </c:pt>
                <c:pt idx="592">
                  <c:v>5.4800000000000001E-2</c:v>
                </c:pt>
                <c:pt idx="593">
                  <c:v>5.5899999999999998E-2</c:v>
                </c:pt>
                <c:pt idx="594">
                  <c:v>5.7200000000000001E-2</c:v>
                </c:pt>
                <c:pt idx="595">
                  <c:v>5.8400000000000001E-2</c:v>
                </c:pt>
                <c:pt idx="596">
                  <c:v>5.9900000000000002E-2</c:v>
                </c:pt>
                <c:pt idx="597">
                  <c:v>5.4800000000000001E-2</c:v>
                </c:pt>
                <c:pt idx="598">
                  <c:v>5.3999999999999999E-2</c:v>
                </c:pt>
                <c:pt idx="599">
                  <c:v>5.4800000000000001E-2</c:v>
                </c:pt>
                <c:pt idx="600">
                  <c:v>5.3499999999999999E-2</c:v>
                </c:pt>
                <c:pt idx="601">
                  <c:v>5.2200000000000003E-2</c:v>
                </c:pt>
                <c:pt idx="602">
                  <c:v>4.7500000000000001E-2</c:v>
                </c:pt>
                <c:pt idx="603">
                  <c:v>4.9200000000000001E-2</c:v>
                </c:pt>
                <c:pt idx="604">
                  <c:v>4.7300000000000002E-2</c:v>
                </c:pt>
                <c:pt idx="605">
                  <c:v>4.8599999999999997E-2</c:v>
                </c:pt>
                <c:pt idx="606">
                  <c:v>4.4600000000000001E-2</c:v>
                </c:pt>
                <c:pt idx="607">
                  <c:v>4.0599999999999997E-2</c:v>
                </c:pt>
                <c:pt idx="608">
                  <c:v>4.7699999999999999E-2</c:v>
                </c:pt>
                <c:pt idx="609">
                  <c:v>5.74E-2</c:v>
                </c:pt>
                <c:pt idx="610">
                  <c:v>5.8799999999999998E-2</c:v>
                </c:pt>
                <c:pt idx="611">
                  <c:v>5.7799999999999997E-2</c:v>
                </c:pt>
                <c:pt idx="612">
                  <c:v>5.6800000000000003E-2</c:v>
                </c:pt>
                <c:pt idx="613">
                  <c:v>5.4199999999999998E-2</c:v>
                </c:pt>
                <c:pt idx="614">
                  <c:v>5.2200000000000003E-2</c:v>
                </c:pt>
                <c:pt idx="615">
                  <c:v>5.28E-2</c:v>
                </c:pt>
                <c:pt idx="616">
                  <c:v>5.4100000000000002E-2</c:v>
                </c:pt>
                <c:pt idx="617">
                  <c:v>5.0500000000000003E-2</c:v>
                </c:pt>
                <c:pt idx="618">
                  <c:v>5.0200000000000002E-2</c:v>
                </c:pt>
                <c:pt idx="619">
                  <c:v>5.4199999999999998E-2</c:v>
                </c:pt>
                <c:pt idx="620">
                  <c:v>5.1299999999999998E-2</c:v>
                </c:pt>
                <c:pt idx="621">
                  <c:v>5.5899999999999998E-2</c:v>
                </c:pt>
                <c:pt idx="622">
                  <c:v>5.6599999999999998E-2</c:v>
                </c:pt>
                <c:pt idx="623">
                  <c:v>5.8500000000000003E-2</c:v>
                </c:pt>
                <c:pt idx="624">
                  <c:v>6.3299999999999995E-2</c:v>
                </c:pt>
                <c:pt idx="625">
                  <c:v>6.1899999999999997E-2</c:v>
                </c:pt>
                <c:pt idx="626">
                  <c:v>6.1100000000000002E-2</c:v>
                </c:pt>
                <c:pt idx="627">
                  <c:v>6.0100000000000001E-2</c:v>
                </c:pt>
                <c:pt idx="628">
                  <c:v>6.3200000000000006E-2</c:v>
                </c:pt>
                <c:pt idx="629">
                  <c:v>6.2199999999999998E-2</c:v>
                </c:pt>
                <c:pt idx="630">
                  <c:v>6.1600000000000002E-2</c:v>
                </c:pt>
                <c:pt idx="631">
                  <c:v>6.4899999999999999E-2</c:v>
                </c:pt>
                <c:pt idx="632">
                  <c:v>6.6500000000000004E-2</c:v>
                </c:pt>
                <c:pt idx="633">
                  <c:v>6.6500000000000004E-2</c:v>
                </c:pt>
                <c:pt idx="634">
                  <c:v>6.3899999999999998E-2</c:v>
                </c:pt>
                <c:pt idx="635">
                  <c:v>6.5699999999999995E-2</c:v>
                </c:pt>
                <c:pt idx="636">
                  <c:v>6.5299999999999997E-2</c:v>
                </c:pt>
                <c:pt idx="637">
                  <c:v>6.9900000000000004E-2</c:v>
                </c:pt>
                <c:pt idx="638">
                  <c:v>6.88E-2</c:v>
                </c:pt>
                <c:pt idx="639">
                  <c:v>6.7299999999999999E-2</c:v>
                </c:pt>
                <c:pt idx="640">
                  <c:v>6.7400000000000002E-2</c:v>
                </c:pt>
                <c:pt idx="641">
                  <c:v>7.0599999999999996E-2</c:v>
                </c:pt>
                <c:pt idx="642">
                  <c:v>6.8199999999999997E-2</c:v>
                </c:pt>
                <c:pt idx="643">
                  <c:v>6.8599999999999994E-2</c:v>
                </c:pt>
                <c:pt idx="644">
                  <c:v>6.8500000000000005E-2</c:v>
                </c:pt>
                <c:pt idx="645">
                  <c:v>6.8099999999999994E-2</c:v>
                </c:pt>
                <c:pt idx="646">
                  <c:v>6.6400000000000001E-2</c:v>
                </c:pt>
                <c:pt idx="647">
                  <c:v>6.7799999999999999E-2</c:v>
                </c:pt>
                <c:pt idx="648">
                  <c:v>6.6400000000000001E-2</c:v>
                </c:pt>
                <c:pt idx="649">
                  <c:v>6.8199999999999997E-2</c:v>
                </c:pt>
                <c:pt idx="650">
                  <c:v>7.4700000000000003E-2</c:v>
                </c:pt>
                <c:pt idx="651">
                  <c:v>7.4399999999999994E-2</c:v>
                </c:pt>
                <c:pt idx="652">
                  <c:v>7.3700000000000002E-2</c:v>
                </c:pt>
                <c:pt idx="653">
                  <c:v>7.7499999999999999E-2</c:v>
                </c:pt>
                <c:pt idx="654">
                  <c:v>7.8899999999999998E-2</c:v>
                </c:pt>
                <c:pt idx="655">
                  <c:v>7.8700000000000006E-2</c:v>
                </c:pt>
                <c:pt idx="656">
                  <c:v>8.1299999999999997E-2</c:v>
                </c:pt>
                <c:pt idx="657">
                  <c:v>8.1799999999999998E-2</c:v>
                </c:pt>
                <c:pt idx="658">
                  <c:v>8.4099999999999994E-2</c:v>
                </c:pt>
                <c:pt idx="659">
                  <c:v>8.1299999999999997E-2</c:v>
                </c:pt>
                <c:pt idx="660">
                  <c:v>8.4900000000000003E-2</c:v>
                </c:pt>
                <c:pt idx="661">
                  <c:v>8.2699999999999996E-2</c:v>
                </c:pt>
                <c:pt idx="662">
                  <c:v>8.2199999999999995E-2</c:v>
                </c:pt>
                <c:pt idx="663">
                  <c:v>8.2199999999999995E-2</c:v>
                </c:pt>
                <c:pt idx="664">
                  <c:v>8.4199999999999997E-2</c:v>
                </c:pt>
                <c:pt idx="665">
                  <c:v>8.3699999999999997E-2</c:v>
                </c:pt>
                <c:pt idx="666">
                  <c:v>8.2900000000000001E-2</c:v>
                </c:pt>
                <c:pt idx="667">
                  <c:v>7.8600000000000003E-2</c:v>
                </c:pt>
                <c:pt idx="668">
                  <c:v>7.7799999999999994E-2</c:v>
                </c:pt>
                <c:pt idx="669">
                  <c:v>7.9399999999999998E-2</c:v>
                </c:pt>
                <c:pt idx="670">
                  <c:v>7.5300000000000006E-2</c:v>
                </c:pt>
                <c:pt idx="671">
                  <c:v>7.3800000000000004E-2</c:v>
                </c:pt>
                <c:pt idx="672">
                  <c:v>7.3200000000000001E-2</c:v>
                </c:pt>
                <c:pt idx="673">
                  <c:v>7.8E-2</c:v>
                </c:pt>
                <c:pt idx="674">
                  <c:v>7.3599999999999999E-2</c:v>
                </c:pt>
                <c:pt idx="675">
                  <c:v>7.6100000000000001E-2</c:v>
                </c:pt>
                <c:pt idx="676">
                  <c:v>7.5600000000000001E-2</c:v>
                </c:pt>
                <c:pt idx="677">
                  <c:v>7.5600000000000001E-2</c:v>
                </c:pt>
                <c:pt idx="678">
                  <c:v>7.5800000000000006E-2</c:v>
                </c:pt>
                <c:pt idx="679">
                  <c:v>7.5399999999999995E-2</c:v>
                </c:pt>
                <c:pt idx="680">
                  <c:v>7.9899999999999999E-2</c:v>
                </c:pt>
                <c:pt idx="681">
                  <c:v>7.9399999999999998E-2</c:v>
                </c:pt>
                <c:pt idx="682">
                  <c:v>7.7499999999999999E-2</c:v>
                </c:pt>
                <c:pt idx="683">
                  <c:v>7.8600000000000003E-2</c:v>
                </c:pt>
                <c:pt idx="684">
                  <c:v>7.9200000000000007E-2</c:v>
                </c:pt>
                <c:pt idx="685">
                  <c:v>7.9600000000000004E-2</c:v>
                </c:pt>
                <c:pt idx="686">
                  <c:v>8.1799999999999998E-2</c:v>
                </c:pt>
                <c:pt idx="687">
                  <c:v>8.0399999999999999E-2</c:v>
                </c:pt>
                <c:pt idx="688">
                  <c:v>8.1500000000000003E-2</c:v>
                </c:pt>
                <c:pt idx="689">
                  <c:v>8.1699999999999995E-2</c:v>
                </c:pt>
                <c:pt idx="690">
                  <c:v>8.2900000000000001E-2</c:v>
                </c:pt>
                <c:pt idx="691">
                  <c:v>8.4000000000000005E-2</c:v>
                </c:pt>
                <c:pt idx="692">
                  <c:v>8.1900000000000001E-2</c:v>
                </c:pt>
                <c:pt idx="693">
                  <c:v>8.3599999999999994E-2</c:v>
                </c:pt>
                <c:pt idx="694">
                  <c:v>8.4199999999999997E-2</c:v>
                </c:pt>
                <c:pt idx="695">
                  <c:v>8.2500000000000004E-2</c:v>
                </c:pt>
                <c:pt idx="696">
                  <c:v>7.9299999999999995E-2</c:v>
                </c:pt>
                <c:pt idx="697">
                  <c:v>7.7499999999999999E-2</c:v>
                </c:pt>
                <c:pt idx="698">
                  <c:v>8.0600000000000005E-2</c:v>
                </c:pt>
                <c:pt idx="699">
                  <c:v>0.08</c:v>
                </c:pt>
                <c:pt idx="700">
                  <c:v>8.1699999999999995E-2</c:v>
                </c:pt>
                <c:pt idx="701">
                  <c:v>8.5599999999999996E-2</c:v>
                </c:pt>
                <c:pt idx="702">
                  <c:v>8.4500000000000006E-2</c:v>
                </c:pt>
                <c:pt idx="703">
                  <c:v>8.5400000000000004E-2</c:v>
                </c:pt>
                <c:pt idx="704">
                  <c:v>8.7099999999999997E-2</c:v>
                </c:pt>
                <c:pt idx="705">
                  <c:v>9.06E-2</c:v>
                </c:pt>
                <c:pt idx="706">
                  <c:v>9.11E-2</c:v>
                </c:pt>
                <c:pt idx="707">
                  <c:v>9.0499999999999997E-2</c:v>
                </c:pt>
                <c:pt idx="708">
                  <c:v>9.4899999999999998E-2</c:v>
                </c:pt>
                <c:pt idx="709">
                  <c:v>9.5600000000000004E-2</c:v>
                </c:pt>
                <c:pt idx="710">
                  <c:v>9.69E-2</c:v>
                </c:pt>
                <c:pt idx="711">
                  <c:v>9.5000000000000001E-2</c:v>
                </c:pt>
                <c:pt idx="712">
                  <c:v>9.2799999999999994E-2</c:v>
                </c:pt>
                <c:pt idx="713">
                  <c:v>9.3399999999999997E-2</c:v>
                </c:pt>
                <c:pt idx="714">
                  <c:v>9.6699999999999994E-2</c:v>
                </c:pt>
                <c:pt idx="715">
                  <c:v>9.6799999999999997E-2</c:v>
                </c:pt>
                <c:pt idx="716">
                  <c:v>9.6699999999999994E-2</c:v>
                </c:pt>
                <c:pt idx="717">
                  <c:v>9.6699999999999994E-2</c:v>
                </c:pt>
                <c:pt idx="718">
                  <c:v>9.5899999999999999E-2</c:v>
                </c:pt>
                <c:pt idx="719">
                  <c:v>9.69E-2</c:v>
                </c:pt>
                <c:pt idx="720">
                  <c:v>9.74E-2</c:v>
                </c:pt>
                <c:pt idx="721">
                  <c:v>0.10050000000000001</c:v>
                </c:pt>
                <c:pt idx="722">
                  <c:v>0.10009999999999999</c:v>
                </c:pt>
                <c:pt idx="723">
                  <c:v>0.1016</c:v>
                </c:pt>
                <c:pt idx="724">
                  <c:v>0.1018</c:v>
                </c:pt>
                <c:pt idx="725">
                  <c:v>0.1021</c:v>
                </c:pt>
                <c:pt idx="726">
                  <c:v>9.8000000000000004E-2</c:v>
                </c:pt>
                <c:pt idx="727">
                  <c:v>9.8900000000000002E-2</c:v>
                </c:pt>
                <c:pt idx="728">
                  <c:v>0.1003</c:v>
                </c:pt>
                <c:pt idx="729">
                  <c:v>9.6500000000000002E-2</c:v>
                </c:pt>
                <c:pt idx="730">
                  <c:v>9.4600000000000004E-2</c:v>
                </c:pt>
                <c:pt idx="731">
                  <c:v>9.2299999999999993E-2</c:v>
                </c:pt>
                <c:pt idx="732">
                  <c:v>9.0200000000000002E-2</c:v>
                </c:pt>
                <c:pt idx="733">
                  <c:v>9.0800000000000006E-2</c:v>
                </c:pt>
                <c:pt idx="734">
                  <c:v>9.0499999999999997E-2</c:v>
                </c:pt>
                <c:pt idx="735">
                  <c:v>8.48E-2</c:v>
                </c:pt>
                <c:pt idx="736">
                  <c:v>8.5599999999999996E-2</c:v>
                </c:pt>
                <c:pt idx="737">
                  <c:v>8.6800000000000002E-2</c:v>
                </c:pt>
                <c:pt idx="738">
                  <c:v>8.4900000000000003E-2</c:v>
                </c:pt>
                <c:pt idx="739">
                  <c:v>8.8300000000000003E-2</c:v>
                </c:pt>
                <c:pt idx="740">
                  <c:v>8.7400000000000005E-2</c:v>
                </c:pt>
                <c:pt idx="741">
                  <c:v>7.9899999999999999E-2</c:v>
                </c:pt>
                <c:pt idx="742">
                  <c:v>6.8900000000000003E-2</c:v>
                </c:pt>
                <c:pt idx="743">
                  <c:v>7.1999999999999995E-2</c:v>
                </c:pt>
                <c:pt idx="744">
                  <c:v>7.5300000000000006E-2</c:v>
                </c:pt>
                <c:pt idx="745">
                  <c:v>7.2599999999999998E-2</c:v>
                </c:pt>
                <c:pt idx="746">
                  <c:v>7.5999999999999998E-2</c:v>
                </c:pt>
                <c:pt idx="747">
                  <c:v>7.8299999999999995E-2</c:v>
                </c:pt>
                <c:pt idx="748">
                  <c:v>8.0199999999999994E-2</c:v>
                </c:pt>
                <c:pt idx="749">
                  <c:v>8.2500000000000004E-2</c:v>
                </c:pt>
                <c:pt idx="750">
                  <c:v>8.8599999999999998E-2</c:v>
                </c:pt>
                <c:pt idx="751">
                  <c:v>8.5500000000000007E-2</c:v>
                </c:pt>
                <c:pt idx="752">
                  <c:v>8.77E-2</c:v>
                </c:pt>
                <c:pt idx="753">
                  <c:v>8.5099999999999995E-2</c:v>
                </c:pt>
                <c:pt idx="754">
                  <c:v>8.4699999999999998E-2</c:v>
                </c:pt>
                <c:pt idx="755">
                  <c:v>8.2600000000000007E-2</c:v>
                </c:pt>
                <c:pt idx="756">
                  <c:v>7.9699999999999993E-2</c:v>
                </c:pt>
                <c:pt idx="757">
                  <c:v>7.8100000000000003E-2</c:v>
                </c:pt>
                <c:pt idx="758">
                  <c:v>7.9799999999999996E-2</c:v>
                </c:pt>
                <c:pt idx="759">
                  <c:v>7.9600000000000004E-2</c:v>
                </c:pt>
                <c:pt idx="760">
                  <c:v>8.5699999999999998E-2</c:v>
                </c:pt>
                <c:pt idx="761">
                  <c:v>8.6300000000000002E-2</c:v>
                </c:pt>
                <c:pt idx="762">
                  <c:v>7.3599999999999999E-2</c:v>
                </c:pt>
                <c:pt idx="763">
                  <c:v>4.7300000000000002E-2</c:v>
                </c:pt>
                <c:pt idx="764">
                  <c:v>5.11E-2</c:v>
                </c:pt>
                <c:pt idx="765">
                  <c:v>4.5999999999999999E-2</c:v>
                </c:pt>
                <c:pt idx="766">
                  <c:v>4.19E-2</c:v>
                </c:pt>
                <c:pt idx="767">
                  <c:v>3.4500000000000003E-2</c:v>
                </c:pt>
                <c:pt idx="768">
                  <c:v>3.2199999999999999E-2</c:v>
                </c:pt>
                <c:pt idx="769">
                  <c:v>5.67E-2</c:v>
                </c:pt>
                <c:pt idx="770">
                  <c:v>4.0899999999999999E-2</c:v>
                </c:pt>
                <c:pt idx="771">
                  <c:v>0.02</c:v>
                </c:pt>
                <c:pt idx="772">
                  <c:v>2.7099999999999999E-2</c:v>
                </c:pt>
                <c:pt idx="773">
                  <c:v>3.3500000000000002E-2</c:v>
                </c:pt>
                <c:pt idx="774">
                  <c:v>3.8399999999999997E-2</c:v>
                </c:pt>
                <c:pt idx="775">
                  <c:v>3.7100000000000001E-2</c:v>
                </c:pt>
                <c:pt idx="776">
                  <c:v>7.2099999999999997E-2</c:v>
                </c:pt>
                <c:pt idx="777">
                  <c:v>7.3999999999999996E-2</c:v>
                </c:pt>
                <c:pt idx="778">
                  <c:v>5.2299999999999999E-2</c:v>
                </c:pt>
                <c:pt idx="779">
                  <c:v>4.3700000000000003E-2</c:v>
                </c:pt>
                <c:pt idx="780">
                  <c:v>4.82E-2</c:v>
                </c:pt>
                <c:pt idx="781">
                  <c:v>6.5299999999999997E-2</c:v>
                </c:pt>
                <c:pt idx="782">
                  <c:v>5.3600000000000002E-2</c:v>
                </c:pt>
                <c:pt idx="783">
                  <c:v>5.9799999999999999E-2</c:v>
                </c:pt>
                <c:pt idx="784">
                  <c:v>6.0600000000000001E-2</c:v>
                </c:pt>
                <c:pt idx="785">
                  <c:v>6.8599999999999994E-2</c:v>
                </c:pt>
                <c:pt idx="786">
                  <c:v>7.6200000000000004E-2</c:v>
                </c:pt>
                <c:pt idx="787">
                  <c:v>6.5299999999999997E-2</c:v>
                </c:pt>
                <c:pt idx="788">
                  <c:v>7.5399999999999995E-2</c:v>
                </c:pt>
                <c:pt idx="789">
                  <c:v>6.3E-2</c:v>
                </c:pt>
                <c:pt idx="790">
                  <c:v>6.6799999999999998E-2</c:v>
                </c:pt>
                <c:pt idx="791">
                  <c:v>5.74E-2</c:v>
                </c:pt>
                <c:pt idx="792">
                  <c:v>7.4099999999999999E-2</c:v>
                </c:pt>
                <c:pt idx="793">
                  <c:v>6.6699999999999995E-2</c:v>
                </c:pt>
                <c:pt idx="794">
                  <c:v>6.7100000000000007E-2</c:v>
                </c:pt>
                <c:pt idx="795">
                  <c:v>7.0599999999999996E-2</c:v>
                </c:pt>
                <c:pt idx="796">
                  <c:v>6.9800000000000001E-2</c:v>
                </c:pt>
                <c:pt idx="797">
                  <c:v>7.3700000000000002E-2</c:v>
                </c:pt>
                <c:pt idx="798">
                  <c:v>6.3399999999999998E-2</c:v>
                </c:pt>
                <c:pt idx="799">
                  <c:v>5.4100000000000002E-2</c:v>
                </c:pt>
                <c:pt idx="800">
                  <c:v>7.22E-2</c:v>
                </c:pt>
                <c:pt idx="801">
                  <c:v>6.6600000000000006E-2</c:v>
                </c:pt>
                <c:pt idx="802">
                  <c:v>6.8699999999999997E-2</c:v>
                </c:pt>
                <c:pt idx="803">
                  <c:v>7.1599999999999997E-2</c:v>
                </c:pt>
                <c:pt idx="804">
                  <c:v>7.3400000000000007E-2</c:v>
                </c:pt>
                <c:pt idx="805">
                  <c:v>5.4100000000000002E-2</c:v>
                </c:pt>
                <c:pt idx="806">
                  <c:v>3.4599999999999999E-2</c:v>
                </c:pt>
                <c:pt idx="807">
                  <c:v>1.72E-2</c:v>
                </c:pt>
                <c:pt idx="808">
                  <c:v>-3.2000000000000002E-3</c:v>
                </c:pt>
                <c:pt idx="809">
                  <c:v>2.8199999999999999E-2</c:v>
                </c:pt>
                <c:pt idx="810">
                  <c:v>3.49E-2</c:v>
                </c:pt>
                <c:pt idx="811">
                  <c:v>3.09E-2</c:v>
                </c:pt>
                <c:pt idx="812">
                  <c:v>2.5700000000000001E-2</c:v>
                </c:pt>
                <c:pt idx="813">
                  <c:v>2.8500000000000001E-2</c:v>
                </c:pt>
                <c:pt idx="814">
                  <c:v>4.02E-2</c:v>
                </c:pt>
                <c:pt idx="815">
                  <c:v>5.04E-2</c:v>
                </c:pt>
                <c:pt idx="816">
                  <c:v>5.2400000000000002E-2</c:v>
                </c:pt>
                <c:pt idx="817">
                  <c:v>2.87E-2</c:v>
                </c:pt>
                <c:pt idx="818">
                  <c:v>1.17E-2</c:v>
                </c:pt>
                <c:pt idx="819">
                  <c:v>2.2000000000000001E-3</c:v>
                </c:pt>
                <c:pt idx="820">
                  <c:v>-3.5000000000000001E-3</c:v>
                </c:pt>
                <c:pt idx="821">
                  <c:v>8.6E-3</c:v>
                </c:pt>
                <c:pt idx="822">
                  <c:v>1.15E-2</c:v>
                </c:pt>
                <c:pt idx="823">
                  <c:v>2.4299999999999999E-2</c:v>
                </c:pt>
                <c:pt idx="824">
                  <c:v>1.6E-2</c:v>
                </c:pt>
                <c:pt idx="825">
                  <c:v>1.5299999999999999E-2</c:v>
                </c:pt>
                <c:pt idx="826">
                  <c:v>2.1499999999999998E-2</c:v>
                </c:pt>
                <c:pt idx="827">
                  <c:v>2.4E-2</c:v>
                </c:pt>
                <c:pt idx="828">
                  <c:v>4.2700000000000002E-2</c:v>
                </c:pt>
                <c:pt idx="829">
                  <c:v>4.2700000000000002E-2</c:v>
                </c:pt>
                <c:pt idx="830">
                  <c:v>4.65E-2</c:v>
                </c:pt>
                <c:pt idx="831">
                  <c:v>4.6699999999999998E-2</c:v>
                </c:pt>
                <c:pt idx="832">
                  <c:v>4.9700000000000001E-2</c:v>
                </c:pt>
                <c:pt idx="833">
                  <c:v>2.5899999999999999E-2</c:v>
                </c:pt>
                <c:pt idx="834">
                  <c:v>1.34E-2</c:v>
                </c:pt>
                <c:pt idx="835">
                  <c:v>1.8499999999999999E-2</c:v>
                </c:pt>
                <c:pt idx="836">
                  <c:v>2.18E-2</c:v>
                </c:pt>
                <c:pt idx="837">
                  <c:v>0.02</c:v>
                </c:pt>
                <c:pt idx="838">
                  <c:v>2.9100000000000001E-2</c:v>
                </c:pt>
                <c:pt idx="839">
                  <c:v>2.4799999999999999E-2</c:v>
                </c:pt>
                <c:pt idx="840">
                  <c:v>2.0799999999999999E-2</c:v>
                </c:pt>
                <c:pt idx="841">
                  <c:v>4.8099999999999997E-2</c:v>
                </c:pt>
                <c:pt idx="842">
                  <c:v>8.7900000000000006E-2</c:v>
                </c:pt>
                <c:pt idx="843">
                  <c:v>7.8700000000000006E-2</c:v>
                </c:pt>
                <c:pt idx="844">
                  <c:v>8.7999999999999995E-2</c:v>
                </c:pt>
                <c:pt idx="845">
                  <c:v>9.6799999999999997E-2</c:v>
                </c:pt>
                <c:pt idx="846">
                  <c:v>9.0899999999999995E-2</c:v>
                </c:pt>
                <c:pt idx="847">
                  <c:v>7.2400000000000006E-2</c:v>
                </c:pt>
                <c:pt idx="848">
                  <c:v>7.2300000000000003E-2</c:v>
                </c:pt>
                <c:pt idx="849">
                  <c:v>7.5999999999999998E-2</c:v>
                </c:pt>
                <c:pt idx="850">
                  <c:v>9.69E-2</c:v>
                </c:pt>
                <c:pt idx="851">
                  <c:v>9.9699999999999997E-2</c:v>
                </c:pt>
                <c:pt idx="852">
                  <c:v>9.4899999999999998E-2</c:v>
                </c:pt>
                <c:pt idx="853">
                  <c:v>0.1031</c:v>
                </c:pt>
                <c:pt idx="854">
                  <c:v>0.11609999999999999</c:v>
                </c:pt>
                <c:pt idx="855">
                  <c:v>0.1067</c:v>
                </c:pt>
                <c:pt idx="856">
                  <c:v>0.1084</c:v>
                </c:pt>
                <c:pt idx="857">
                  <c:v>7.5899999999999995E-2</c:v>
                </c:pt>
                <c:pt idx="858">
                  <c:v>5.5500000000000001E-2</c:v>
                </c:pt>
                <c:pt idx="859">
                  <c:v>6.6199999999999995E-2</c:v>
                </c:pt>
                <c:pt idx="860">
                  <c:v>7.9600000000000004E-2</c:v>
                </c:pt>
                <c:pt idx="861">
                  <c:v>9.2700000000000005E-2</c:v>
                </c:pt>
                <c:pt idx="862">
                  <c:v>9.0399999999999994E-2</c:v>
                </c:pt>
                <c:pt idx="863">
                  <c:v>9.35E-2</c:v>
                </c:pt>
                <c:pt idx="864">
                  <c:v>9.6299999999999997E-2</c:v>
                </c:pt>
                <c:pt idx="865">
                  <c:v>9.5600000000000004E-2</c:v>
                </c:pt>
                <c:pt idx="866">
                  <c:v>0.10920000000000001</c:v>
                </c:pt>
                <c:pt idx="867">
                  <c:v>0.112</c:v>
                </c:pt>
                <c:pt idx="868">
                  <c:v>0.1145</c:v>
                </c:pt>
                <c:pt idx="869">
                  <c:v>0.1162</c:v>
                </c:pt>
                <c:pt idx="870">
                  <c:v>0.13500000000000001</c:v>
                </c:pt>
                <c:pt idx="871">
                  <c:v>0.1268</c:v>
                </c:pt>
                <c:pt idx="872">
                  <c:v>0.123</c:v>
                </c:pt>
                <c:pt idx="873">
                  <c:v>0.1135</c:v>
                </c:pt>
                <c:pt idx="874">
                  <c:v>0.1071</c:v>
                </c:pt>
                <c:pt idx="875">
                  <c:v>0.1076</c:v>
                </c:pt>
                <c:pt idx="876">
                  <c:v>0.1009</c:v>
                </c:pt>
                <c:pt idx="877">
                  <c:v>7.8700000000000006E-2</c:v>
                </c:pt>
                <c:pt idx="878">
                  <c:v>7.1800000000000003E-2</c:v>
                </c:pt>
                <c:pt idx="879">
                  <c:v>8.09E-2</c:v>
                </c:pt>
                <c:pt idx="880">
                  <c:v>8.1500000000000003E-2</c:v>
                </c:pt>
                <c:pt idx="881">
                  <c:v>7.7899999999999997E-2</c:v>
                </c:pt>
                <c:pt idx="882">
                  <c:v>7.0400000000000004E-2</c:v>
                </c:pt>
                <c:pt idx="883">
                  <c:v>6.9500000000000006E-2</c:v>
                </c:pt>
                <c:pt idx="884">
                  <c:v>9.6600000000000005E-2</c:v>
                </c:pt>
                <c:pt idx="885">
                  <c:v>9.6699999999999994E-2</c:v>
                </c:pt>
                <c:pt idx="886">
                  <c:v>0.1038</c:v>
                </c:pt>
                <c:pt idx="887">
                  <c:v>0.1211</c:v>
                </c:pt>
                <c:pt idx="888">
                  <c:v>0.1172</c:v>
                </c:pt>
                <c:pt idx="889">
                  <c:v>0.12470000000000001</c:v>
                </c:pt>
                <c:pt idx="890">
                  <c:v>0.13789999999999999</c:v>
                </c:pt>
                <c:pt idx="891">
                  <c:v>0.15010000000000001</c:v>
                </c:pt>
                <c:pt idx="892">
                  <c:v>0.14169999999999999</c:v>
                </c:pt>
                <c:pt idx="893">
                  <c:v>0.13500000000000001</c:v>
                </c:pt>
                <c:pt idx="894">
                  <c:v>0.14860000000000001</c:v>
                </c:pt>
                <c:pt idx="895">
                  <c:v>0.14269999999999999</c:v>
                </c:pt>
                <c:pt idx="896">
                  <c:v>0.12759999999999999</c:v>
                </c:pt>
                <c:pt idx="897">
                  <c:v>0.1056</c:v>
                </c:pt>
                <c:pt idx="898">
                  <c:v>0.12039999999999999</c:v>
                </c:pt>
                <c:pt idx="899">
                  <c:v>0.1216</c:v>
                </c:pt>
                <c:pt idx="900">
                  <c:v>0.11119999999999999</c:v>
                </c:pt>
                <c:pt idx="901">
                  <c:v>8.5000000000000006E-2</c:v>
                </c:pt>
                <c:pt idx="902">
                  <c:v>3.6999999999999998E-2</c:v>
                </c:pt>
                <c:pt idx="903">
                  <c:v>4.9500000000000002E-2</c:v>
                </c:pt>
                <c:pt idx="904">
                  <c:v>3.6499999999999998E-2</c:v>
                </c:pt>
                <c:pt idx="905">
                  <c:v>0.1003</c:v>
                </c:pt>
                <c:pt idx="906">
                  <c:v>8.9499999999999996E-2</c:v>
                </c:pt>
                <c:pt idx="907">
                  <c:v>9.4299999999999995E-2</c:v>
                </c:pt>
                <c:pt idx="908">
                  <c:v>9.7199999999999995E-2</c:v>
                </c:pt>
                <c:pt idx="909">
                  <c:v>7.4700000000000003E-2</c:v>
                </c:pt>
                <c:pt idx="910">
                  <c:v>7.9100000000000004E-2</c:v>
                </c:pt>
                <c:pt idx="911">
                  <c:v>8.0299999999999996E-2</c:v>
                </c:pt>
                <c:pt idx="912">
                  <c:v>8.3900000000000002E-2</c:v>
                </c:pt>
                <c:pt idx="913">
                  <c:v>7.6100000000000001E-2</c:v>
                </c:pt>
                <c:pt idx="914">
                  <c:v>9.4500000000000001E-2</c:v>
                </c:pt>
                <c:pt idx="915">
                  <c:v>8.9599999999999999E-2</c:v>
                </c:pt>
                <c:pt idx="916">
                  <c:v>0.1009</c:v>
                </c:pt>
                <c:pt idx="917">
                  <c:v>9.7199999999999995E-2</c:v>
                </c:pt>
                <c:pt idx="918">
                  <c:v>9.4899999999999998E-2</c:v>
                </c:pt>
                <c:pt idx="919">
                  <c:v>8.6900000000000005E-2</c:v>
                </c:pt>
                <c:pt idx="920">
                  <c:v>9.5899999999999999E-2</c:v>
                </c:pt>
                <c:pt idx="921">
                  <c:v>0.10639999999999999</c:v>
                </c:pt>
                <c:pt idx="922">
                  <c:v>0.1055</c:v>
                </c:pt>
                <c:pt idx="923">
                  <c:v>0.10630000000000001</c:v>
                </c:pt>
                <c:pt idx="924">
                  <c:v>0.13120000000000001</c:v>
                </c:pt>
                <c:pt idx="925">
                  <c:v>0.13289999999999999</c:v>
                </c:pt>
                <c:pt idx="926">
                  <c:v>0.14660000000000001</c:v>
                </c:pt>
                <c:pt idx="927">
                  <c:v>0.13869999999999999</c:v>
                </c:pt>
                <c:pt idx="928">
                  <c:v>0.1419</c:v>
                </c:pt>
                <c:pt idx="929">
                  <c:v>0.12970000000000001</c:v>
                </c:pt>
                <c:pt idx="930">
                  <c:v>0.1341</c:v>
                </c:pt>
                <c:pt idx="931">
                  <c:v>0.1308</c:v>
                </c:pt>
                <c:pt idx="932">
                  <c:v>0.1198</c:v>
                </c:pt>
                <c:pt idx="933">
                  <c:v>0.12180000000000001</c:v>
                </c:pt>
                <c:pt idx="934">
                  <c:v>0.1295</c:v>
                </c:pt>
                <c:pt idx="935">
                  <c:v>0.1242</c:v>
                </c:pt>
                <c:pt idx="936">
                  <c:v>0.14430000000000001</c:v>
                </c:pt>
                <c:pt idx="937">
                  <c:v>0.1507</c:v>
                </c:pt>
                <c:pt idx="938">
                  <c:v>0.14130000000000001</c:v>
                </c:pt>
                <c:pt idx="939">
                  <c:v>0.1487</c:v>
                </c:pt>
                <c:pt idx="940">
                  <c:v>0.16700000000000001</c:v>
                </c:pt>
                <c:pt idx="941">
                  <c:v>0.1804</c:v>
                </c:pt>
                <c:pt idx="942">
                  <c:v>0.18740000000000001</c:v>
                </c:pt>
                <c:pt idx="943">
                  <c:v>0.1867</c:v>
                </c:pt>
                <c:pt idx="944">
                  <c:v>0.19739999999999999</c:v>
                </c:pt>
                <c:pt idx="945">
                  <c:v>0.1928</c:v>
                </c:pt>
                <c:pt idx="946">
                  <c:v>0.18890000000000001</c:v>
                </c:pt>
                <c:pt idx="947">
                  <c:v>0.19570000000000001</c:v>
                </c:pt>
                <c:pt idx="948">
                  <c:v>0.19919999999999999</c:v>
                </c:pt>
                <c:pt idx="949">
                  <c:v>0.20250000000000001</c:v>
                </c:pt>
                <c:pt idx="950">
                  <c:v>0.20050000000000001</c:v>
                </c:pt>
                <c:pt idx="951">
                  <c:v>0.2087</c:v>
                </c:pt>
                <c:pt idx="952">
                  <c:v>0.20649999999999999</c:v>
                </c:pt>
                <c:pt idx="953">
                  <c:v>0.22339999999999999</c:v>
                </c:pt>
                <c:pt idx="954">
                  <c:v>0.22739999999999999</c:v>
                </c:pt>
                <c:pt idx="955">
                  <c:v>0.22800000000000001</c:v>
                </c:pt>
                <c:pt idx="956">
                  <c:v>0.22620000000000001</c:v>
                </c:pt>
                <c:pt idx="957">
                  <c:v>0.2271</c:v>
                </c:pt>
                <c:pt idx="958">
                  <c:v>0.22600000000000001</c:v>
                </c:pt>
                <c:pt idx="959">
                  <c:v>0.22500000000000001</c:v>
                </c:pt>
                <c:pt idx="960">
                  <c:v>0.22889999999999999</c:v>
                </c:pt>
                <c:pt idx="961">
                  <c:v>0.22650000000000001</c:v>
                </c:pt>
                <c:pt idx="962">
                  <c:v>0.2248</c:v>
                </c:pt>
                <c:pt idx="963">
                  <c:v>0.2273</c:v>
                </c:pt>
                <c:pt idx="964">
                  <c:v>0.22620000000000001</c:v>
                </c:pt>
                <c:pt idx="965">
                  <c:v>0.23</c:v>
                </c:pt>
                <c:pt idx="966">
                  <c:v>0.22969999999999999</c:v>
                </c:pt>
                <c:pt idx="967">
                  <c:v>0.23369999999999999</c:v>
                </c:pt>
                <c:pt idx="968">
                  <c:v>0.23699999999999999</c:v>
                </c:pt>
                <c:pt idx="969">
                  <c:v>0.23860000000000001</c:v>
                </c:pt>
                <c:pt idx="970">
                  <c:v>0.22509999999999999</c:v>
                </c:pt>
                <c:pt idx="971">
                  <c:v>0.2261</c:v>
                </c:pt>
                <c:pt idx="972">
                  <c:v>0.23180000000000001</c:v>
                </c:pt>
                <c:pt idx="973">
                  <c:v>0.222</c:v>
                </c:pt>
                <c:pt idx="974">
                  <c:v>0.22389999999999999</c:v>
                </c:pt>
                <c:pt idx="975">
                  <c:v>0.22289999999999999</c:v>
                </c:pt>
                <c:pt idx="976">
                  <c:v>0.21920000000000001</c:v>
                </c:pt>
                <c:pt idx="977">
                  <c:v>0.2326</c:v>
                </c:pt>
                <c:pt idx="978">
                  <c:v>0.23369999999999999</c:v>
                </c:pt>
                <c:pt idx="979">
                  <c:v>0.24129999999999999</c:v>
                </c:pt>
                <c:pt idx="980">
                  <c:v>0.246</c:v>
                </c:pt>
                <c:pt idx="981">
                  <c:v>0.22600000000000001</c:v>
                </c:pt>
                <c:pt idx="982">
                  <c:v>0.2288</c:v>
                </c:pt>
                <c:pt idx="983">
                  <c:v>0.2346</c:v>
                </c:pt>
                <c:pt idx="984">
                  <c:v>0.2263</c:v>
                </c:pt>
                <c:pt idx="985">
                  <c:v>0.23580000000000001</c:v>
                </c:pt>
                <c:pt idx="986">
                  <c:v>0.2351</c:v>
                </c:pt>
                <c:pt idx="987">
                  <c:v>0.24210000000000001</c:v>
                </c:pt>
                <c:pt idx="988">
                  <c:v>0.24410000000000001</c:v>
                </c:pt>
                <c:pt idx="989">
                  <c:v>0.25419999999999998</c:v>
                </c:pt>
                <c:pt idx="990">
                  <c:v>0.25219999999999998</c:v>
                </c:pt>
                <c:pt idx="991">
                  <c:v>0.24060000000000001</c:v>
                </c:pt>
                <c:pt idx="992">
                  <c:v>0.23669999999999999</c:v>
                </c:pt>
                <c:pt idx="993">
                  <c:v>0.23150000000000001</c:v>
                </c:pt>
                <c:pt idx="994">
                  <c:v>0.22170000000000001</c:v>
                </c:pt>
                <c:pt idx="995">
                  <c:v>0.23089999999999999</c:v>
                </c:pt>
                <c:pt idx="996">
                  <c:v>0.23949999999999999</c:v>
                </c:pt>
                <c:pt idx="997">
                  <c:v>0.23730000000000001</c:v>
                </c:pt>
                <c:pt idx="998">
                  <c:v>0.2369</c:v>
                </c:pt>
                <c:pt idx="999">
                  <c:v>0.24129999999999999</c:v>
                </c:pt>
                <c:pt idx="1000">
                  <c:v>0.24199999999999999</c:v>
                </c:pt>
                <c:pt idx="1001">
                  <c:v>0.22359999999999999</c:v>
                </c:pt>
                <c:pt idx="1002">
                  <c:v>0.23380000000000001</c:v>
                </c:pt>
                <c:pt idx="1003">
                  <c:v>0.2382</c:v>
                </c:pt>
                <c:pt idx="1004">
                  <c:v>0.2419</c:v>
                </c:pt>
                <c:pt idx="1005">
                  <c:v>0.24690000000000001</c:v>
                </c:pt>
                <c:pt idx="1006">
                  <c:v>0.25169999999999998</c:v>
                </c:pt>
                <c:pt idx="1007">
                  <c:v>0.26469999999999999</c:v>
                </c:pt>
                <c:pt idx="1008">
                  <c:v>0.27860000000000001</c:v>
                </c:pt>
                <c:pt idx="1009">
                  <c:v>0.28220000000000001</c:v>
                </c:pt>
                <c:pt idx="1010">
                  <c:v>0.29830000000000001</c:v>
                </c:pt>
                <c:pt idx="1011">
                  <c:v>0.3014</c:v>
                </c:pt>
                <c:pt idx="1012">
                  <c:v>0.313</c:v>
                </c:pt>
                <c:pt idx="1013">
                  <c:v>0.30680000000000002</c:v>
                </c:pt>
                <c:pt idx="1014">
                  <c:v>0.31740000000000002</c:v>
                </c:pt>
                <c:pt idx="1015">
                  <c:v>0.31640000000000001</c:v>
                </c:pt>
                <c:pt idx="1016">
                  <c:v>0.3206</c:v>
                </c:pt>
                <c:pt idx="1017">
                  <c:v>0.32450000000000001</c:v>
                </c:pt>
                <c:pt idx="1018">
                  <c:v>0.32440000000000002</c:v>
                </c:pt>
                <c:pt idx="1019">
                  <c:v>0.32479999999999998</c:v>
                </c:pt>
                <c:pt idx="1020">
                  <c:v>0.31740000000000002</c:v>
                </c:pt>
                <c:pt idx="1021">
                  <c:v>0.32250000000000001</c:v>
                </c:pt>
                <c:pt idx="1022">
                  <c:v>0.32169999999999999</c:v>
                </c:pt>
                <c:pt idx="1023">
                  <c:v>0.32740000000000002</c:v>
                </c:pt>
                <c:pt idx="1024">
                  <c:v>0.33839999999999998</c:v>
                </c:pt>
                <c:pt idx="1025">
                  <c:v>0.34749999999999998</c:v>
                </c:pt>
                <c:pt idx="1026">
                  <c:v>0.34510000000000002</c:v>
                </c:pt>
                <c:pt idx="1027">
                  <c:v>0.34370000000000001</c:v>
                </c:pt>
                <c:pt idx="1028">
                  <c:v>0.34749999999999998</c:v>
                </c:pt>
                <c:pt idx="1029">
                  <c:v>0.35360000000000003</c:v>
                </c:pt>
                <c:pt idx="1030">
                  <c:v>0.3553</c:v>
                </c:pt>
                <c:pt idx="1031">
                  <c:v>0.3579</c:v>
                </c:pt>
                <c:pt idx="1032">
                  <c:v>0.35680000000000001</c:v>
                </c:pt>
                <c:pt idx="1033">
                  <c:v>0.35770000000000002</c:v>
                </c:pt>
                <c:pt idx="1034">
                  <c:v>0.35610000000000003</c:v>
                </c:pt>
                <c:pt idx="1035">
                  <c:v>0.36130000000000001</c:v>
                </c:pt>
                <c:pt idx="1036">
                  <c:v>0.36620000000000003</c:v>
                </c:pt>
                <c:pt idx="1037">
                  <c:v>0.36299999999999999</c:v>
                </c:pt>
                <c:pt idx="1038">
                  <c:v>0.3679</c:v>
                </c:pt>
                <c:pt idx="1039">
                  <c:v>0.371</c:v>
                </c:pt>
                <c:pt idx="1040">
                  <c:v>0.372</c:v>
                </c:pt>
                <c:pt idx="1041">
                  <c:v>0.38040000000000002</c:v>
                </c:pt>
                <c:pt idx="1042">
                  <c:v>0.38019999999999998</c:v>
                </c:pt>
                <c:pt idx="1043">
                  <c:v>0.36830000000000002</c:v>
                </c:pt>
                <c:pt idx="1044">
                  <c:v>0.37069999999999997</c:v>
                </c:pt>
                <c:pt idx="1045">
                  <c:v>0.36249999999999999</c:v>
                </c:pt>
                <c:pt idx="1046">
                  <c:v>0.3795</c:v>
                </c:pt>
                <c:pt idx="1047">
                  <c:v>0.39069999999999999</c:v>
                </c:pt>
                <c:pt idx="1048">
                  <c:v>0.3891</c:v>
                </c:pt>
                <c:pt idx="1049">
                  <c:v>0.38669999999999999</c:v>
                </c:pt>
                <c:pt idx="1050">
                  <c:v>0.35630000000000001</c:v>
                </c:pt>
                <c:pt idx="1051">
                  <c:v>0.38429999999999997</c:v>
                </c:pt>
                <c:pt idx="1052">
                  <c:v>0.3649</c:v>
                </c:pt>
                <c:pt idx="1053">
                  <c:v>0.3584</c:v>
                </c:pt>
                <c:pt idx="1054">
                  <c:v>0.37240000000000001</c:v>
                </c:pt>
                <c:pt idx="1055">
                  <c:v>0.3387</c:v>
                </c:pt>
                <c:pt idx="1056">
                  <c:v>0.34320000000000001</c:v>
                </c:pt>
                <c:pt idx="1057">
                  <c:v>0.34939999999999999</c:v>
                </c:pt>
                <c:pt idx="1058">
                  <c:v>0.3604</c:v>
                </c:pt>
                <c:pt idx="1059">
                  <c:v>0.371</c:v>
                </c:pt>
                <c:pt idx="1060">
                  <c:v>0.35830000000000001</c:v>
                </c:pt>
                <c:pt idx="1061">
                  <c:v>0.36259999999999998</c:v>
                </c:pt>
                <c:pt idx="1062">
                  <c:v>0.37769999999999998</c:v>
                </c:pt>
                <c:pt idx="1063">
                  <c:v>0.37769999999999998</c:v>
                </c:pt>
                <c:pt idx="1064">
                  <c:v>0.37480000000000002</c:v>
                </c:pt>
                <c:pt idx="1065">
                  <c:v>0.38269999999999998</c:v>
                </c:pt>
                <c:pt idx="1066">
                  <c:v>0.39860000000000001</c:v>
                </c:pt>
                <c:pt idx="1067">
                  <c:v>0.39229999999999998</c:v>
                </c:pt>
                <c:pt idx="1068">
                  <c:v>0.39960000000000001</c:v>
                </c:pt>
                <c:pt idx="1069">
                  <c:v>0.3901</c:v>
                </c:pt>
                <c:pt idx="1070">
                  <c:v>0.3957</c:v>
                </c:pt>
                <c:pt idx="1071">
                  <c:v>0.38100000000000001</c:v>
                </c:pt>
                <c:pt idx="1072">
                  <c:v>0.36670000000000003</c:v>
                </c:pt>
                <c:pt idx="1073">
                  <c:v>0.38790000000000002</c:v>
                </c:pt>
                <c:pt idx="1074">
                  <c:v>0.3876</c:v>
                </c:pt>
                <c:pt idx="1075">
                  <c:v>0.38279999999999997</c:v>
                </c:pt>
                <c:pt idx="1076">
                  <c:v>0.40560000000000002</c:v>
                </c:pt>
                <c:pt idx="1077">
                  <c:v>0.40899999999999997</c:v>
                </c:pt>
                <c:pt idx="1078">
                  <c:v>0.40970000000000001</c:v>
                </c:pt>
                <c:pt idx="1079">
                  <c:v>0.42499999999999999</c:v>
                </c:pt>
                <c:pt idx="1080">
                  <c:v>0.4425</c:v>
                </c:pt>
                <c:pt idx="1081">
                  <c:v>0.44619999999999999</c:v>
                </c:pt>
                <c:pt idx="1082">
                  <c:v>0.46589999999999998</c:v>
                </c:pt>
                <c:pt idx="1083">
                  <c:v>0.48199999999999998</c:v>
                </c:pt>
                <c:pt idx="1084">
                  <c:v>0.4889</c:v>
                </c:pt>
                <c:pt idx="1085">
                  <c:v>0.49370000000000003</c:v>
                </c:pt>
                <c:pt idx="1086">
                  <c:v>0.49409999999999998</c:v>
                </c:pt>
                <c:pt idx="1087">
                  <c:v>0.49230000000000002</c:v>
                </c:pt>
                <c:pt idx="1088">
                  <c:v>0.49299999999999999</c:v>
                </c:pt>
                <c:pt idx="1089">
                  <c:v>0.49009999999999998</c:v>
                </c:pt>
                <c:pt idx="1090">
                  <c:v>0.49309999999999998</c:v>
                </c:pt>
                <c:pt idx="1091">
                  <c:v>0.49740000000000001</c:v>
                </c:pt>
                <c:pt idx="1092">
                  <c:v>0.50239999999999996</c:v>
                </c:pt>
                <c:pt idx="1093">
                  <c:v>0.50380000000000003</c:v>
                </c:pt>
                <c:pt idx="1094">
                  <c:v>0.49790000000000001</c:v>
                </c:pt>
                <c:pt idx="1095">
                  <c:v>0.50080000000000002</c:v>
                </c:pt>
                <c:pt idx="1096">
                  <c:v>0.505</c:v>
                </c:pt>
                <c:pt idx="1097">
                  <c:v>0.50649999999999995</c:v>
                </c:pt>
                <c:pt idx="1098">
                  <c:v>0.50229999999999997</c:v>
                </c:pt>
                <c:pt idx="1099">
                  <c:v>0.51590000000000003</c:v>
                </c:pt>
                <c:pt idx="1100">
                  <c:v>0.52170000000000005</c:v>
                </c:pt>
                <c:pt idx="1101">
                  <c:v>0.52270000000000005</c:v>
                </c:pt>
                <c:pt idx="1102">
                  <c:v>0.52649999999999997</c:v>
                </c:pt>
                <c:pt idx="1103">
                  <c:v>0.51749999999999996</c:v>
                </c:pt>
                <c:pt idx="1104">
                  <c:v>0.53539999999999999</c:v>
                </c:pt>
                <c:pt idx="1105">
                  <c:v>0.53520000000000001</c:v>
                </c:pt>
                <c:pt idx="1106">
                  <c:v>0.50900000000000001</c:v>
                </c:pt>
                <c:pt idx="1107">
                  <c:v>0.5071</c:v>
                </c:pt>
                <c:pt idx="1108">
                  <c:v>0.53139999999999998</c:v>
                </c:pt>
                <c:pt idx="1109">
                  <c:v>0.52790000000000004</c:v>
                </c:pt>
                <c:pt idx="1110">
                  <c:v>0.52659999999999996</c:v>
                </c:pt>
                <c:pt idx="1111">
                  <c:v>0.54800000000000004</c:v>
                </c:pt>
                <c:pt idx="1112">
                  <c:v>0.54910000000000003</c:v>
                </c:pt>
                <c:pt idx="1113">
                  <c:v>0.5625</c:v>
                </c:pt>
                <c:pt idx="1114">
                  <c:v>0.57469999999999999</c:v>
                </c:pt>
                <c:pt idx="1115">
                  <c:v>0.57799999999999996</c:v>
                </c:pt>
                <c:pt idx="1116">
                  <c:v>0.59540000000000004</c:v>
                </c:pt>
                <c:pt idx="1117">
                  <c:v>0.60050000000000003</c:v>
                </c:pt>
                <c:pt idx="1118">
                  <c:v>0.62490000000000001</c:v>
                </c:pt>
                <c:pt idx="1119">
                  <c:v>0.61909999999999998</c:v>
                </c:pt>
                <c:pt idx="1120">
                  <c:v>0.58779999999999999</c:v>
                </c:pt>
                <c:pt idx="1121">
                  <c:v>0.54800000000000004</c:v>
                </c:pt>
                <c:pt idx="1122">
                  <c:v>0.59560000000000002</c:v>
                </c:pt>
                <c:pt idx="1123">
                  <c:v>0.58879999999999999</c:v>
                </c:pt>
                <c:pt idx="1124">
                  <c:v>0.55520000000000003</c:v>
                </c:pt>
                <c:pt idx="1125">
                  <c:v>0.6</c:v>
                </c:pt>
                <c:pt idx="1126">
                  <c:v>0.60560000000000003</c:v>
                </c:pt>
                <c:pt idx="1127">
                  <c:v>0.59860000000000002</c:v>
                </c:pt>
                <c:pt idx="1128">
                  <c:v>0.58979999999999999</c:v>
                </c:pt>
                <c:pt idx="1129">
                  <c:v>0.60950000000000004</c:v>
                </c:pt>
                <c:pt idx="1130">
                  <c:v>0.6139</c:v>
                </c:pt>
                <c:pt idx="1131">
                  <c:v>0.64380000000000004</c:v>
                </c:pt>
                <c:pt idx="1132">
                  <c:v>0.63109999999999999</c:v>
                </c:pt>
                <c:pt idx="1133">
                  <c:v>0.62909999999999999</c:v>
                </c:pt>
                <c:pt idx="1134">
                  <c:v>0.60499999999999998</c:v>
                </c:pt>
                <c:pt idx="1135">
                  <c:v>0.61970000000000003</c:v>
                </c:pt>
                <c:pt idx="1136">
                  <c:v>0.62070000000000003</c:v>
                </c:pt>
                <c:pt idx="1137">
                  <c:v>0.60019999999999996</c:v>
                </c:pt>
                <c:pt idx="1138">
                  <c:v>0.59740000000000004</c:v>
                </c:pt>
                <c:pt idx="1139">
                  <c:v>0.58279999999999998</c:v>
                </c:pt>
                <c:pt idx="1140">
                  <c:v>0.55510000000000004</c:v>
                </c:pt>
                <c:pt idx="1141">
                  <c:v>0.61160000000000003</c:v>
                </c:pt>
                <c:pt idx="1142">
                  <c:v>0.58509999999999995</c:v>
                </c:pt>
                <c:pt idx="1143">
                  <c:v>0.60719999999999996</c:v>
                </c:pt>
                <c:pt idx="1144">
                  <c:v>0.61739999999999995</c:v>
                </c:pt>
                <c:pt idx="1145">
                  <c:v>0.62780000000000002</c:v>
                </c:pt>
                <c:pt idx="1146">
                  <c:v>0.66639999999999999</c:v>
                </c:pt>
                <c:pt idx="1147">
                  <c:v>0.65559999999999996</c:v>
                </c:pt>
                <c:pt idx="1148">
                  <c:v>0.66239999999999999</c:v>
                </c:pt>
                <c:pt idx="1149">
                  <c:v>0.66039999999999999</c:v>
                </c:pt>
                <c:pt idx="1150">
                  <c:v>0.67520000000000002</c:v>
                </c:pt>
                <c:pt idx="1151">
                  <c:v>0.68330000000000002</c:v>
                </c:pt>
                <c:pt idx="1152">
                  <c:v>0.69040000000000001</c:v>
                </c:pt>
                <c:pt idx="1153">
                  <c:v>0.69020000000000004</c:v>
                </c:pt>
                <c:pt idx="1154">
                  <c:v>0.6956</c:v>
                </c:pt>
                <c:pt idx="1155">
                  <c:v>0.70979999999999999</c:v>
                </c:pt>
                <c:pt idx="1156">
                  <c:v>0.70830000000000004</c:v>
                </c:pt>
                <c:pt idx="1157">
                  <c:v>0.7147</c:v>
                </c:pt>
                <c:pt idx="1158">
                  <c:v>0.71</c:v>
                </c:pt>
                <c:pt idx="1159">
                  <c:v>0.72529999999999994</c:v>
                </c:pt>
                <c:pt idx="1160">
                  <c:v>0.72440000000000004</c:v>
                </c:pt>
                <c:pt idx="1161">
                  <c:v>0.72670000000000001</c:v>
                </c:pt>
                <c:pt idx="1162">
                  <c:v>0.72119999999999995</c:v>
                </c:pt>
                <c:pt idx="1163">
                  <c:v>0.75429999999999997</c:v>
                </c:pt>
                <c:pt idx="1164">
                  <c:v>0.79469999999999996</c:v>
                </c:pt>
                <c:pt idx="1165">
                  <c:v>0.80159999999999998</c:v>
                </c:pt>
                <c:pt idx="1166">
                  <c:v>0.80259999999999998</c:v>
                </c:pt>
                <c:pt idx="1167">
                  <c:v>0.82450000000000001</c:v>
                </c:pt>
                <c:pt idx="1168">
                  <c:v>0.81979999999999997</c:v>
                </c:pt>
                <c:pt idx="1169">
                  <c:v>0.82979999999999998</c:v>
                </c:pt>
                <c:pt idx="1170">
                  <c:v>0.83350000000000002</c:v>
                </c:pt>
                <c:pt idx="1171">
                  <c:v>0.81879999999999997</c:v>
                </c:pt>
                <c:pt idx="1172">
                  <c:v>0.82430000000000003</c:v>
                </c:pt>
                <c:pt idx="1173">
                  <c:v>0.81679999999999997</c:v>
                </c:pt>
                <c:pt idx="1174">
                  <c:v>0.81699999999999995</c:v>
                </c:pt>
                <c:pt idx="1175">
                  <c:v>0.83930000000000005</c:v>
                </c:pt>
                <c:pt idx="1176">
                  <c:v>0.83730000000000004</c:v>
                </c:pt>
                <c:pt idx="1177">
                  <c:v>0.84430000000000005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00-487F-BF96-93767FA2A7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9525">
            <a:solidFill>
              <a:srgbClr val="C9CDD1"/>
            </a:solidFill>
          </a:ln>
        </c:spPr>
        <c:txPr>
          <a:bodyPr rot="0" vert="horz" wrap="none" anchor="ctr" anchorCtr="1"/>
          <a:lstStyle/>
          <a:p>
            <a:pPr>
              <a:defRPr sz="850"/>
            </a:pPr>
            <a:endParaRPr lang="ko-KR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"/>
          <c:min val="-0.3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2118791784"/>
        <c:crosses val="autoZero"/>
        <c:crossBetween val="between"/>
      </c:valAx>
      <c:valAx>
        <c:axId val="500000002"/>
        <c:scaling>
          <c:orientation val="minMax"/>
          <c:max val="2.2999999999999998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500000001"/>
        <c:crosses val="max"/>
        <c:crossBetween val="between"/>
      </c:valAx>
      <c:catAx>
        <c:axId val="500000001"/>
        <c:scaling>
          <c:orientation val="minMax"/>
        </c:scaling>
        <c:delete val="1"/>
        <c:axPos val="b"/>
        <c:numFmt formatCode="General" sourceLinked="1"/>
        <c:majorTickMark val="cross"/>
        <c:minorTickMark val="cross"/>
        <c:tickLblPos val="none"/>
        <c:crossAx val="500000002"/>
        <c:crosses val="autoZero"/>
        <c:auto val="1"/>
        <c:lblAlgn val="ctr"/>
        <c:lblOffset val="100"/>
        <c:noMultiLvlLbl val="1"/>
      </c:catAx>
    </c:plotArea>
    <c:legend>
      <c:legendPos val="t"/>
      <c:overlay val="0"/>
      <c:txPr>
        <a:bodyPr/>
        <a:lstStyle/>
        <a:p>
          <a:pPr>
            <a:defRPr sz="900">
              <a:latin typeface="맑은 고딕"/>
            </a:defRPr>
          </a:pPr>
          <a:endParaRPr lang="ko-KR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기초(삼성전자 50:SK하이닉스 50)</c:v>
                </c:pt>
              </c:strCache>
            </c:strRef>
          </c:tx>
          <c:spPr>
            <a:solidFill>
              <a:srgbClr val="84888B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초고변동 급락기</c:v>
                </c:pt>
                <c:pt idx="1">
                  <c:v>고변동 급등기</c:v>
                </c:pt>
                <c:pt idx="2">
                  <c:v>중변동 횡보기</c:v>
                </c:pt>
                <c:pt idx="3">
                  <c:v>고변동 하락기</c:v>
                </c:pt>
                <c:pt idx="4">
                  <c:v>저변동 상승기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0.3962</c:v>
                </c:pt>
                <c:pt idx="1">
                  <c:v>0.24859999999999999</c:v>
                </c:pt>
                <c:pt idx="2">
                  <c:v>0.1883</c:v>
                </c:pt>
                <c:pt idx="3">
                  <c:v>0.35420000000000001</c:v>
                </c:pt>
                <c:pt idx="4">
                  <c:v>0.1024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CED-46C9-968A-F93C494910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변동성전략 펀드</c:v>
                </c:pt>
              </c:strCache>
            </c:strRef>
          </c:tx>
          <c:spPr>
            <a:solidFill>
              <a:srgbClr val="00A9CE"/>
            </a:solidFill>
          </c:spPr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초고변동 급락기</c:v>
                </c:pt>
                <c:pt idx="1">
                  <c:v>고변동 급등기</c:v>
                </c:pt>
                <c:pt idx="2">
                  <c:v>중변동 횡보기</c:v>
                </c:pt>
                <c:pt idx="3">
                  <c:v>고변동 하락기</c:v>
                </c:pt>
                <c:pt idx="4">
                  <c:v>저변동 상승기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0.21970000000000001</c:v>
                </c:pt>
                <c:pt idx="1">
                  <c:v>6.2700000000000006E-2</c:v>
                </c:pt>
                <c:pt idx="2">
                  <c:v>5.3900000000000003E-2</c:v>
                </c:pt>
                <c:pt idx="3">
                  <c:v>0.23619999999999999</c:v>
                </c:pt>
                <c:pt idx="4">
                  <c:v>2.18E-2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CED-46C9-968A-F93C494910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ko-K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ko-K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000">
              <a:latin typeface="맑은 고딕"/>
            </a:defRPr>
          </a:pPr>
          <a:endParaRPr lang="ko-KR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53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E73C7-FF93-42E3-9DA7-136DBA8B1534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53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5F639-59E9-4B64-B87F-8C8C943E3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36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530" y="2"/>
            <a:ext cx="2946058" cy="4957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00FC40-E8E8-4274-A32B-67D049C7787A}" type="datetimeFigureOut">
              <a:rPr lang="ko-KR" altLang="en-US" smtClean="0"/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1233488"/>
            <a:ext cx="4810125" cy="3330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42" y="4751884"/>
            <a:ext cx="5438792" cy="3887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530" y="9376955"/>
            <a:ext cx="2946058" cy="4957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02222-9480-454D-AA47-108B6685E1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84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50976" latinLnBrk="1">
              <a:defRPr/>
            </a:pPr>
            <a:fld id="{3D023879-44A4-41D3-A74B-48C3E51180A7}" type="slidenum">
              <a:rPr lang="ko-KR" altLang="en-US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pPr defTabSz="950976" latinLnBrk="1">
                <a:defRPr/>
              </a:pPr>
              <a:t>2</a:t>
            </a:fld>
            <a:endParaRPr lang="ko-KR" altLang="en-US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6046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323D3-04C6-567E-D5B9-79362D3D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3B067ACB-D183-C188-249F-2C4A127815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E7E5680B-84A8-7C87-2767-33A24B10EA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7F2D5E17-8554-5549-0F19-144868927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7622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779E-AC33-60A0-4B7E-7D4242813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DF62C4B9-3E90-D571-0B72-DE2D8D14F0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C32E5165-B303-7B3C-02F4-5F51635491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CFF8EC97-8239-E8A4-22F3-412231BB03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09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A272-5B7D-4E7D-3BA0-BA7424CBA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F6FA8FBE-539F-7771-E61A-38EBFEFA60C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1E9217C-DEEE-32AE-0706-A3D4172CCE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4D9DCA3B-4710-090F-E334-2FAE9B93A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512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BDDA-6D15-6423-EDE5-54236139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8DF98D32-7595-AEFA-9FDA-FD4A3C70E4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89EB638F-664B-350B-DAE8-B9E239D225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FAEF88D3-BB36-F06A-65E8-0D1E8B058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39532" indent="-284436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37742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594420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49517" indent="-22754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0461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59710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14807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69904" indent="-227548" defTabSz="45509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atinLnBrk="1"/>
            <a:fld id="{6A22ADF7-9E90-4334-9172-BF3632A39207}" type="slidenum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 latinLnBrk="1"/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55176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979757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8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722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2572790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B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5040000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sp>
        <p:nvSpPr>
          <p:cNvPr id="12" name="직사각형 11"/>
          <p:cNvSpPr/>
          <p:nvPr userDrawn="1"/>
        </p:nvSpPr>
        <p:spPr>
          <a:xfrm>
            <a:off x="-1" y="838799"/>
            <a:ext cx="6408000" cy="4140000"/>
          </a:xfrm>
          <a:prstGeom prst="rect">
            <a:avLst/>
          </a:prstGeom>
          <a:solidFill>
            <a:srgbClr val="ECEE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264981"/>
            <a:ext cx="5220000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2874353"/>
            <a:ext cx="5220000" cy="372410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0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</a:p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텍스트를 입력하십시오 </a:t>
            </a: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직사각형 17"/>
          <p:cNvSpPr/>
          <p:nvPr userDrawn="1"/>
        </p:nvSpPr>
        <p:spPr>
          <a:xfrm>
            <a:off x="6486000" y="4798799"/>
            <a:ext cx="3420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연결선[R] 11"/>
          <p:cNvCxnSpPr/>
          <p:nvPr userDrawn="1"/>
        </p:nvCxnSpPr>
        <p:spPr>
          <a:xfrm>
            <a:off x="631942" y="3936742"/>
            <a:ext cx="733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0" name="Picture 2" descr="C:\Users\magi.mkt.design\Desktop\MAC 공유\shutterstock_732185581.jpg"/>
          <p:cNvPicPr>
            <a:picLocks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21" t="961" r="13951" b="18407"/>
          <a:stretch/>
        </p:blipFill>
        <p:spPr bwMode="auto">
          <a:xfrm>
            <a:off x="6486000" y="838799"/>
            <a:ext cx="3420000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214169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1825" y="4474323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409" y="5846822"/>
            <a:ext cx="1597168" cy="434578"/>
          </a:xfrm>
          <a:prstGeom prst="rect">
            <a:avLst/>
          </a:prstGeom>
        </p:spPr>
      </p:pic>
      <p:sp>
        <p:nvSpPr>
          <p:cNvPr id="23" name="Slide Number Placeholder 5"/>
          <p:cNvSpPr txBox="1">
            <a:spLocks/>
          </p:cNvSpPr>
          <p:nvPr userDrawn="1"/>
        </p:nvSpPr>
        <p:spPr>
          <a:xfrm>
            <a:off x="631824" y="5923719"/>
            <a:ext cx="4760063" cy="56143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8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cxnSp>
        <p:nvCxnSpPr>
          <p:cNvPr id="24" name="직선 연결선 23"/>
          <p:cNvCxnSpPr/>
          <p:nvPr userDrawn="1"/>
        </p:nvCxnSpPr>
        <p:spPr>
          <a:xfrm>
            <a:off x="7443435" y="5949950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92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 userDrawn="1"/>
        </p:nvSpPr>
        <p:spPr>
          <a:xfrm>
            <a:off x="794" y="1"/>
            <a:ext cx="9904413" cy="949591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34" name="직사각형 33"/>
          <p:cNvSpPr/>
          <p:nvPr userDrawn="1"/>
        </p:nvSpPr>
        <p:spPr>
          <a:xfrm flipV="1">
            <a:off x="794" y="946937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94071"/>
            <a:ext cx="8605838" cy="110800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48931" y="5655402"/>
            <a:ext cx="1975575" cy="789042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5" y="5926540"/>
            <a:ext cx="6768000" cy="443198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8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8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98488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2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16" name="직선 연결선[R] 11"/>
          <p:cNvCxnSpPr/>
          <p:nvPr userDrawn="1"/>
        </p:nvCxnSpPr>
        <p:spPr>
          <a:xfrm>
            <a:off x="631942" y="4553991"/>
            <a:ext cx="733111" cy="0"/>
          </a:xfrm>
          <a:prstGeom prst="line">
            <a:avLst/>
          </a:prstGeom>
          <a:ln w="38100">
            <a:solidFill>
              <a:srgbClr val="F5822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4848064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5108218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</p:spTree>
    <p:extLst>
      <p:ext uri="{BB962C8B-B14F-4D97-AF65-F5344CB8AC3E}">
        <p14:creationId xmlns:p14="http://schemas.microsoft.com/office/powerpoint/2010/main" val="2014554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631825" y="5923846"/>
            <a:ext cx="6768000" cy="46564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4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9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9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8" name="TextBox 17"/>
          <p:cNvSpPr txBox="1">
            <a:spLocks noChangeArrowheads="1"/>
          </p:cNvSpPr>
          <p:nvPr userDrawn="1"/>
        </p:nvSpPr>
        <p:spPr bwMode="auto">
          <a:xfrm>
            <a:off x="631825" y="5610971"/>
            <a:ext cx="6768000" cy="1815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※ </a:t>
            </a:r>
            <a:r>
              <a:rPr lang="ko-KR" altLang="en-US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본 자료는 </a:t>
            </a:r>
            <a:r>
              <a:rPr lang="ko-KR" altLang="en-US" sz="1180" b="1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판매사</a:t>
            </a:r>
            <a:r>
              <a:rPr lang="ko-KR" altLang="en-US" sz="118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180" b="1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사내한</a:t>
            </a:r>
            <a:r>
              <a:rPr lang="ko-KR" altLang="en-US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자료로 작성되었으며 투자자에게 배포될 수 없습니다</a:t>
            </a:r>
            <a:r>
              <a:rPr lang="en-US" altLang="ko-KR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 </a:t>
            </a:r>
            <a:r>
              <a:rPr lang="ko-KR" altLang="en-US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외부 유출에 유의해 주십시오</a:t>
            </a:r>
            <a:r>
              <a:rPr lang="en-US" altLang="ko-KR" sz="1180" b="1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endParaRPr lang="ko-KR" altLang="en-US" sz="1180" b="1" dirty="0">
              <a:solidFill>
                <a:srgbClr val="E12F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16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D-2_고객사 로고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836" y="5834062"/>
            <a:ext cx="1746821" cy="475298"/>
          </a:xfrm>
          <a:prstGeom prst="rect">
            <a:avLst/>
          </a:prstGeom>
        </p:spPr>
      </p:pic>
      <p:sp>
        <p:nvSpPr>
          <p:cNvPr id="15" name="직사각형 14"/>
          <p:cNvSpPr/>
          <p:nvPr userDrawn="1"/>
        </p:nvSpPr>
        <p:spPr>
          <a:xfrm flipV="1">
            <a:off x="794" y="946937"/>
            <a:ext cx="9904413" cy="394176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 flipV="1">
            <a:off x="0" y="4866962"/>
            <a:ext cx="9904413" cy="45719"/>
          </a:xfrm>
          <a:prstGeom prst="rect">
            <a:avLst/>
          </a:prstGeom>
          <a:solidFill>
            <a:srgbClr val="004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8" name="텍스트 개체 틀 30"/>
          <p:cNvSpPr>
            <a:spLocks noGrp="1"/>
          </p:cNvSpPr>
          <p:nvPr>
            <p:ph type="body" sz="quarter" idx="10" hasCustomPrompt="1"/>
          </p:nvPr>
        </p:nvSpPr>
        <p:spPr>
          <a:xfrm>
            <a:off x="631825" y="180222"/>
            <a:ext cx="5040000" cy="138499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10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 err="1"/>
              <a:t>심의필</a:t>
            </a:r>
            <a:r>
              <a:rPr lang="ko-KR" altLang="en-US" dirty="0"/>
              <a:t> 번호 및 획득 날짜 기입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56975" y="5629551"/>
            <a:ext cx="2124681" cy="848595"/>
          </a:xfrm>
          <a:prstGeom prst="rect">
            <a:avLst/>
          </a:prstGeom>
        </p:spPr>
      </p:pic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631824" y="5913437"/>
            <a:ext cx="4561693" cy="63145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</a:pP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900" b="0" i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  <a:r>
              <a:rPr lang="en-US" altLang="ko-KR" sz="900" b="0" i="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및 정보로부터 얻어진 것이나 당사는 그 정확성이나 안정성을 보장할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900" b="0" i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23" name="Title 1"/>
          <p:cNvSpPr>
            <a:spLocks noGrp="1"/>
          </p:cNvSpPr>
          <p:nvPr>
            <p:ph type="ctrTitle" hasCustomPrompt="1"/>
          </p:nvPr>
        </p:nvSpPr>
        <p:spPr>
          <a:xfrm>
            <a:off x="631825" y="1626931"/>
            <a:ext cx="8605838" cy="123110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00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/>
              <a:t>입력하십시오</a:t>
            </a:r>
            <a:br>
              <a:rPr lang="en-US" altLang="ko-KR" dirty="0"/>
            </a:br>
            <a:r>
              <a:rPr lang="en-US" altLang="ko-KR" dirty="0"/>
              <a:t>(1~3</a:t>
            </a:r>
            <a:r>
              <a:rPr lang="ko-KR" altLang="en-US" dirty="0"/>
              <a:t>줄</a:t>
            </a:r>
            <a:r>
              <a:rPr lang="en-US" altLang="ko-KR" dirty="0"/>
              <a:t>)</a:t>
            </a:r>
            <a:endParaRPr lang="en-US" dirty="0"/>
          </a:p>
        </p:txBody>
      </p:sp>
      <p:cxnSp>
        <p:nvCxnSpPr>
          <p:cNvPr id="24" name="직선 연결선[R] 11"/>
          <p:cNvCxnSpPr/>
          <p:nvPr userDrawn="1"/>
        </p:nvCxnSpPr>
        <p:spPr>
          <a:xfrm>
            <a:off x="631942" y="3651543"/>
            <a:ext cx="7331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31825" y="3945616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ko-KR" altLang="en-US" dirty="0"/>
              <a:t>소속 </a:t>
            </a:r>
            <a:r>
              <a:rPr lang="en-US" altLang="ko-KR" dirty="0"/>
              <a:t>/</a:t>
            </a:r>
            <a:r>
              <a:rPr lang="ko-KR" altLang="en-US" dirty="0"/>
              <a:t> 이름</a:t>
            </a:r>
            <a:endParaRPr lang="en-US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631825" y="4231170"/>
            <a:ext cx="4500000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6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marL="0" marR="0" lvl="0" indent="0" algn="l" defTabSz="457109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ko-KR" dirty="0"/>
              <a:t>YYYY.MM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454358" y="5414729"/>
            <a:ext cx="4820011" cy="37503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ct val="105000"/>
              </a:lnSpc>
              <a:defRPr/>
            </a:pPr>
            <a:r>
              <a:rPr lang="en-US" altLang="ko-KR" sz="1180" b="0" spc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※ 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본 자료는 </a:t>
            </a:r>
            <a:r>
              <a:rPr lang="ko-KR" altLang="en-US" sz="1180" b="0" spc="0" baseline="0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판매사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lang="ko-KR" altLang="en-US" sz="1180" b="0" spc="0" baseline="0" dirty="0" err="1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사내한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자료로 작성되었으며 투자자에게 배포될 수 없습니다</a:t>
            </a:r>
            <a:r>
              <a:rPr lang="en-US" altLang="ko-KR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r>
              <a:rPr lang="ko-KR" altLang="en-US" sz="1180" b="0" spc="0" baseline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endParaRPr lang="en-US" altLang="ko-KR" sz="1180" b="0" spc="0" baseline="0" dirty="0">
              <a:solidFill>
                <a:srgbClr val="E12F00"/>
              </a:solidFill>
              <a:latin typeface="KoPub돋움체_Pro Bold" pitchFamily="18" charset="-127"/>
              <a:ea typeface="KoPub돋움체_Pro Bold" pitchFamily="18" charset="-127"/>
            </a:endParaRPr>
          </a:p>
          <a:p>
            <a:pPr eaLnBrk="1" hangingPunct="1">
              <a:lnSpc>
                <a:spcPct val="105000"/>
              </a:lnSpc>
              <a:defRPr/>
            </a:pPr>
            <a:r>
              <a:rPr lang="ko-KR" altLang="en-US" sz="1180" b="0" spc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    외부 유출에 유의해 주십시오</a:t>
            </a:r>
            <a:r>
              <a:rPr lang="en-US" altLang="ko-KR" sz="1180" b="0" spc="0" dirty="0">
                <a:solidFill>
                  <a:srgbClr val="E12F00"/>
                </a:solidFill>
                <a:latin typeface="KoPub돋움체_Pro Bold" pitchFamily="18" charset="-127"/>
                <a:ea typeface="KoPub돋움체_Pro Bold" pitchFamily="18" charset="-127"/>
              </a:rPr>
              <a:t>.</a:t>
            </a:r>
            <a:endParaRPr lang="ko-KR" altLang="en-US" sz="1180" b="0" spc="0" dirty="0">
              <a:solidFill>
                <a:srgbClr val="E12F00"/>
              </a:solidFill>
              <a:latin typeface="KoPub돋움체_Pro Bold" pitchFamily="18" charset="-127"/>
              <a:ea typeface="KoPub돋움체_Pro Bold" pitchFamily="18" charset="-127"/>
            </a:endParaRP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7364307" y="5945982"/>
            <a:ext cx="0" cy="4371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000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60438" y="1725714"/>
            <a:ext cx="8461375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2000" marR="0" indent="-25200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600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5600" indent="136525">
              <a:buFont typeface="+mj-lt"/>
              <a:buAutoNum type="arabicPeriod"/>
              <a:defRPr sz="120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200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1000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  <p:sp>
        <p:nvSpPr>
          <p:cNvPr id="5" name="직사각형 4"/>
          <p:cNvSpPr/>
          <p:nvPr userDrawn="1"/>
        </p:nvSpPr>
        <p:spPr>
          <a:xfrm flipV="1">
            <a:off x="0" y="1312414"/>
            <a:ext cx="9907587" cy="45719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800">
              <a:solidFill>
                <a:srgbClr val="F58220"/>
              </a:solidFill>
            </a:endParaRPr>
          </a:p>
        </p:txBody>
      </p:sp>
      <p:sp>
        <p:nvSpPr>
          <p:cNvPr id="7" name="제목 1"/>
          <p:cNvSpPr txBox="1">
            <a:spLocks/>
          </p:cNvSpPr>
          <p:nvPr userDrawn="1"/>
        </p:nvSpPr>
        <p:spPr>
          <a:xfrm>
            <a:off x="939093" y="757517"/>
            <a:ext cx="130898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/>
            <a:r>
              <a:rPr lang="ko-KR" altLang="en-US" sz="3000" dirty="0">
                <a:solidFill>
                  <a:schemeClr val="accent2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목차</a:t>
            </a:r>
            <a:endParaRPr lang="ko-KR" altLang="en-US" sz="3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258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577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5970" y="3143390"/>
            <a:ext cx="8460000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660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493790" y="6494330"/>
            <a:ext cx="454415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800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80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 IT TOP10 스마트 액티브 레버리지 1.5 제안서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/>
            </a:r>
            <a:endParaRPr lang="en-US" altLang="ko-KR" sz="800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800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Box 15"/>
          <p:cNvSpPr txBox="1">
            <a:spLocks noChangeArrowheads="1"/>
          </p:cNvSpPr>
          <p:nvPr userDrawn="1"/>
        </p:nvSpPr>
        <p:spPr bwMode="auto">
          <a:xfrm>
            <a:off x="8799435" y="199404"/>
            <a:ext cx="900000" cy="25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 defTabSz="829544" latinLnBrk="1"/>
            <a:r>
              <a:rPr lang="ko-KR" altLang="en-US" sz="1000" kern="100" dirty="0" err="1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판매사</a:t>
            </a:r>
            <a:r>
              <a:rPr lang="ko-KR" altLang="en-US" sz="1000" kern="100" dirty="0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 </a:t>
            </a:r>
            <a:r>
              <a:rPr lang="ko-KR" altLang="en-US" sz="1000" kern="100" dirty="0" err="1">
                <a:solidFill>
                  <a:srgbClr val="FF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Times New Roman"/>
              </a:rPr>
              <a:t>사내한</a:t>
            </a:r>
            <a:endParaRPr lang="en-US" altLang="ko-KR" sz="1000" kern="100" dirty="0">
              <a:solidFill>
                <a:srgbClr val="FF0000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4549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(고객사 로고 추가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0"/>
          <p:cNvCxnSpPr/>
          <p:nvPr userDrawn="1"/>
        </p:nvCxnSpPr>
        <p:spPr>
          <a:xfrm>
            <a:off x="489000" y="896938"/>
            <a:ext cx="8928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493790" y="6494330"/>
            <a:ext cx="454415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800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80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80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</a:t>
            </a:r>
            <a:r>
              <a:rPr lang="en-US" altLang="ko-KR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OOOOO</a:t>
            </a:r>
            <a:r>
              <a:rPr lang="ko-KR" altLang="en-US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증권투자신탁 제안서 </a:t>
            </a:r>
            <a:r>
              <a:rPr lang="en-US" altLang="ko-KR" sz="80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| 00/00/0000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3790" y="567301"/>
            <a:ext cx="648000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2000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6452713" y="6494330"/>
            <a:ext cx="2964337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800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800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9" name="Straight Connector 10"/>
          <p:cNvCxnSpPr/>
          <p:nvPr userDrawn="1"/>
        </p:nvCxnSpPr>
        <p:spPr>
          <a:xfrm>
            <a:off x="480000" y="6360160"/>
            <a:ext cx="894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511901" y="426188"/>
            <a:ext cx="1058570" cy="422724"/>
          </a:xfrm>
          <a:prstGeom prst="rect">
            <a:avLst/>
          </a:prstGeom>
        </p:spPr>
      </p:pic>
      <p:pic>
        <p:nvPicPr>
          <p:cNvPr id="10" name="Picture 2" descr="C:\Users\swpae\Desktop\ScreenHunter_528 Aug. 06 09.48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065" y="446681"/>
            <a:ext cx="1149810" cy="39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0"/>
          <p:cNvCxnSpPr/>
          <p:nvPr userDrawn="1"/>
        </p:nvCxnSpPr>
        <p:spPr>
          <a:xfrm>
            <a:off x="8399201" y="506669"/>
            <a:ext cx="0" cy="301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9000" y="1031108"/>
            <a:ext cx="8928000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>
              <a:buFontTx/>
              <a:buNone/>
              <a:defRPr sz="2000">
                <a:latin typeface="Noto Sans"/>
                <a:cs typeface="Noto Sans"/>
              </a:defRPr>
            </a:lvl2pPr>
            <a:lvl3pPr marL="914400" indent="0">
              <a:buFontTx/>
              <a:buNone/>
              <a:defRPr sz="1800">
                <a:latin typeface="Noto Sans"/>
                <a:cs typeface="Noto Sans"/>
              </a:defRPr>
            </a:lvl3pPr>
            <a:lvl4pPr marL="1371600" indent="0">
              <a:buFontTx/>
              <a:buNone/>
              <a:defRPr sz="1600">
                <a:latin typeface="Noto Sans"/>
                <a:cs typeface="Noto Sans"/>
              </a:defRPr>
            </a:lvl4pPr>
            <a:lvl5pPr marL="1828800" indent="0">
              <a:buFontTx/>
              <a:buNone/>
              <a:defRPr sz="1600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212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00525" y="5648898"/>
            <a:ext cx="1709186" cy="682537"/>
          </a:xfrm>
          <a:prstGeom prst="rect">
            <a:avLst/>
          </a:prstGeom>
        </p:spPr>
      </p:pic>
      <p:sp>
        <p:nvSpPr>
          <p:cNvPr id="7" name="텍스트 개체 틀 2"/>
          <p:cNvSpPr txBox="1">
            <a:spLocks/>
          </p:cNvSpPr>
          <p:nvPr userDrawn="1"/>
        </p:nvSpPr>
        <p:spPr>
          <a:xfrm>
            <a:off x="0" y="570972"/>
            <a:ext cx="9906000" cy="22217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Permanent Innovator</a:t>
            </a: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742950" y="2888993"/>
            <a:ext cx="842010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3000" b="0" spc="20" baseline="0" dirty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감사합니다</a:t>
            </a:r>
            <a:endParaRPr lang="en-US" sz="3000" b="0" spc="20" baseline="0" dirty="0">
              <a:solidFill>
                <a:schemeClr val="accent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1305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오렌지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992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페이지(화이트 배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5207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320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1" r:id="rId2"/>
    <p:sldLayoutId id="2147483707" r:id="rId3"/>
    <p:sldLayoutId id="2147483712" r:id="rId4"/>
    <p:sldLayoutId id="2147483709" r:id="rId5"/>
    <p:sldLayoutId id="2147483710" r:id="rId6"/>
    <p:sldLayoutId id="2147483708" r:id="rId7"/>
    <p:sldLayoutId id="2147483691" r:id="rId8"/>
    <p:sldLayoutId id="2147483692" r:id="rId9"/>
    <p:sldLayoutId id="2147483693" r:id="rId10"/>
    <p:sldLayoutId id="2147483704" r:id="rId11"/>
    <p:sldLayoutId id="2147483695" r:id="rId12"/>
    <p:sldLayoutId id="2147483700" r:id="rId13"/>
    <p:sldLayoutId id="2147483701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.png"/><Relationship Id="rId3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5.xml"/><Relationship Id="rId3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6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0.xml"/><Relationship Id="rId3" Type="http://schemas.openxmlformats.org/officeDocument/2006/relationships/chart" Target="../charts/char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31825" y="1264981"/>
            <a:ext cx="5220000" cy="1477328"/>
          </a:xfrm>
        </p:spPr>
        <p:txBody>
          <a:bodyPr/>
          <a:lstStyle/>
          <a:p>
            <a:r>
              <a:rPr lang="ko-KR" altLang="en-US" dirty="0" err="1"/>
              <a:t>미래에셋</a:t>
            </a:r>
            <a:br>
              <a:rPr lang="en-US" altLang="ko-KR" dirty="0"/>
            </a:br>
            <a:r>
              <a:rPr lang="ko-KR" altLang="en-US" dirty="0" err="1"/>
              <a:t>IT TOP10 스마트 액티브 레버리지 1.5</a:t>
            </a:r>
            <a:br>
              <a:rPr lang="en-US" altLang="ko-KR" dirty="0"/>
            </a:br>
            <a:r>
              <a:rPr lang="ko-KR" altLang="en-US" dirty="0"/>
              <a:t/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/>
          </p:nvPr>
        </p:nvSpPr>
        <p:spPr>
          <a:xfrm>
            <a:off x="631825" y="2874353"/>
            <a:ext cx="5220000" cy="190821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ko-KR" altLang="en-US" dirty="0"/>
              <a:t>레버리지, 비용을 알고 똑똑하게 탄다</a:t>
            </a: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미래에셋자산운용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2026.08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654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222222"/>
                </a:solidFill>
                <a:latin typeface="KoPub돋움체_Pro Bold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1. 왜 스마트 레버리지인가 — 레버리지의 숨은 비용</a:t>
            </a:r>
          </a:p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2. 시장 환경 — 역대급 반도체 변동성</a:t>
            </a:r>
          </a:p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3. 운용 전략 — 평균 1.5배 스마트 액티브</a:t>
            </a:r>
          </a:p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4. 백테스트 — BM 대비 성과와 재조정 횟수</a:t>
            </a:r>
          </a:p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5. 운용 시스템·운용역</a:t>
            </a:r>
          </a:p>
          <a:p>
            <a:pPr>
              <a:lnSpc>
                <a:spcPct val="170000"/>
              </a:lnSpc>
            </a:pPr>
            <a:r>
              <a:rPr sz="1500">
                <a:solidFill>
                  <a:srgbClr val="222222"/>
                </a:solidFill>
              </a:rPr>
              <a:t>6. FAQ · 펀드 개요 · 투자 위험</a:t>
            </a:r>
          </a:p>
        </p:txBody>
      </p:sp>
    </p:spTree>
    <p:extLst>
      <p:ext uri="{BB962C8B-B14F-4D97-AF65-F5344CB8AC3E}">
        <p14:creationId xmlns:p14="http://schemas.microsoft.com/office/powerpoint/2010/main" val="266668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Concept : 레버리지의 비용을 알고, 반대로 운용한다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레버리지는 강력한 도구지만, '매일 2배(1.5배)를 다시 맞추는' 일일 재조정이 세 가지 비용을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① 변동성 잠식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일일 재조정은 '오르면 사고 내리면 파는' 매매입니다. 시장이 왕복하면 그 차이만큼 성과가 녹습니다 — 실측: 반도체TOP10 레버리지 ETF는 상장 후 단순 2배보다 111%p 덜 벌었습니다.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② 매매 비용과 시장 영향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재조정은 매일 장 마감 직전에 쏠립니다. 변동성이 큰 날은 수천억 원이 같은 방향으로 나가며 시장을 흔들고, 그 비용은 투자자가 부담합니다.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③ 스마트 액티브의 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평균 1.5배 노출은 유지하되, 매일 기계적으로 재조정하지 않습니다. 오르면 비중이 자연히 줄고 내리면 늘어나는 성질을 활용해, 큰 변동에만 대응합니다.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일일 재조정 1,221회 → 17회. 노출은 같게, 비용은 최소로. (백테스트, 2021.08~2026.08)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3864188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B35C5-898B-A1C6-B2EA-B5A52080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시장 환경 : 역대급 반도체 변동성 — 재조정 비용이 가장 비싼 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변동성이 클수록 일일 재조정 매매의 규모와 왕복 손실이 커집니다. 지금이 스마트 방식의 가치가 가장 큰 국면입니다.</a:t>
            </a:r>
          </a:p>
        </p:txBody>
      </p:sp>
      <p:pic>
        <p:nvPicPr>
          <p:cNvPr id="4" name="Picture 3" descr="lev15_v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8046720" cy="35005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341039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28FD-6F1C-268E-A32D-2016F8C03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투자자가 아는 사실 : 레버리지는 '단순 배수'만큼 벌지 못한다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장기(반도체TOP10 레버리지): 단순 2배 대비 -111%p.  최근 변동장(하이닉스 레버리지): 지수 제자리 복귀에도 14영업일 만에 -4.3%p.</a:t>
            </a:r>
          </a:p>
        </p:txBody>
      </p:sp>
      <p:pic>
        <p:nvPicPr>
          <p:cNvPr id="4" name="Picture 3" descr="lev15_deca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1874519"/>
            <a:ext cx="4617720" cy="2141351"/>
          </a:xfrm>
          <a:prstGeom prst="rect">
            <a:avLst/>
          </a:prstGeom>
        </p:spPr>
      </p:pic>
      <p:pic>
        <p:nvPicPr>
          <p:cNvPr id="5" name="Picture 4" descr="lev15_decay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1874519"/>
            <a:ext cx="4617720" cy="21413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NAV·수정주가 기준 실측 · 단순 2배 = 기초 누적수익률×2 (일일 재조정 없는 가상 기준) · 데이터: ETF데이터 · 상기 자료는 이해를 돕기 위한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4004979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9B6DB-BD00-2D13-A567-FC70C47E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투자자가 모르는 사실 ① : 일일 재조정 매매의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레버리지 펀드는 매일 '노출 = 원금×배수'를 다시 맞춥니다. 오르면 사고, 내리면 팝니다 — 왕복장에서 반드시 지는 매매입니다.</a:t>
            </a:r>
          </a:p>
        </p:txBody>
      </p:sp>
      <p:pic>
        <p:nvPicPr>
          <p:cNvPr id="4" name="Picture 3" descr="lev15_daily_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920240"/>
            <a:ext cx="8229600" cy="25721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지수가 제자리로 돌아와도 레버리지는 손실 — 왕복할 때마다 쌓입니다.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3073999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580EC-65FA-7881-58D8-1FF48889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투자자가 모르는 사실 ② : 장 마감에 쏠리는 재조정 물량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반도체TOP10 레버리지 ETF 하나만으로도 하루 최대 약 5,100억 원의 재조정 매매가 추정됩니다 — 종가를 흔들고, 그 비용은 보유자의 몫입니다.</a:t>
            </a:r>
          </a:p>
        </p:txBody>
      </p:sp>
      <p:pic>
        <p:nvPicPr>
          <p:cNvPr id="4" name="Picture 3" descr="lev15_rebal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874519"/>
            <a:ext cx="8046720" cy="3568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937777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176C0-F1F2-664B-C27D-A6478945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투자자가 모르는 사실 ③ : 투자행태가 손실을 키운다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레버리지 투자자는 하락장에 사서(물타기) 회복까지 버티는 경향이 있습니다 — 재조정 비용이 가장 많이 쌓이는 구간에 가장 오래 머무는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손실회피 편향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이익은 빨리 실현하고 손실은 확정하지 못합니다. 레버리지 투자자는 수익 구간에서 단기 투자, 손실 구간에서 비자발적 장기 투자를 하게 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하락장 유입 → 장기 체류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하락 때 유입된 자금은 시장이 제자리로 돌아올 때까지 수년을 기다립니다. 그 사이 일일 재조정 비용이 매일 차감됩니다.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레버리지 투자자가 가장 오래 머무는 '하락 → 회복' 구간이, 일일 재조정 방식에는 가장 불리한 구간입니다.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3623575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B906-8088-40A7-C6D7-1005F09D3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대안 : 오르면 줄이고, 내리면 늘린다 — 재조정의 방향을 뒤집다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일일 재조정(추세 순응 매매)의 반대편에 서면, 왕복장의 비용이 수익 기회로 바뀝니다.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일일 재조정 레버리지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시장 +10% → 노출 부족 → 고가 매수 / 시장 -10% → 노출 초과 → 저가 매도. 왕복하면 반드시 잃습니다.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스마트 액티브 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상승하면 레버리지율이 자연히 낮아지고(이익 확정 효과), 하락하면 높아집니다(저가 노출 확대). 억지로 되돌리지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큰 변동에만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평균 1.5배에서 크게 벗어날 때만 재조정합니다. 잔변동에는 반응하지 않아 비용과 시장 영향이 최소화됩니다.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222140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424D7-8718-3D4B-EE96-83157F61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운용 전략 : 평균 1.5배 스마트 액티브 — 3원칙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일간 1.5배가 아니라 '평균적으로 1.5배'를 추종합니다. 재조정의 시점과 폭은 규칙과 운용역 판단을 병행하는 액티브 방식입니다.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원칙 1 — 평균 1.5배 추종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기준 레버리지 1.5배. 노출이 목표 범위 안에 있으면 매매하지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원칙 2 — 상승 시 축소, 하락 시 확대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시장이 오르면 레버리지율을 낮게(이익 확정), 내리면 높게(저가 노출) 가져갑니다. 시장 전망 베팅은 하지 않습니다.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원칙 3 — 큰 변동에만 재조정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기준에서 크게 벗어난 경우에만 되돌립니다. 백테스트 기준 재조정은 연 3~4회 수준으로, 매일 재조정 대비 비용·시장영향이 크게 줄어듭니다.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액티브 운용: 재조정의 시점·폭·극단 국면 대응은 운용역이 판단합니다.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3075488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C155-747A-4C0C-2B29-F98D91C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운용 전략 : 레버리지율은 이렇게 움직입니다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오르면 자연히 낮아지고, 내리면 높아지며, 범위를 벗어날 때만 기준으로 되돌립니다 (시뮬레이션).</a:t>
            </a:r>
          </a:p>
        </p:txBody>
      </p:sp>
      <p:pic>
        <p:nvPicPr>
          <p:cNvPr id="4" name="Picture 3" descr="lev15_we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8229600" cy="2454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1864171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0C155-747A-4C0C-2B29-F98D91C49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백테스트 : BM 수준의 수익, 1/70의 재조정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2021.08~2026.08 실측 — 매일 재조정 BM과 대등한 성과(+329% vs +327%)를 재조정 17회(BM 1,221회)로 달성했습니다.</a:t>
            </a:r>
          </a:p>
        </p:txBody>
      </p:sp>
      <p:pic>
        <p:nvPicPr>
          <p:cNvPr id="4" name="Picture 3" descr="lev15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737360"/>
            <a:ext cx="7406640" cy="44168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기초=TIGER 반도체TOP10 NAV · BM=기초 일간수익률×1.5(매일 재조정 가정) · 매수 5bp/매도 30bp·차입 연 2.5% 반영 · 시뮬레이션이며 실제 성과와 다를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64171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9BCE-15B9-D3A1-0A56-0BBBBC9C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백테스트 : 국면별 — 모든 국면에서 BM과 대등하거나 앞선다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하락·왕복·급등·급락 각 국면을 시작일 신규 설정으로 시뮬레이션한 결과입니다.</a:t>
            </a:r>
          </a:p>
        </p:txBody>
      </p:sp>
      <p:pic>
        <p:nvPicPr>
          <p:cNvPr id="4" name="Picture 3" descr="lev15_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83080"/>
            <a:ext cx="2212848" cy="1704893"/>
          </a:xfrm>
          <a:prstGeom prst="rect">
            <a:avLst/>
          </a:prstGeom>
        </p:spPr>
      </p:pic>
      <p:pic>
        <p:nvPicPr>
          <p:cNvPr id="5" name="Picture 4" descr="lev15_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1783080"/>
            <a:ext cx="2212848" cy="1704893"/>
          </a:xfrm>
          <a:prstGeom prst="rect">
            <a:avLst/>
          </a:prstGeom>
        </p:spPr>
      </p:pic>
      <p:pic>
        <p:nvPicPr>
          <p:cNvPr id="6" name="Picture 5" descr="lev15_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1783080"/>
            <a:ext cx="2212848" cy="1704893"/>
          </a:xfrm>
          <a:prstGeom prst="rect">
            <a:avLst/>
          </a:prstGeom>
        </p:spPr>
      </p:pic>
      <p:pic>
        <p:nvPicPr>
          <p:cNvPr id="7" name="Picture 6" descr="lev15_cr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3" y="1783080"/>
            <a:ext cx="2212848" cy="17048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2665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9BCE-15B9-D3A1-0A56-0BBBBC9C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백테스트 :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레버리지의 기대수익은 지키고, 일일 재조정의 비용과 시장 영향은 덜어냈습니다.</a:t>
            </a:r>
          </a:p>
        </p:txBody>
      </p:sp>
      <p:pic>
        <p:nvPicPr>
          <p:cNvPr id="4" name="Picture 3" descr="lev15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8229600" cy="31600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440680"/>
            <a:ext cx="835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E8720C"/>
                </a:solidFill>
                <a:latin typeface="KoPub돋움체_Pro Bold"/>
              </a:rPr>
              <a:t>같은 노출, 같은 수익 — 재조정 매매는 1,221회에서 17회로.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26653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D3E7B-3148-3FF1-5723-56D455391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투자 위험 : 레버리지 상품의 본질적 위험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스마트 방식은 '비용'을 줄일 뿐, 레버리지의 방향 위험 자체를 없애지 않습니다.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높은 변동성과 깊은 낙폭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백테스트 기간 최대낙폭 -69%, 연환산 변동성 65% 수준 — 기초(1배) 대비 크게 확대됩니다. 감내 가능한 투자자에게 적합합니다.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하락 확대의 양면성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하락 시 레버리지율이 높아져 반등 탄력이 커지지만, 하락이 지속되면 손실 폭도 커집니다.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추적 편차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평균 1.5배 추종 특성상 단기적으로는 일간 1.5배와 성과가 다를 수 있습니다 — 이는 의도된 설계입니다.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702062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DDA39-49D6-9479-6D0B-422E29FA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84048"/>
            <a:ext cx="890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100" b="1">
                <a:solidFill>
                  <a:srgbClr val="222222"/>
                </a:solidFill>
                <a:latin typeface="KoPub돋움체_Pro Bold"/>
              </a:rPr>
              <a:t>왜 반도체 TOP10인가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890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222222"/>
                </a:solidFill>
              </a:rPr>
              <a:t>국내 IT의 핵심 — 삼성전자·SK하이닉스를 포함한 반도체 대표 10종목으로 구성된 지수입니다.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대표성과 유동성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기초 ETF(TIGER 반도체TOP10)의 순자산은 약 8.9조 원으로 국내 최대급 — 추적과 매매가 용이합니다.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AI 사이클의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3872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HBM·파운드리 중심의 실적 사이클로 높은 성장성과 높은 변동성이 공존합니다.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835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43B72"/>
                </a:solidFill>
                <a:latin typeface="KoPub돋움체_Pro Bold"/>
              </a:rPr>
              <a:t>레버리지 수요가 가장 큰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64608"/>
            <a:ext cx="835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222222"/>
                </a:solidFill>
              </a:rPr>
              <a:t>반도체는 레버리지 상품 수요가 가장 큰 섹터 — 그만큼 일일 재조정 비용 문제도 가장 큽니다. 스마트 방식의 효용이 가장 큰 자리입니다.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시뮬레이션은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2308025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2E714-F9B0-B5E5-C765-9B6B2ACD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50EEF-239C-5F68-1560-49BA59ECF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운용역</a:t>
            </a:r>
            <a:r>
              <a:rPr lang="ko-KR" altLang="en-US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소개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11DB5D-6024-9782-E63D-C1033E7222A2}"/>
              </a:ext>
            </a:extLst>
          </p:cNvPr>
          <p:cNvSpPr txBox="1"/>
          <p:nvPr/>
        </p:nvSpPr>
        <p:spPr>
          <a:xfrm>
            <a:off x="3040703" y="2379943"/>
            <a:ext cx="5345863" cy="1292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책임 담당자</a:t>
            </a:r>
            <a:endParaRPr lang="en-US" altLang="ko-KR" sz="1400" spc="-30" dirty="0">
              <a:solidFill>
                <a:schemeClr val="tx1">
                  <a:lumMod val="95000"/>
                  <a:lumOff val="5000"/>
                </a:schemeClr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900" spc="-30" dirty="0">
              <a:solidFill>
                <a:schemeClr val="tx1">
                  <a:lumMod val="95000"/>
                  <a:lumOff val="5000"/>
                </a:schemeClr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성명</a:t>
            </a: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: </a:t>
            </a:r>
            <a:r>
              <a:rPr lang="ko-KR" altLang="en-US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이현경</a:t>
            </a:r>
            <a:endParaRPr lang="en-US" altLang="ko-KR" sz="1000" spc="-30" dirty="0">
              <a:solidFill>
                <a:schemeClr val="tx1">
                  <a:lumMod val="95000"/>
                  <a:lumOff val="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소속</a:t>
            </a: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: AI</a:t>
            </a:r>
            <a:r>
              <a:rPr lang="ko-KR" altLang="en-US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금융공학운용부문 </a:t>
            </a: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/ </a:t>
            </a:r>
            <a:r>
              <a:rPr lang="ko-KR" altLang="en-US" sz="10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부문장</a:t>
            </a:r>
            <a:endParaRPr lang="en-US" altLang="ko-KR" sz="1000" spc="-30" dirty="0">
              <a:solidFill>
                <a:schemeClr val="tx1">
                  <a:lumMod val="95000"/>
                  <a:lumOff val="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학력</a:t>
            </a: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 : </a:t>
            </a:r>
            <a:r>
              <a:rPr lang="en-US" altLang="ko-KR" sz="10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Mathmatics</a:t>
            </a:r>
            <a:r>
              <a:rPr lang="en-US" altLang="ko-KR" sz="10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(B.S.), Yonsei University / Economics (M.A.), Seoul National University</a:t>
            </a:r>
            <a:endParaRPr lang="ko-KR" altLang="ko-KR" sz="1000" spc="-30" dirty="0">
              <a:solidFill>
                <a:schemeClr val="tx1">
                  <a:lumMod val="95000"/>
                  <a:lumOff val="5000"/>
                </a:schemeClr>
              </a:solidFill>
              <a:latin typeface="KoPub돋움체_Pro Light" pitchFamily="18" charset="-127"/>
              <a:ea typeface="KoPub돋움체_Pro Light" pitchFamily="18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E194655-AA48-45E6-9DFA-78E8E56DB8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59273"/>
              </p:ext>
            </p:extLst>
          </p:nvPr>
        </p:nvGraphicFramePr>
        <p:xfrm>
          <a:off x="1620044" y="3864232"/>
          <a:ext cx="6665912" cy="1114424"/>
        </p:xfrm>
        <a:graphic>
          <a:graphicData uri="http://schemas.openxmlformats.org/drawingml/2006/table">
            <a:tbl>
              <a:tblPr/>
              <a:tblGrid>
                <a:gridCol w="2661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4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60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  <a:cs typeface="굴림"/>
                        </a:rPr>
                        <a:t>기간</a:t>
                      </a:r>
                      <a:endParaRPr lang="ko-KR" sz="1000" b="0" kern="100" dirty="0">
                        <a:solidFill>
                          <a:schemeClr val="tx1"/>
                        </a:solidFill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0">
                        <a:spcAft>
                          <a:spcPts val="0"/>
                        </a:spcAft>
                      </a:pPr>
                      <a:r>
                        <a:rPr lang="ko-KR" sz="1000" b="0" kern="0" dirty="0">
                          <a:solidFill>
                            <a:schemeClr val="tx1"/>
                          </a:solidFill>
                          <a:latin typeface="KoPub돋움체_Pro Bold" panose="02020603020101020101" pitchFamily="18" charset="-127"/>
                          <a:ea typeface="KoPub돋움체_Pro Bold" panose="02020603020101020101" pitchFamily="18" charset="-127"/>
                          <a:cs typeface="굴림"/>
                        </a:rPr>
                        <a:t>경력</a:t>
                      </a:r>
                      <a:endParaRPr lang="ko-KR" sz="1000" b="0" kern="100" dirty="0">
                        <a:solidFill>
                          <a:schemeClr val="tx1"/>
                        </a:solidFill>
                        <a:latin typeface="KoPub돋움체_Pro Bold" panose="02020603020101020101" pitchFamily="18" charset="-127"/>
                        <a:ea typeface="KoPub돋움체_Pro Bold" panose="02020603020101020101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0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굴림"/>
                        </a:rPr>
                        <a:t>2001.02 ~ 2008.03 </a:t>
                      </a:r>
                      <a:endParaRPr 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미래에셋투신운용</a:t>
                      </a:r>
                      <a:r>
                        <a:rPr lang="ko-KR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 </a:t>
                      </a:r>
                      <a:r>
                        <a:rPr lang="en-US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/ </a:t>
                      </a:r>
                      <a:r>
                        <a:rPr lang="ko-KR" altLang="en-US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금융공학팀</a:t>
                      </a:r>
                      <a:endParaRPr lang="ko-KR" alt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0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2008.03 ~ 2012.03</a:t>
                      </a:r>
                      <a:endParaRPr 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미래에셋맵스자산운용</a:t>
                      </a:r>
                      <a:r>
                        <a:rPr lang="ko-KR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 </a:t>
                      </a:r>
                      <a:r>
                        <a:rPr lang="en-US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/ </a:t>
                      </a:r>
                      <a:r>
                        <a:rPr lang="en-US" altLang="ko-KR" sz="1000" kern="0" spc="-20" dirty="0">
                          <a:ln>
                            <a:solidFill>
                              <a:srgbClr val="F58220">
                                <a:alpha val="0"/>
                              </a:srgbClr>
                            </a:solidFill>
                          </a:ln>
                          <a:solidFill>
                            <a:prstClr val="black"/>
                          </a:solidFill>
                          <a:latin typeface="+mn-lt"/>
                          <a:ea typeface="KoPub돋움체_Pro Bold" panose="02020603020101020101" pitchFamily="18" charset="-127"/>
                          <a:cs typeface="Pretendard Light" panose="02000403000000020004" pitchFamily="50" charset="-127"/>
                        </a:rPr>
                        <a:t>Multi Strategy </a:t>
                      </a:r>
                      <a:r>
                        <a:rPr lang="ko-KR" altLang="en-US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본부</a:t>
                      </a:r>
                      <a:endParaRPr lang="ko-KR" alt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606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2012.03 ~ </a:t>
                      </a:r>
                      <a:r>
                        <a:rPr lang="ko-KR" altLang="en-US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현재  </a:t>
                      </a:r>
                      <a:endParaRPr 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4572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eaLnBrk="1" latinLnBrk="1" hangingPunct="1">
                        <a:spcAft>
                          <a:spcPts val="0"/>
                        </a:spcAft>
                      </a:pPr>
                      <a:r>
                        <a:rPr lang="ko-KR" altLang="en-US" sz="1000" kern="100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미래에셋자산운용</a:t>
                      </a:r>
                      <a:r>
                        <a:rPr lang="en-US" altLang="ko-KR" sz="1000" kern="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 /</a:t>
                      </a:r>
                      <a:r>
                        <a:rPr lang="en-US" altLang="ko-KR" sz="1000" kern="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 AI</a:t>
                      </a:r>
                      <a:r>
                        <a:rPr lang="ko-KR" altLang="en-US" sz="1000" kern="1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KoPub돋움체_Pro Light" pitchFamily="18" charset="-127"/>
                          <a:cs typeface="Times New Roman"/>
                        </a:rPr>
                        <a:t>금융공학운용부문</a:t>
                      </a:r>
                      <a:endParaRPr lang="ko-KR" altLang="ko-KR" sz="1000" kern="1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KoPub돋움체_Pro Light" pitchFamily="18" charset="-127"/>
                        <a:cs typeface="Times New Roman"/>
                      </a:endParaRPr>
                    </a:p>
                  </a:txBody>
                  <a:tcPr marL="62863" marR="62863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ACC4A8C-0D20-2459-E40D-9359A9F5952D}"/>
              </a:ext>
            </a:extLst>
          </p:cNvPr>
          <p:cNvSpPr txBox="1"/>
          <p:nvPr/>
        </p:nvSpPr>
        <p:spPr>
          <a:xfrm>
            <a:off x="2582667" y="5007512"/>
            <a:ext cx="5803900" cy="215900"/>
          </a:xfrm>
          <a:prstGeom prst="rect">
            <a:avLst/>
          </a:prstGeom>
          <a:noFill/>
        </p:spPr>
        <p:txBody>
          <a:bodyPr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dirty="0">
                <a:latin typeface="KoPub돋움체_Pro Light" pitchFamily="18" charset="-127"/>
                <a:ea typeface="KoPub돋움체_Pro Light" pitchFamily="18" charset="-127"/>
                <a:cs typeface="[Yoon] 윤고딕 120_OTF"/>
              </a:rPr>
              <a:t>(2026.07.31 </a:t>
            </a:r>
            <a:r>
              <a:rPr kumimoji="0" lang="ko-KR" altLang="en-US" sz="800" dirty="0">
                <a:latin typeface="KoPub돋움체_Pro Light" pitchFamily="18" charset="-127"/>
                <a:ea typeface="KoPub돋움체_Pro Light" pitchFamily="18" charset="-127"/>
                <a:cs typeface="[Yoon] 윤고딕 120_OTF"/>
              </a:rPr>
              <a:t>기준</a:t>
            </a:r>
            <a:r>
              <a:rPr kumimoji="0" lang="en-US" altLang="ko-KR" sz="800" dirty="0">
                <a:latin typeface="KoPub돋움체_Pro Light" pitchFamily="18" charset="-127"/>
                <a:ea typeface="KoPub돋움체_Pro Light" pitchFamily="18" charset="-127"/>
                <a:cs typeface="[Yoon] 윤고딕 120_OTF"/>
              </a:rPr>
              <a:t>)</a:t>
            </a:r>
            <a:endParaRPr kumimoji="0" lang="ko-KR" altLang="en-US" sz="800" dirty="0">
              <a:latin typeface="KoPub돋움체_Pro Light" pitchFamily="18" charset="-127"/>
              <a:ea typeface="KoPub돋움체_Pro Light" pitchFamily="18" charset="-127"/>
              <a:cs typeface="[Yoon] 윤고딕 120_OTF"/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D57C0C8D-3D31-291B-75FF-E66D6F4629BE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172" y="1907693"/>
            <a:ext cx="1285200" cy="17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082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15A83-30EB-57C6-31C3-80842B98B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6070FC6-C774-CBCE-A319-282682D3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96" y="1585298"/>
            <a:ext cx="4359104" cy="36874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C5B0075E-6583-64A4-8DD3-433C49A6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금융공학운용부문 </a:t>
            </a:r>
            <a:r>
              <a:rPr lang="ko-KR" altLang="en-US" dirty="0" err="1"/>
              <a:t>퀀트</a:t>
            </a:r>
            <a:r>
              <a:rPr lang="ko-KR" altLang="en-US" dirty="0"/>
              <a:t> 시스템 </a:t>
            </a:r>
            <a:r>
              <a:rPr lang="en-US" altLang="ko-KR" dirty="0"/>
              <a:t>(QPMS Vol Trading)</a:t>
            </a:r>
            <a:endParaRPr lang="ko-KR" altLang="en-US" dirty="0"/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EF40496F-426C-7D1E-9982-858815FDEAE2}"/>
              </a:ext>
            </a:extLst>
          </p:cNvPr>
          <p:cNvSpPr/>
          <p:nvPr/>
        </p:nvSpPr>
        <p:spPr>
          <a:xfrm>
            <a:off x="6244683" y="2105028"/>
            <a:ext cx="3402238" cy="3472812"/>
          </a:xfrm>
          <a:prstGeom prst="roundRect">
            <a:avLst>
              <a:gd name="adj" fmla="val 4000"/>
            </a:avLst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82880" bIns="0" rtlCol="0" anchor="t"/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00" b="1" i="0" dirty="0">
                <a:solidFill>
                  <a:srgbClr val="F58220"/>
                </a:solidFill>
                <a:latin typeface="KoPub돋움체_Pro Bold"/>
                <a:ea typeface="KoPub돋움체_Pro Bold"/>
                <a:cs typeface="KoPub돋움체_Pro Bold"/>
              </a:rPr>
              <a:t>시스템</a:t>
            </a:r>
            <a:endParaRPr sz="1300" b="1" dirty="0">
              <a:solidFill>
                <a:srgbClr val="F58220"/>
              </a:solidFill>
              <a:latin typeface="KoPub돋움체_Pro Bold"/>
              <a:ea typeface="KoPub돋움체_Pro Bold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일별 </a:t>
            </a: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리밸런싱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 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실시간으로 목표 편입비를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재산출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자의적 판단 배제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,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규칙대로 집행</a:t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. 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일별 종가기준 목표 </a:t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>편입비</a:t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> 매칭</a:t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저가매수·고가매도 규칙  하락 시 레버리지율 확대, 상승 시 축소를 허용합니다.</a:t>
            </a:r>
            <a:r>
              <a:rPr lang="en-US" altLang="ko-KR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/>
            </a:r>
            <a:r>
              <a:rPr lang="ko-KR" altLang="en-US" sz="1200" dirty="0" err="1">
                <a:solidFill>
                  <a:schemeClr val="bg1"/>
                </a:solidFill>
                <a:cs typeface="KoPub돋움체_Pro Medium"/>
              </a:rPr>
              <a:t/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/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/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/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> </a:t>
            </a:r>
            <a:endParaRPr lang="en-US"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endParaRPr sz="1200" b="0" i="0" dirty="0">
              <a:solidFill>
                <a:srgbClr val="FFFFFF"/>
              </a:solidFill>
              <a:latin typeface="KoPub돋움체_Pro Medium"/>
              <a:ea typeface="KoPub돋움체_Pro Medium"/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lang="ko-KR" altLang="en-US" sz="1350" b="1" dirty="0" err="1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>재조정 최소화 규칙  기준 범위를 벗어난 큰 변동에만 재조정해 비용과 시장 영향을 최소화</a:t>
            </a:r>
            <a:r>
              <a:rPr lang="ko-KR" altLang="en-US" sz="1350" b="1" dirty="0">
                <a:solidFill>
                  <a:schemeClr val="bg1"/>
                </a:solidFill>
                <a:latin typeface="KoPub돋움체_Pro Bold"/>
                <a:ea typeface="KoPub돋움체_Pro Bold"/>
                <a:cs typeface="KoPub돋움체_Pro Bold"/>
              </a:rPr>
              <a:t/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/>
            </a:r>
            <a:r>
              <a:rPr lang="en-US" altLang="ko-KR" sz="1200" dirty="0">
                <a:solidFill>
                  <a:schemeClr val="bg1"/>
                </a:solidFill>
                <a:cs typeface="KoPub돋움체_Pro Medium"/>
              </a:rPr>
              <a:t/>
            </a:r>
            <a:r>
              <a:rPr lang="ko-KR" altLang="en-US" sz="1200" dirty="0">
                <a:solidFill>
                  <a:schemeClr val="bg1"/>
                </a:solidFill>
                <a:cs typeface="KoPub돋움체_Pro Medium"/>
              </a:rPr>
              <a:t/>
            </a:r>
            <a:endParaRPr lang="en-US" altLang="ko-KR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endParaRPr lang="ko-KR" altLang="en-US" sz="1200" dirty="0">
              <a:solidFill>
                <a:schemeClr val="bg1"/>
              </a:solidFill>
              <a:cs typeface="KoPub돋움체_Pro Mediu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F2337-45A9-8980-CA45-0D6F09C9C012}"/>
              </a:ext>
            </a:extLst>
          </p:cNvPr>
          <p:cNvSpPr txBox="1"/>
          <p:nvPr/>
        </p:nvSpPr>
        <p:spPr>
          <a:xfrm>
            <a:off x="502920" y="1024128"/>
            <a:ext cx="9052560" cy="2108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규칙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기반의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리밸런싱 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로직을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en-US" sz="1350" b="1" i="0" dirty="0">
                <a:latin typeface="KoPub돋움체_Pro Bold"/>
                <a:ea typeface="KoPub돋움체_Pro Bold"/>
                <a:cs typeface="KoPub돋움체_Pro Bold"/>
              </a:rPr>
              <a:t>QPMS Vol Trading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시스템에서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 </a:t>
            </a:r>
            <a:r>
              <a:rPr lang="ko-KR" altLang="en-US" sz="1350" b="1" i="0" dirty="0">
                <a:latin typeface="KoPub돋움체_Pro Bold"/>
                <a:ea typeface="KoPub돋움체_Pro Bold"/>
                <a:cs typeface="KoPub돋움체_Pro Bold"/>
              </a:rPr>
              <a:t>연산</a:t>
            </a:r>
            <a:r>
              <a:rPr sz="1350" b="1" i="0" dirty="0" err="1">
                <a:latin typeface="KoPub돋움체_Pro Bold"/>
                <a:ea typeface="KoPub돋움체_Pro Bold"/>
                <a:cs typeface="KoPub돋움체_Pro Bold"/>
              </a:rPr>
              <a:t>합니다</a:t>
            </a:r>
            <a:r>
              <a:rPr sz="1350" b="1" i="0" dirty="0">
                <a:latin typeface="KoPub돋움체_Pro Bold"/>
                <a:ea typeface="KoPub돋움체_Pro Bold"/>
                <a:cs typeface="KoPub돋움체_Pro Bold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23679FB-5598-84D4-B602-8DFBC9D01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986" y="2150232"/>
            <a:ext cx="4694664" cy="34728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2493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FFEF7-5F24-6FAB-31FA-F718D1674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1">
                <a:solidFill>
                  <a:srgbClr val="222222"/>
                </a:solidFill>
                <a:latin typeface="KoPub돋움체_Pro Bold"/>
              </a:rPr>
              <a:t>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7325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43B72"/>
                </a:solidFill>
                <a:latin typeface="KoPub돋움체_Pro Bold"/>
              </a:rPr>
              <a:t>Q. 레버리지인데 왜 매일 1.5배를 맞추지 않나요?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222222"/>
                </a:solidFill>
                <a:latin typeface="KoPub돋움체_Pro Medium"/>
              </a:rPr>
              <a:t>A. 매일 배수를 다시 맞추는 일일 재조정이 변동성 잠식과 비용의 원인이기 때문입니다. 평균적으로 1.5배 노출을 유지하면 기대수익은 같으면서, 왕복장에서 잃는 재조정 매매를 피할 수 있습니다. 백테스트에서 매일 재조정 BM과 대등한 수익(+329% vs +327%)을 재조정 17회로 달성했습니다.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12264"/>
            <a:ext cx="87325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43B72"/>
                </a:solidFill>
                <a:latin typeface="KoPub돋움체_Pro Bold"/>
              </a:rPr>
              <a:t>Q. 상승장에서 덜 벌지 않나요?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222222"/>
                </a:solidFill>
                <a:latin typeface="KoPub돋움체_Pro Medium"/>
              </a:rPr>
              <a:t>A. 급등 구간 시뮬레이션(2025.6~2026.6)에서 +944% vs BM +976%로 대등했습니다. 상승 시 레버리지율이 소폭 낮아지지만, 재조정 비용 절감이 이를 상당 부분 상쇄합니다.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81528"/>
            <a:ext cx="87325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43B72"/>
                </a:solidFill>
                <a:latin typeface="KoPub돋움체_Pro Bold"/>
              </a:rPr>
              <a:t>Q. 하락하면 더 위험한 것 아닌가요?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222222"/>
                </a:solidFill>
                <a:latin typeface="KoPub돋움체_Pro Medium"/>
              </a:rPr>
              <a:t>A. 레버리지 상품의 본질적 낙폭(백테스트 MDD 약 -69%)은 존재합니다. 다만 하락 시 저가에 파는 재조정 매도를 하지 않아 반등 탄력이 크고, 백테스트 낙폭은 BM보다 소폭 얕았습니다. 원금 손실 위험이 큰 상품입니다.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50791"/>
            <a:ext cx="87325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43B72"/>
                </a:solidFill>
                <a:latin typeface="KoPub돋움체_Pro Bold"/>
              </a:rPr>
              <a:t>Q. 액티브는 무엇을 판단하나요?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222222"/>
                </a:solidFill>
                <a:latin typeface="KoPub돋움체_Pro Medium"/>
              </a:rPr>
              <a:t>A. 재조정의 시점·폭, 허용 범위의 운영, 극단적 국면의 대응을 운용역이 판단합니다. 시장 방향에 대한 베팅은 하지 않으며, '상승 시 축소·하락 시 확대'라는 원칙은 유지됩니다.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0056"/>
            <a:ext cx="873252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043B72"/>
                </a:solidFill>
                <a:latin typeface="KoPub돋움체_Pro Bold"/>
              </a:rPr>
              <a:t>Q. 왜 지금인가요?</a:t>
            </a:r>
          </a:p>
          <a:p>
            <a:pPr>
              <a:lnSpc>
                <a:spcPct val="112000"/>
              </a:lnSpc>
              <a:spcBef>
                <a:spcPts val="200"/>
              </a:spcBef>
            </a:pPr>
            <a:r>
              <a:rPr sz="1050">
                <a:solidFill>
                  <a:srgbClr val="222222"/>
                </a:solidFill>
                <a:latin typeface="KoPub돋움체_Pro Medium"/>
              </a:rPr>
              <a:t>A. 반도체 TOP10 실현변동성이 117%로 역대 최고 수준입니다. 변동성이 클수록 일일 재조정의 비용과 시장 영향이 커지므로, 그 비용을 아끼는 스마트 방식의 가치가 가장 큰 시기입니다.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91072"/>
            <a:ext cx="890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b="0">
                <a:solidFill>
                  <a:srgbClr val="84888B"/>
                </a:solidFill>
                <a:latin typeface="KoPub돋움체_Pro Medium"/>
              </a:rPr>
              <a:t>※ 상기 자료는 이해를 돕기 위한 예시이며, 시뮬레이션·백테스트는 가정에 따른 것으로 실제 투자내용·성과와 다를 수 있습니다. 레버리지 상품은 원금 손실 위험이 큽니다.</a:t>
            </a:r>
          </a:p>
        </p:txBody>
      </p:sp>
    </p:spTree>
    <p:extLst>
      <p:ext uri="{BB962C8B-B14F-4D97-AF65-F5344CB8AC3E}">
        <p14:creationId xmlns:p14="http://schemas.microsoft.com/office/powerpoint/2010/main" val="4239422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4EFF8-B96D-0D12-6AA0-11FD3E3A6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363253B-471B-FBC1-1874-3747DAC1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펀드 정보</a:t>
            </a:r>
          </a:p>
        </p:txBody>
      </p:sp>
    </p:spTree>
    <p:extLst>
      <p:ext uri="{BB962C8B-B14F-4D97-AF65-F5344CB8AC3E}">
        <p14:creationId xmlns:p14="http://schemas.microsoft.com/office/powerpoint/2010/main" val="927095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D00C5-570E-99B4-33E3-1B39CB620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8281EFB-27A1-CEC7-70DF-46BC4959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투자 위험</a:t>
            </a:r>
          </a:p>
        </p:txBody>
      </p:sp>
    </p:spTree>
    <p:extLst>
      <p:ext uri="{BB962C8B-B14F-4D97-AF65-F5344CB8AC3E}">
        <p14:creationId xmlns:p14="http://schemas.microsoft.com/office/powerpoint/2010/main" val="3511596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1. </a:t>
            </a:r>
            <a:r>
              <a:rPr lang="ko-KR" altLang="en-US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투자철학</a:t>
            </a:r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및 </a:t>
            </a:r>
            <a:r>
              <a:rPr lang="ko-KR" altLang="en-US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운용전략</a:t>
            </a:r>
            <a:endParaRPr lang="en-US" altLang="ko-KR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marL="216000"/>
            <a:r>
              <a:rPr lang="en-US" altLang="ko-KR" dirty="0"/>
              <a:t>1) </a:t>
            </a:r>
            <a:r>
              <a:rPr lang="ko-KR" altLang="en-US" dirty="0" err="1"/>
              <a:t>투자철학</a:t>
            </a:r>
            <a:r>
              <a:rPr lang="ko-KR" altLang="en-US" dirty="0"/>
              <a:t> 및 목적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운용프로세스</a:t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916659" y="1890853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FEF2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5015055" y="3830682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F7EF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916659" y="3830682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E5EB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5015055" y="1890853"/>
            <a:ext cx="3960000" cy="1800000"/>
          </a:xfrm>
          <a:prstGeom prst="roundRect">
            <a:avLst>
              <a:gd name="adj" fmla="val 9975"/>
            </a:avLst>
          </a:prstGeom>
          <a:solidFill>
            <a:srgbClr val="E5F6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자유형 38"/>
          <p:cNvSpPr/>
          <p:nvPr/>
        </p:nvSpPr>
        <p:spPr>
          <a:xfrm>
            <a:off x="4877998" y="3696430"/>
            <a:ext cx="138741" cy="138741"/>
          </a:xfrm>
          <a:custGeom>
            <a:avLst/>
            <a:gdLst>
              <a:gd name="connsiteX0" fmla="*/ 0 w 138741"/>
              <a:gd name="connsiteY0" fmla="*/ 0 h 138741"/>
              <a:gd name="connsiteX1" fmla="*/ 138741 w 138741"/>
              <a:gd name="connsiteY1" fmla="*/ 0 h 138741"/>
              <a:gd name="connsiteX2" fmla="*/ 138741 w 138741"/>
              <a:gd name="connsiteY2" fmla="*/ 138741 h 138741"/>
              <a:gd name="connsiteX3" fmla="*/ 0 w 138741"/>
              <a:gd name="connsiteY3" fmla="*/ 138741 h 138741"/>
              <a:gd name="connsiteX4" fmla="*/ 0 w 138741"/>
              <a:gd name="connsiteY4" fmla="*/ 0 h 138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8741" h="138741">
                <a:moveTo>
                  <a:pt x="0" y="0"/>
                </a:moveTo>
                <a:lnTo>
                  <a:pt x="138741" y="0"/>
                </a:lnTo>
                <a:lnTo>
                  <a:pt x="138741" y="138741"/>
                </a:lnTo>
                <a:lnTo>
                  <a:pt x="0" y="13874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812239" y="2628401"/>
            <a:ext cx="2268000" cy="2268000"/>
            <a:chOff x="3808497" y="2588829"/>
            <a:chExt cx="2277741" cy="2277741"/>
          </a:xfrm>
        </p:grpSpPr>
        <p:sp>
          <p:nvSpPr>
            <p:cNvPr id="46" name="자유형 45"/>
            <p:cNvSpPr/>
            <p:nvPr/>
          </p:nvSpPr>
          <p:spPr>
            <a:xfrm>
              <a:off x="3808497" y="2588829"/>
              <a:ext cx="1069501" cy="1069501"/>
            </a:xfrm>
            <a:custGeom>
              <a:avLst/>
              <a:gdLst>
                <a:gd name="connsiteX0" fmla="*/ 1069501 w 1069501"/>
                <a:gd name="connsiteY0" fmla="*/ 0 h 1069501"/>
                <a:gd name="connsiteX1" fmla="*/ 1069501 w 1069501"/>
                <a:gd name="connsiteY1" fmla="*/ 1069501 h 1069501"/>
                <a:gd name="connsiteX2" fmla="*/ 0 w 1069501"/>
                <a:gd name="connsiteY2" fmla="*/ 1069501 h 1069501"/>
                <a:gd name="connsiteX3" fmla="*/ 2395 w 1069501"/>
                <a:gd name="connsiteY3" fmla="*/ 1022070 h 1069501"/>
                <a:gd name="connsiteX4" fmla="*/ 1022070 w 1069501"/>
                <a:gd name="connsiteY4" fmla="*/ 2395 h 1069501"/>
                <a:gd name="connsiteX5" fmla="*/ 1069501 w 1069501"/>
                <a:gd name="connsiteY5" fmla="*/ 0 h 106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1" h="1069501">
                  <a:moveTo>
                    <a:pt x="1069501" y="0"/>
                  </a:moveTo>
                  <a:lnTo>
                    <a:pt x="1069501" y="1069501"/>
                  </a:lnTo>
                  <a:lnTo>
                    <a:pt x="0" y="1069501"/>
                  </a:lnTo>
                  <a:lnTo>
                    <a:pt x="2395" y="1022070"/>
                  </a:lnTo>
                  <a:cubicBezTo>
                    <a:pt x="56996" y="484424"/>
                    <a:pt x="484424" y="56996"/>
                    <a:pt x="1022070" y="2395"/>
                  </a:cubicBezTo>
                  <a:lnTo>
                    <a:pt x="106950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44" name="자유형 43"/>
            <p:cNvSpPr/>
            <p:nvPr/>
          </p:nvSpPr>
          <p:spPr>
            <a:xfrm>
              <a:off x="5016738" y="2588829"/>
              <a:ext cx="1069500" cy="1069501"/>
            </a:xfrm>
            <a:custGeom>
              <a:avLst/>
              <a:gdLst>
                <a:gd name="connsiteX0" fmla="*/ 0 w 1069500"/>
                <a:gd name="connsiteY0" fmla="*/ 0 h 1069501"/>
                <a:gd name="connsiteX1" fmla="*/ 47430 w 1069500"/>
                <a:gd name="connsiteY1" fmla="*/ 2395 h 1069501"/>
                <a:gd name="connsiteX2" fmla="*/ 1067105 w 1069500"/>
                <a:gd name="connsiteY2" fmla="*/ 1022070 h 1069501"/>
                <a:gd name="connsiteX3" fmla="*/ 1069500 w 1069500"/>
                <a:gd name="connsiteY3" fmla="*/ 1069501 h 1069501"/>
                <a:gd name="connsiteX4" fmla="*/ 0 w 1069500"/>
                <a:gd name="connsiteY4" fmla="*/ 1069501 h 1069501"/>
                <a:gd name="connsiteX5" fmla="*/ 0 w 1069500"/>
                <a:gd name="connsiteY5" fmla="*/ 0 h 1069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0" h="1069501">
                  <a:moveTo>
                    <a:pt x="0" y="0"/>
                  </a:moveTo>
                  <a:lnTo>
                    <a:pt x="47430" y="2395"/>
                  </a:lnTo>
                  <a:cubicBezTo>
                    <a:pt x="585076" y="56996"/>
                    <a:pt x="1012504" y="484424"/>
                    <a:pt x="1067105" y="1022070"/>
                  </a:cubicBezTo>
                  <a:lnTo>
                    <a:pt x="1069500" y="1069501"/>
                  </a:lnTo>
                  <a:lnTo>
                    <a:pt x="0" y="1069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36" name="자유형 35"/>
            <p:cNvSpPr/>
            <p:nvPr/>
          </p:nvSpPr>
          <p:spPr>
            <a:xfrm>
              <a:off x="3808497" y="3797070"/>
              <a:ext cx="1069501" cy="1069500"/>
            </a:xfrm>
            <a:custGeom>
              <a:avLst/>
              <a:gdLst>
                <a:gd name="connsiteX0" fmla="*/ 0 w 1069501"/>
                <a:gd name="connsiteY0" fmla="*/ 0 h 1069500"/>
                <a:gd name="connsiteX1" fmla="*/ 1069501 w 1069501"/>
                <a:gd name="connsiteY1" fmla="*/ 0 h 1069500"/>
                <a:gd name="connsiteX2" fmla="*/ 1069501 w 1069501"/>
                <a:gd name="connsiteY2" fmla="*/ 1069500 h 1069500"/>
                <a:gd name="connsiteX3" fmla="*/ 1022070 w 1069501"/>
                <a:gd name="connsiteY3" fmla="*/ 1067105 h 1069500"/>
                <a:gd name="connsiteX4" fmla="*/ 2395 w 1069501"/>
                <a:gd name="connsiteY4" fmla="*/ 47430 h 1069500"/>
                <a:gd name="connsiteX5" fmla="*/ 0 w 1069501"/>
                <a:gd name="connsiteY5" fmla="*/ 0 h 106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1" h="1069500">
                  <a:moveTo>
                    <a:pt x="0" y="0"/>
                  </a:moveTo>
                  <a:lnTo>
                    <a:pt x="1069501" y="0"/>
                  </a:lnTo>
                  <a:lnTo>
                    <a:pt x="1069501" y="1069500"/>
                  </a:lnTo>
                  <a:lnTo>
                    <a:pt x="1022070" y="1067105"/>
                  </a:lnTo>
                  <a:cubicBezTo>
                    <a:pt x="484424" y="1012504"/>
                    <a:pt x="56996" y="585076"/>
                    <a:pt x="2395" y="4743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  <p:sp>
          <p:nvSpPr>
            <p:cNvPr id="35" name="자유형 34"/>
            <p:cNvSpPr/>
            <p:nvPr/>
          </p:nvSpPr>
          <p:spPr>
            <a:xfrm>
              <a:off x="5016738" y="3797070"/>
              <a:ext cx="1069500" cy="1069500"/>
            </a:xfrm>
            <a:custGeom>
              <a:avLst/>
              <a:gdLst>
                <a:gd name="connsiteX0" fmla="*/ 0 w 1069500"/>
                <a:gd name="connsiteY0" fmla="*/ 0 h 1069500"/>
                <a:gd name="connsiteX1" fmla="*/ 1069500 w 1069500"/>
                <a:gd name="connsiteY1" fmla="*/ 0 h 1069500"/>
                <a:gd name="connsiteX2" fmla="*/ 1067105 w 1069500"/>
                <a:gd name="connsiteY2" fmla="*/ 47430 h 1069500"/>
                <a:gd name="connsiteX3" fmla="*/ 47430 w 1069500"/>
                <a:gd name="connsiteY3" fmla="*/ 1067105 h 1069500"/>
                <a:gd name="connsiteX4" fmla="*/ 0 w 1069500"/>
                <a:gd name="connsiteY4" fmla="*/ 1069500 h 1069500"/>
                <a:gd name="connsiteX5" fmla="*/ 0 w 1069500"/>
                <a:gd name="connsiteY5" fmla="*/ 0 h 1069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69500" h="1069500">
                  <a:moveTo>
                    <a:pt x="0" y="0"/>
                  </a:moveTo>
                  <a:lnTo>
                    <a:pt x="1069500" y="0"/>
                  </a:lnTo>
                  <a:lnTo>
                    <a:pt x="1067105" y="47430"/>
                  </a:lnTo>
                  <a:cubicBezTo>
                    <a:pt x="1012504" y="585076"/>
                    <a:pt x="585076" y="1012504"/>
                    <a:pt x="47430" y="1067105"/>
                  </a:cubicBezTo>
                  <a:lnTo>
                    <a:pt x="0" y="1069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2189868" y="2838963"/>
            <a:ext cx="1413849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경쟁력의</a:t>
            </a:r>
            <a:r>
              <a:rPr lang="en-US" altLang="ko-KR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관점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에서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투자기업을</a:t>
            </a:r>
            <a:r>
              <a:rPr lang="en-US" altLang="ko-KR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봅니다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189868" y="3978737"/>
            <a:ext cx="1413849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장기적인</a:t>
            </a:r>
            <a:r>
              <a:rPr lang="en-US" altLang="ko-KR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관점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에서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algn="r"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투자합니다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280133" y="2838963"/>
            <a:ext cx="1673535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 err="1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기대수익</a:t>
            </a: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과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함께</a:t>
            </a:r>
            <a:r>
              <a:rPr lang="en-US" altLang="ko-KR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위험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을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살핍니다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280133" y="3978737"/>
            <a:ext cx="2426946" cy="710964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미래에셋자산운용은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팀 어프로치</a:t>
            </a:r>
            <a:r>
              <a:rPr lang="en-US" altLang="ko-KR" sz="1100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(team-approach)</a:t>
            </a: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에 의해</a:t>
            </a:r>
            <a:endParaRPr lang="en-US" altLang="ko-KR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1400" dirty="0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신중하게 </a:t>
            </a:r>
            <a:r>
              <a:rPr lang="ko-KR" altLang="en-US" sz="1400" dirty="0" err="1"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의사결정합니다</a:t>
            </a:r>
            <a:endParaRPr lang="ko-KR" altLang="en-US" sz="1400" dirty="0"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830097" y="5743395"/>
            <a:ext cx="2245807" cy="184666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이상의 원칙을 일관성 있게 지킵니다</a:t>
            </a:r>
            <a:r>
              <a:rPr lang="en-US" altLang="ko-KR" sz="1200" dirty="0">
                <a:solidFill>
                  <a:schemeClr val="accent2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.</a:t>
            </a:r>
            <a:endParaRPr lang="ko-KR" altLang="en-US" sz="1200" dirty="0">
              <a:solidFill>
                <a:schemeClr val="accent2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4100239" y="2916401"/>
            <a:ext cx="1692000" cy="1692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sx="110000" sy="110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866" y="3428156"/>
            <a:ext cx="1413782" cy="565287"/>
          </a:xfrm>
          <a:prstGeom prst="rect">
            <a:avLst/>
          </a:prstGeom>
        </p:spPr>
      </p:pic>
      <p:sp>
        <p:nvSpPr>
          <p:cNvPr id="43" name="직사각형 42"/>
          <p:cNvSpPr/>
          <p:nvPr/>
        </p:nvSpPr>
        <p:spPr>
          <a:xfrm>
            <a:off x="5328392" y="4917860"/>
            <a:ext cx="3480120" cy="5509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미래에셋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글로벌 및 자산간 리서치를 활용한 운용 프로세스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당사 글로벌 네트워크 기반의 차별화된 리서치로 신중한 투자 의사결정 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 </a:t>
            </a: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리서치가 차별화된 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MP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를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제시하고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, </a:t>
            </a:r>
            <a:r>
              <a:rPr lang="ko-KR" altLang="en-US" sz="900" spc="-2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운용역이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일정수준</a:t>
            </a:r>
            <a:r>
              <a:rPr lang="en-US" altLang="ko-KR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900" spc="-2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복제하는 프로세스</a:t>
            </a:r>
            <a:endParaRPr lang="en-US" altLang="ko-KR" sz="900" spc="-2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225492" y="4917860"/>
            <a:ext cx="2689839" cy="3600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/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경쟁력 있는 </a:t>
            </a:r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우량자산에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장기투자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높은 </a:t>
            </a: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우량자산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선정확률을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기반으로 장기투자를 지향 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5328392" y="2066952"/>
            <a:ext cx="3004027" cy="5509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체계적인 </a:t>
            </a:r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리스크관리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프로세스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운용전략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및 운용프로세스 점검을 통해 적정성 및 개선방안 검토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투자자산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개별기업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하위펀드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등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의 체계적인 점검 프로세스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1225492" y="2066952"/>
            <a:ext cx="3097002" cy="55092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lvl="0"/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미래에셋의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 </a:t>
            </a:r>
            <a:r>
              <a:rPr lang="ko-KR" altLang="en-US" sz="1100" dirty="0" err="1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투자철학</a:t>
            </a:r>
            <a:r>
              <a:rPr lang="en-US" altLang="ko-KR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차별화된 경쟁력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리서치 기반의 경쟁력 있는 투자자산 발굴 및 제안</a:t>
            </a:r>
            <a:endParaRPr lang="en-US" altLang="ko-KR" sz="900" dirty="0">
              <a:solidFill>
                <a:srgbClr val="000000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  <a:p>
            <a:pPr marL="108000" lvl="0" indent="-108000">
              <a:lnSpc>
                <a:spcPct val="110000"/>
              </a:lnSpc>
              <a:spcBef>
                <a:spcPts val="3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투자자산의 경쟁력을 정량</a:t>
            </a:r>
            <a:r>
              <a:rPr lang="en-US" altLang="ko-KR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/</a:t>
            </a:r>
            <a:r>
              <a:rPr lang="ko-KR" altLang="en-US" sz="900" dirty="0">
                <a:solidFill>
                  <a:srgbClr val="000000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정성 평가하여 투자 의사결정에 반영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983184" y="1589039"/>
            <a:ext cx="1939635" cy="200055"/>
          </a:xfrm>
          <a:prstGeom prst="rect">
            <a:avLst/>
          </a:prstGeom>
          <a:noFill/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en-US" altLang="ko-KR" sz="1300" dirty="0">
                <a:solidFill>
                  <a:schemeClr val="accent2"/>
                </a:solidFill>
                <a:latin typeface="+mj-ea"/>
                <a:ea typeface="+mj-ea"/>
              </a:rPr>
              <a:t>&lt;</a:t>
            </a:r>
            <a:r>
              <a:rPr lang="ko-KR" altLang="en-US" sz="1300" dirty="0" err="1">
                <a:solidFill>
                  <a:schemeClr val="accent2"/>
                </a:solidFill>
                <a:latin typeface="+mj-ea"/>
                <a:ea typeface="+mj-ea"/>
              </a:rPr>
              <a:t>미래에셋자산운용</a:t>
            </a:r>
            <a:r>
              <a:rPr lang="ko-KR" altLang="en-US" sz="1300" dirty="0">
                <a:solidFill>
                  <a:schemeClr val="accent2"/>
                </a:solidFill>
                <a:latin typeface="+mj-ea"/>
                <a:ea typeface="+mj-ea"/>
              </a:rPr>
              <a:t> 투자원칙</a:t>
            </a:r>
            <a:r>
              <a:rPr lang="en-US" altLang="ko-KR" sz="1300" dirty="0">
                <a:solidFill>
                  <a:schemeClr val="accent2"/>
                </a:solidFill>
                <a:latin typeface="+mj-ea"/>
                <a:ea typeface="+mj-ea"/>
              </a:rPr>
              <a:t>&gt;</a:t>
            </a:r>
            <a:endParaRPr lang="ko-KR" altLang="en-US" sz="1300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167219" y="2986144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endParaRPr lang="ko-KR" altLang="en-US" sz="14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5626795" y="2986144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165631" y="4328470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5610127" y="4328470"/>
            <a:ext cx="100990" cy="215444"/>
          </a:xfrm>
          <a:prstGeom prst="rect">
            <a:avLst/>
          </a:prstGeom>
          <a:noFill/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ko-KR" altLang="en-US" sz="1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78056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직선 연결선 98"/>
          <p:cNvCxnSpPr/>
          <p:nvPr/>
        </p:nvCxnSpPr>
        <p:spPr>
          <a:xfrm flipH="1">
            <a:off x="2729225" y="3153359"/>
            <a:ext cx="6021" cy="23966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 flipH="1">
            <a:off x="4188031" y="3153359"/>
            <a:ext cx="1" cy="139515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 flipH="1">
            <a:off x="5663268" y="3153359"/>
            <a:ext cx="1" cy="18961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 flipH="1">
            <a:off x="8577098" y="3153359"/>
            <a:ext cx="1" cy="139515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 flipH="1">
            <a:off x="7119454" y="3153359"/>
            <a:ext cx="1" cy="18961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 flipH="1">
            <a:off x="1256098" y="3153359"/>
            <a:ext cx="6021" cy="23966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1. </a:t>
            </a:r>
            <a:r>
              <a:rPr lang="ko-KR" altLang="en-US" dirty="0"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전체 조직도</a:t>
            </a:r>
            <a:endParaRPr lang="en-US" altLang="ko-KR" dirty="0"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 err="1"/>
              <a:t>운용조직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9777A5E-BD2B-3544-8CCA-D4A952A68A7A}"/>
              </a:ext>
            </a:extLst>
          </p:cNvPr>
          <p:cNvSpPr txBox="1">
            <a:spLocks/>
          </p:cNvSpPr>
          <p:nvPr/>
        </p:nvSpPr>
        <p:spPr>
          <a:xfrm>
            <a:off x="369416" y="1475788"/>
            <a:ext cx="8915400" cy="51668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dirty="0"/>
              <a:t>    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C729BBA9-AB58-EA41-8107-328105F7951E}"/>
              </a:ext>
            </a:extLst>
          </p:cNvPr>
          <p:cNvSpPr txBox="1">
            <a:spLocks/>
          </p:cNvSpPr>
          <p:nvPr/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 i="0" kern="1200">
                <a:solidFill>
                  <a:srgbClr val="3C3C3B"/>
                </a:solidFill>
                <a:latin typeface="+mn-ea"/>
                <a:ea typeface="+mn-ea"/>
                <a:cs typeface="KoPub돋움체_Pro Medium"/>
              </a:defRPr>
            </a:lvl1pPr>
            <a:lvl2pPr marL="457200" indent="0" algn="l" defTabSz="4572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914400" indent="0" algn="l" defTabSz="457200" rtl="0" eaLnBrk="1" latinLnBrk="1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371600" indent="0" algn="l" defTabSz="457200" rtl="0" eaLnBrk="1" latinLnBrk="1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1828800" indent="0" algn="l" defTabSz="457200" rtl="0" eaLnBrk="1" latinLnBrk="1" hangingPunct="1">
              <a:spcBef>
                <a:spcPct val="200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20"/>
              </a:lnSpc>
              <a:spcBef>
                <a:spcPts val="660"/>
              </a:spcBef>
            </a:pPr>
            <a:endParaRPr kumimoji="1" lang="en-US" altLang="ko-KR" dirty="0"/>
          </a:p>
          <a:p>
            <a:pPr>
              <a:lnSpc>
                <a:spcPts val="1320"/>
              </a:lnSpc>
              <a:spcBef>
                <a:spcPts val="660"/>
              </a:spcBef>
            </a:pPr>
            <a:endParaRPr kumimoji="1" lang="en-US" altLang="ko-KR" dirty="0"/>
          </a:p>
          <a:p>
            <a:pPr>
              <a:lnSpc>
                <a:spcPts val="1320"/>
              </a:lnSpc>
              <a:spcBef>
                <a:spcPts val="660"/>
              </a:spcBef>
            </a:pPr>
            <a:r>
              <a:rPr kumimoji="1" lang="en-US" altLang="ko-KR" dirty="0">
                <a:solidFill>
                  <a:schemeClr val="tx1"/>
                </a:solidFill>
              </a:rPr>
              <a:t>   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89777A5E-BD2B-3544-8CCA-D4A952A68A7A}"/>
              </a:ext>
            </a:extLst>
          </p:cNvPr>
          <p:cNvSpPr txBox="1">
            <a:spLocks/>
          </p:cNvSpPr>
          <p:nvPr/>
        </p:nvSpPr>
        <p:spPr>
          <a:xfrm>
            <a:off x="411749" y="959321"/>
            <a:ext cx="8915400" cy="516684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 kern="120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Noto Sans"/>
                <a:ea typeface="+mn-ea"/>
                <a:cs typeface="Noto San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ko-KR" altLang="en-US" dirty="0"/>
              <a:t>     </a:t>
            </a:r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ko-KR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  <a:p>
            <a:endParaRPr kumimoji="1" lang="en-US" altLang="en-US" dirty="0"/>
          </a:p>
        </p:txBody>
      </p:sp>
      <p:cxnSp>
        <p:nvCxnSpPr>
          <p:cNvPr id="20" name="직선 연결선 19"/>
          <p:cNvCxnSpPr/>
          <p:nvPr/>
        </p:nvCxnSpPr>
        <p:spPr>
          <a:xfrm flipH="1">
            <a:off x="1268798" y="2314528"/>
            <a:ext cx="1771" cy="398574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4924719" y="1906466"/>
            <a:ext cx="0" cy="1065794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21" idx="3"/>
            <a:endCxn id="29" idx="1"/>
          </p:cNvCxnSpPr>
          <p:nvPr/>
        </p:nvCxnSpPr>
        <p:spPr>
          <a:xfrm>
            <a:off x="5552948" y="1771870"/>
            <a:ext cx="2394150" cy="0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84" idx="3"/>
            <a:endCxn id="30" idx="1"/>
          </p:cNvCxnSpPr>
          <p:nvPr/>
        </p:nvCxnSpPr>
        <p:spPr>
          <a:xfrm>
            <a:off x="1898798" y="2218032"/>
            <a:ext cx="6048300" cy="0"/>
          </a:xfrm>
          <a:prstGeom prst="line">
            <a:avLst/>
          </a:prstGeom>
          <a:ln w="6350" cap="sq">
            <a:solidFill>
              <a:schemeClr val="bg1">
                <a:lumMod val="50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/>
          <p:cNvGrpSpPr/>
          <p:nvPr/>
        </p:nvGrpSpPr>
        <p:grpSpPr>
          <a:xfrm>
            <a:off x="2732229" y="2972260"/>
            <a:ext cx="4389010" cy="134060"/>
            <a:chOff x="2760510" y="2859638"/>
            <a:chExt cx="4389010" cy="137346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276051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>
              <a:off x="422043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>
              <a:off x="568960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/>
            <p:cNvCxnSpPr/>
            <p:nvPr/>
          </p:nvCxnSpPr>
          <p:spPr>
            <a:xfrm>
              <a:off x="7149520" y="2859638"/>
              <a:ext cx="0" cy="137346"/>
            </a:xfrm>
            <a:prstGeom prst="line">
              <a:avLst/>
            </a:prstGeom>
            <a:ln w="6350" cap="sq">
              <a:solidFill>
                <a:schemeClr val="bg1">
                  <a:lumMod val="5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모서리가 둥근 직사각형 28"/>
          <p:cNvSpPr/>
          <p:nvPr/>
        </p:nvSpPr>
        <p:spPr>
          <a:xfrm>
            <a:off x="7947098" y="1591870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금융소비자보호책임자</a:t>
            </a:r>
          </a:p>
        </p:txBody>
      </p:sp>
      <p:sp>
        <p:nvSpPr>
          <p:cNvPr id="30" name="모서리가 둥근 직사각형 29"/>
          <p:cNvSpPr/>
          <p:nvPr/>
        </p:nvSpPr>
        <p:spPr>
          <a:xfrm>
            <a:off x="7947098" y="2038032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리스크관리위원회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cxnSp>
        <p:nvCxnSpPr>
          <p:cNvPr id="31" name="꺾인 연결선 30"/>
          <p:cNvCxnSpPr/>
          <p:nvPr/>
        </p:nvCxnSpPr>
        <p:spPr>
          <a:xfrm rot="5400000" flipH="1" flipV="1">
            <a:off x="4916012" y="-557941"/>
            <a:ext cx="13873" cy="7308300"/>
          </a:xfrm>
          <a:prstGeom prst="bentConnector3">
            <a:avLst>
              <a:gd name="adj1" fmla="val 944937"/>
            </a:avLst>
          </a:prstGeom>
          <a:ln w="6350" cap="sq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모서리가 둥근 직사각형 53"/>
          <p:cNvSpPr/>
          <p:nvPr/>
        </p:nvSpPr>
        <p:spPr>
          <a:xfrm>
            <a:off x="644819" y="442672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부동산부문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2106247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금융공학운용부문</a:t>
            </a:r>
            <a:endParaRPr lang="en-US" altLang="ko-KR" sz="900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3567675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ETF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마케팅부문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5027521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투자솔루션부문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6492546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디지털혁신부문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638798" y="2038032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투자전략위원회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638798" y="2484194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스튜어드십본부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2106247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글로벌투자부문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3567675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WM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마케팅부문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5027521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주택도시기금운용부문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6492546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경영혁신부문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7951959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상품전략본부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</a:p>
        </p:txBody>
      </p:sp>
      <p:sp>
        <p:nvSpPr>
          <p:cNvPr id="65" name="모서리가 둥근 직사각형 64"/>
          <p:cNvSpPr/>
          <p:nvPr/>
        </p:nvSpPr>
        <p:spPr>
          <a:xfrm>
            <a:off x="644819" y="3096209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주식운용부문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644819" y="353971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리서치부문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2106247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멀티전략투자부문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3567675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연금마케팅부문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5027521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기금솔루션부문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6492546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글로벌혁신부문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644819" y="398321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채권운용부문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2106247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ETF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운용부문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3567675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기업솔루션부문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5027521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투자플랫폼사업부문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6492546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리스크관리부문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644819" y="531372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인프라투자부문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644819" y="487022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PEF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2106247" y="486949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자산배분부문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5027521" y="486949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투자와연금센터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7951959" y="3982853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법무실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7951959" y="4426175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감사실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7951959" y="353953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홍보실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168858" y="5538428"/>
            <a:ext cx="1037143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000" dirty="0"/>
              <a:t>(2000.00</a:t>
            </a:r>
            <a:r>
              <a:rPr lang="ko-KR" altLang="en-US" sz="1000" dirty="0"/>
              <a:t>월말 기준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92" name="모서리가 둥근 직사각형 91"/>
          <p:cNvSpPr/>
          <p:nvPr/>
        </p:nvSpPr>
        <p:spPr>
          <a:xfrm>
            <a:off x="6492546" y="4869497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준법감시인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2106247" y="5312821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pc="-5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글로벌</a:t>
            </a:r>
            <a:r>
              <a:rPr lang="en-US" altLang="ko-KR" sz="900" spc="-5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ETF</a:t>
            </a:r>
            <a:r>
              <a:rPr lang="ko-KR" altLang="en-US" sz="900" spc="-5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상품전략부문</a:t>
            </a:r>
            <a:endParaRPr lang="en-US" altLang="ko-KR" sz="900" spc="-5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(00</a:t>
            </a:r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명</a:t>
            </a:r>
            <a:r>
              <a:rPr lang="en-US" altLang="ko-KR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4292948" y="1591870"/>
            <a:ext cx="1260000" cy="360000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rPr>
              <a:t>대표이사</a:t>
            </a:r>
            <a:endParaRPr lang="en-US" altLang="ko-KR" sz="900" dirty="0">
              <a:solidFill>
                <a:schemeClr val="tx1"/>
              </a:solidFill>
              <a:latin typeface="KoPub돋움체_Pro Medium" pitchFamily="18" charset="-127"/>
              <a:ea typeface="KoPub돋움체_Pro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2782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3790" y="1040633"/>
            <a:ext cx="8928000" cy="5166864"/>
          </a:xfrm>
        </p:spPr>
        <p:txBody>
          <a:bodyPr wrap="square" lIns="0" rIns="0" numCol="1">
            <a:spAutoFit/>
          </a:bodyPr>
          <a:lstStyle/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자료는 집합투자상품의 청약을 권유하기 위한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판촉물이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아니며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청약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권유시에는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반드시 투자설명서를 사용하여야 합니다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자료에 수록된 내용은 신뢰할 만한 자료 및 정보로부터 얻어진 것이나 당사는 그 정확성이나 안전성을 보장할 수 없습니다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  <a:b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</a:b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따라서 어떠한 경우에도 본 자료는 투자자의 투자 결과에 대한 법적 책임소재에 대한 증빙자료로 사용될 수 없습니다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자료는 판매회사 임직원의 이해를 돕기 위한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안내자료이며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임의로 일반투자자에게 제공했을 경우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당사는 일체의 법적 책임을 지지 않습니다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관련법령은 수익증권 투자에 대해서는 원리금을 보장하거나 보호하지 않습니다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따라서 투자원본의 전부 또는 일부에 대한 손실의 위험이 존재하며 투자금액의 손실 내지 감소의 위험은 전적으로 투자자가 부담하며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집합투자업자나 판매회사 등 어떤 당사자도 투자손실에 대하여 책임을 지지 아니합니다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집합투자상품은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운용결과에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따른 이익 또는 손실이 투자자에게 귀속되는 실적배당 상품이며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예금자 보호법의 보호 대상이 아닙니다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과거의 실적이 미래의 수익을 보장하는 것은 아닙니다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신탁재산을 주식 및 채권 등에 투자함으로써 투자신탁은 증권의 가격변동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이자율 등 기타 거시경제지표의 변화에 따른 위험에 노출됩니다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또한 신탁재산의 가치는 투자대상 종목의 영업환경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재무상황 및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신용상태의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악화에 따라 급격히 변동될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주식투자에 따른 비체계적 위험은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시장위험과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달리 분산투자로도 회피할 수 없는 위험이므로 투자종목에 대한 정기적 분석 및 점검을 통해 포트폴리오에 미치는 영향의 최소화를 추구하지만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개별주식에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대한 위험이 실제 발생할 경우 손실이 발생할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파생상품은 작은 증거금으로 거액의 결제가 가능한 지렛대효과로 인하여 기초자산에 직접 투자하는 경우에 비하여 높은 위험에 노출될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증권시장 규모 등을 감안할 때 신탁재산에서 거래량이 풍부하지 못한 종목에 투자하는 경우 투자대상 종목의 유동성 부족에 따른 환금성에 제약이 발생할 수 있으며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 </a:t>
            </a:r>
            <a:b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</a:b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이는 신탁재산의 가치하락을 초래할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법령 또는 법령에 의한 사유 발생시 및 투자신탁재산의 매각 불능과 투자자의 이익 또는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투자자간의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형평성을 해할 우려가 있는 경우 및 기타 금융감독위원회가 인정하는 경우 수익증권의 환매가 연기 될 수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 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자료에 기재된 내용 중 투자참고 및 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예측자료는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신뢰할 수 있다고 판단되는 각종 자료와 통계자료를 이용하여 작성한 것으로 향후 결과를 보증하는 것이 아닙니다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신탁재산은 “</a:t>
            </a:r>
            <a:r>
              <a:rPr lang="ko-KR" altLang="en-US" sz="1000" dirty="0" err="1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자본시장법”에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의하여 신탁업자가 안전하게 보관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,</a:t>
            </a: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 관리하고 있습니다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  <a:p>
            <a:pPr marL="144000" indent="-144000">
              <a:lnSpc>
                <a:spcPct val="114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본 자료에 포함된 모든 정보는 당사의 승인 없이 복제되어 유통될 수 없습니다</a:t>
            </a:r>
            <a:r>
              <a:rPr lang="en-US" altLang="ko-KR" sz="1000" dirty="0">
                <a:latin typeface="KoPub돋움체_Pro Light" panose="02020603020101020101" pitchFamily="18" charset="-127"/>
                <a:ea typeface="KoPub돋움체_Pro Light" panose="02020603020101020101" pitchFamily="18" charset="-127"/>
              </a:rPr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Compliance Notice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9754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5126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Office 테마">
  <a:themeElements>
    <a:clrScheme name="Mirae Asset Color">
      <a:dk1>
        <a:srgbClr val="000000"/>
      </a:dk1>
      <a:lt1>
        <a:srgbClr val="FFFFFF"/>
      </a:lt1>
      <a:dk2>
        <a:srgbClr val="F0B26B"/>
      </a:dk2>
      <a:lt2>
        <a:srgbClr val="84888B"/>
      </a:lt2>
      <a:accent1>
        <a:srgbClr val="F58220"/>
      </a:accent1>
      <a:accent2>
        <a:srgbClr val="043B72"/>
      </a:accent2>
      <a:accent3>
        <a:srgbClr val="00A9CE"/>
      </a:accent3>
      <a:accent4>
        <a:srgbClr val="0086B8"/>
      </a:accent4>
      <a:accent5>
        <a:srgbClr val="AE634E"/>
      </a:accent5>
      <a:accent6>
        <a:srgbClr val="E12F00"/>
      </a:accent6>
      <a:hlink>
        <a:srgbClr val="000000"/>
      </a:hlink>
      <a:folHlink>
        <a:srgbClr val="FF0000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10248</TotalTime>
  <Words>3521</Words>
  <Application>Microsoft Office PowerPoint</Application>
  <PresentationFormat>A4 용지(210x297mm)</PresentationFormat>
  <Paragraphs>678</Paragraphs>
  <Slides>25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7" baseType="lpstr">
      <vt:lpstr>[Yoon] 윤고딕 120_OTF</vt:lpstr>
      <vt:lpstr>KoPubWorld돋움체 Bold</vt:lpstr>
      <vt:lpstr>KoPubWorld돋움체 Medium</vt:lpstr>
      <vt:lpstr>KoPub돋움체_Pro Bold</vt:lpstr>
      <vt:lpstr>KoPub돋움체_Pro Light</vt:lpstr>
      <vt:lpstr>KoPub돋움체_Pro Medium</vt:lpstr>
      <vt:lpstr>맑은 고딕</vt:lpstr>
      <vt:lpstr>시스템 서체 일반체</vt:lpstr>
      <vt:lpstr>Arial</vt:lpstr>
      <vt:lpstr>Calibri</vt:lpstr>
      <vt:lpstr>Noto Sans</vt:lpstr>
      <vt:lpstr>Office 테마</vt:lpstr>
      <vt:lpstr>미래에셋 변동성하베스트 일반사모투자신탁</vt:lpstr>
      <vt:lpstr>PowerPoint 프레젠테이션</vt:lpstr>
      <vt:lpstr>Concept : 변동성 매매로 안정적 절대수익 추구</vt:lpstr>
      <vt:lpstr>Concept : 목표배당형 사모펀드</vt:lpstr>
      <vt:lpstr>시장 환경 : 역대급 변동성 시장 환경</vt:lpstr>
      <vt:lpstr>시장 환경 : 역대급 SK하이닉스, 삼성전자 변동성 </vt:lpstr>
      <vt:lpstr>펀드 전략 : 오르면 팔고 내리면 산다 </vt:lpstr>
      <vt:lpstr>펀드 전략 : 지수가 내려가면 목표 편입비가 올라간다 </vt:lpstr>
      <vt:lpstr>변동성 하베스트 전략 - 횡보장</vt:lpstr>
      <vt:lpstr>변동성 하베스트 전략 - 상승장</vt:lpstr>
      <vt:lpstr>변동성 하베스트 전략 - 하락장(1)</vt:lpstr>
      <vt:lpstr>변동성 하베스트 전략 - 하락장(2)</vt:lpstr>
      <vt:lpstr>변동성 하베스트 전략 - 과거 시뮬레이션 (변동성전략 펀드 수익률)</vt:lpstr>
      <vt:lpstr>PowerPoint 프레젠테이션</vt:lpstr>
      <vt:lpstr>변동성 하베스트 전략 - 과거 시뮬레이션</vt:lpstr>
      <vt:lpstr>변동성 하베스트 전략 - 예상 주식 편입비 (변동성전략 펀드)</vt:lpstr>
      <vt:lpstr>운용역 소개</vt:lpstr>
      <vt:lpstr>AI금융공학운용부문 퀀트 시스템 (QPMS Vol Trading)</vt:lpstr>
      <vt:lpstr>FAQ</vt:lpstr>
      <vt:lpstr>펀드 정보</vt:lpstr>
      <vt:lpstr>투자 위험</vt:lpstr>
      <vt:lpstr>Ⅰ. 운용프로세스 </vt:lpstr>
      <vt:lpstr>Ⅱ. 운용조직</vt:lpstr>
      <vt:lpstr>Compliance Notice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미래에셋자산운용 WM 및 연금마케팅 제안서 PPT 디자인 가이드라인</dc:title>
  <dc:creator>Joonho Shin(신준호)</dc:creator>
  <cp:lastModifiedBy>Joonho Shin(신준호)</cp:lastModifiedBy>
  <cp:revision>170</cp:revision>
  <cp:lastPrinted>2026-08-12T04:55:03Z</cp:lastPrinted>
  <dcterms:created xsi:type="dcterms:W3CDTF">2020-05-26T08:18:33Z</dcterms:created>
  <dcterms:modified xsi:type="dcterms:W3CDTF">2026-08-12T10:50:07Z</dcterms:modified>
</cp:coreProperties>
</file>