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2" r:id="rId22"/>
    <p:sldId id="1043" r:id="rId23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+20.8%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88670"/>
                <a:gridCol w="788670"/>
                <a:gridCol w="788670"/>
                <a:gridCol w="78867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59%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777240"/>
                <a:gridCol w="77724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