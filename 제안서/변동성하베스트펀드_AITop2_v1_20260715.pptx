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4" r:id="rId12"/>
    <p:sldId id="1045" r:id="rId13"/>
    <p:sldId id="265" r:id="rId14"/>
    <p:sldId id="266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2034</Words>
  <Application>Microsoft Office PowerPoint</Application>
  <PresentationFormat>사용자 지정</PresentationFormat>
  <Paragraphs>347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13</cp:revision>
  <dcterms:created xsi:type="dcterms:W3CDTF">2013-01-27T09:14:16Z</dcterms:created>
  <dcterms:modified xsi:type="dcterms:W3CDTF">2026-07-16T07:30:18Z</dcterms:modified>
  <cp:category/>
</cp:coreProperties>
</file>