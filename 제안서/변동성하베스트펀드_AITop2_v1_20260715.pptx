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5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0" r:id="rId20"/>
    <p:sldId id="265" r:id="rId12"/>
    <p:sldId id="266" r:id="rId13"/>
    <p:sldId id="267" r:id="rId14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14" d="100"/>
          <a:sy n="114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2026. 7. 15.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  <a:r>
              <a:rPr lang="ko-KR" altLang="en-US" sz="2792" dirty="0" err="1"/>
              <a:t/>
            </a:r>
            <a:r>
              <a:rPr lang="ko-KR" altLang="en-US" sz="2792" dirty="0"/>
              <a:t/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 — 만기까지 남은 시간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편입비는 잔존만기가 짧아질수록 가팔라짐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성장변동성펀드</a:t>
            </a:r>
            <a:r>
              <a:rPr sz="1050" b="0">
                <a:solidFill>
                  <a:srgbClr val="84888B"/>
                </a:solidFill>
                <a:latin typeface="맑은 고딕"/>
              </a:rPr>
              <a:t>  (변동성 매매 + 상승 참여)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21408"/>
          <a:ext cx="4343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\ 잔존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59%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0" y="178308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1050" b="0">
                <a:solidFill>
                  <a:srgbClr val="84888B"/>
                </a:solidFill>
                <a:latin typeface="맑은 고딕"/>
              </a:rPr>
              <a:t>  (안정 변동성 매매)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0" y="2121408"/>
          <a:ext cx="4343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\ 잔존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349240"/>
            <a:ext cx="8778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60%·금리 3%·배당 2% 가정, 지수 10포인트 단위(60~140). 성장형은 지수 60 이하 도달 시 '낙아웃'(하방 완충 소멸) 후 주식형과 유사하게 운용.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표의 편입비는 모형상 목표치이며, 실제 운용에서는 자체 드리프트·거래비용을 감안해 소폭 다를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1384</Words>
  <Application>Microsoft Macintosh PowerPoint</Application>
  <PresentationFormat>사용자 지정</PresentationFormat>
  <Paragraphs>130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KoPub돋움체_Pro Bold</vt:lpstr>
      <vt:lpstr>KoPub돋움체_Pro Medium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현경 이</cp:lastModifiedBy>
  <cp:revision>12</cp:revision>
  <dcterms:created xsi:type="dcterms:W3CDTF">2013-01-27T09:14:16Z</dcterms:created>
  <dcterms:modified xsi:type="dcterms:W3CDTF">2026-07-15T12:56:01Z</dcterms:modified>
  <cp:category/>
</cp:coreProperties>
</file>