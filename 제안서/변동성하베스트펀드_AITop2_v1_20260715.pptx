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65839"/>
            <a:ext cx="8686800" cy="4103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dirty="0" err="1">
                <a:solidFill>
                  <a:srgbClr val="3A3A3A"/>
                </a:solidFill>
                <a:latin typeface="맑은 고딕"/>
              </a:rPr>
              <a:t>운용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중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미도달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</a:t>
            </a:r>
            <a:r>
              <a:rPr lang="en-US"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및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참여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하기 위한 운용이 진행되며 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,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매매보다는 상승에 참여하기 위해 주식형과 유사하게  운용됩니다</a:t>
            </a:r>
            <a:r>
              <a:rPr lang="en-US" altLang="ko-KR" sz="1250" b="1" dirty="0">
                <a:solidFill>
                  <a:srgbClr val="3A3A3A"/>
                </a:solidFill>
                <a:latin typeface="맑은 고딕"/>
              </a:rPr>
              <a:t>.</a:t>
            </a:r>
            <a:endParaRPr sz="125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시뮬레이션(매매비용 매수 5bp/매도 30bp·운용오차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30037"/>
            <a:ext cx="4526280" cy="3438321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30037"/>
            <a:ext cx="4526280" cy="34383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300" b="1" dirty="0">
                <a:solidFill>
                  <a:srgbClr val="043B72"/>
                </a:solidFill>
                <a:latin typeface="맑은 고딕"/>
              </a:rPr>
              <a:t>수익구조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1 -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지수대별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실제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편입비·예상수익률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+31.5%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매수 5bp/매도 30bp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시뮬레이션(매매비용 매수 5bp/매도 30bp·운용오차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복제비율 110% · 최대 편입비 110%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+12.9%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매수 5bp/매도 30bp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2023</Words>
  <Application>Microsoft Office PowerPoint</Application>
  <PresentationFormat>사용자 지정</PresentationFormat>
  <Paragraphs>348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16</cp:revision>
  <dcterms:created xsi:type="dcterms:W3CDTF">2013-01-27T09:14:16Z</dcterms:created>
  <dcterms:modified xsi:type="dcterms:W3CDTF">2026-07-20T00:33:11Z</dcterms:modified>
  <cp:category/>
</cp:coreProperties>
</file>