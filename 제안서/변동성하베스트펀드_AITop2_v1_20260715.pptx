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5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4" r:id="rId21"/>
    <p:sldId id="1045" r:id="rId20"/>
    <p:sldId id="265" r:id="rId12"/>
    <p:sldId id="266" r:id="rId13"/>
    <p:sldId id="267" r:id="rId14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14" d="100"/>
          <a:sy n="114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6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2026. 7. 15.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  <a:r>
              <a:rPr lang="ko-KR" altLang="en-US" sz="2792" dirty="0" err="1"/>
              <a:t/>
            </a:r>
            <a:r>
              <a:rPr lang="ko-KR" altLang="en-US" sz="2792" dirty="0"/>
              <a:t/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88670"/>
                <a:gridCol w="788670"/>
                <a:gridCol w="788670"/>
                <a:gridCol w="78867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77240"/>
                <a:gridCol w="77724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88670"/>
                <a:gridCol w="788670"/>
                <a:gridCol w="788670"/>
                <a:gridCol w="78867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77240"/>
                <a:gridCol w="77724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1384</Words>
  <Application>Microsoft Macintosh PowerPoint</Application>
  <PresentationFormat>사용자 지정</PresentationFormat>
  <Paragraphs>130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KoPub돋움체_Pro Bold</vt:lpstr>
      <vt:lpstr>KoPub돋움체_Pro Medium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현경 이</cp:lastModifiedBy>
  <cp:revision>12</cp:revision>
  <dcterms:created xsi:type="dcterms:W3CDTF">2013-01-27T09:14:16Z</dcterms:created>
  <dcterms:modified xsi:type="dcterms:W3CDTF">2026-07-15T12:56:01Z</dcterms:modified>
  <cp:category/>
</cp:coreProperties>
</file>