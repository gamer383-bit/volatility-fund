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5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265" r:id="rId12"/>
    <p:sldId id="266" r:id="rId13"/>
    <p:sldId id="267" r:id="rId14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14" d="100"/>
          <a:sy n="114" d="100"/>
        </p:scale>
        <p:origin x="136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2026. 7. 15.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  <a:r>
              <a:rPr lang="ko-KR" altLang="en-US" sz="2792" dirty="0" err="1"/>
              <a:t/>
            </a:r>
            <a:r>
              <a:rPr lang="ko-KR" altLang="en-US" sz="2792" dirty="0"/>
              <a:t/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lang="en-US"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664208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39953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r>
              <a:rPr sz="950" b="0" dirty="0">
                <a:solidFill>
                  <a:srgbClr val="84888B"/>
                </a:solidFill>
                <a:latin typeface="맑은 고딕"/>
              </a:rPr>
              <a:t>※ 원본 데이터·세부 수치: Appendix ④·⑤ 및 p4_rawdata 엑셀('3_밸류에이션_일간' 시트) 참조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35040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6141644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</a:t>
            </a:r>
            <a:r>
              <a:rPr lang="ko-KR" altLang="en-US" sz="1050" b="1" dirty="0" err="1">
                <a:solidFill>
                  <a:srgbClr val="043B72"/>
                </a:solidFill>
                <a:latin typeface="맑은 고딕"/>
              </a:rPr>
              <a:t>강황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시뮬레이션(거래비용·운용오차 포함)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417321"/>
            <a:ext cx="4526280" cy="3650039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1417321"/>
            <a:ext cx="4526280" cy="36500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1384</Words>
  <Application>Microsoft Macintosh PowerPoint</Application>
  <PresentationFormat>사용자 지정</PresentationFormat>
  <Paragraphs>130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맑은 고딕</vt:lpstr>
      <vt:lpstr>KoPub돋움체_Pro Bold</vt:lpstr>
      <vt:lpstr>KoPub돋움체_Pro Medium</vt:lpstr>
      <vt:lpstr>Arial</vt:lpstr>
      <vt:lpstr>Calibri</vt:lpstr>
      <vt:lpstr>Noto Sans</vt:lpstr>
      <vt:lpstr>Office Theme</vt:lpstr>
      <vt:lpstr>1_Office 테마</vt:lpstr>
      <vt:lpstr>변동성 하베스트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현경 이</cp:lastModifiedBy>
  <cp:revision>12</cp:revision>
  <dcterms:created xsi:type="dcterms:W3CDTF">2013-01-27T09:14:16Z</dcterms:created>
  <dcterms:modified xsi:type="dcterms:W3CDTF">2026-07-15T12:56:01Z</dcterms:modified>
  <cp:category/>
</cp:coreProperties>
</file>