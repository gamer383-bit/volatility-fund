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7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265" r:id="rId12"/>
    <p:sldId id="1045" r:id="rId13"/>
    <p:sldId id="266" r:id="rId14"/>
    <p:sldId id="1044" r:id="rId15"/>
    <p:sldId id="267" r:id="rId16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414" y="161869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6207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endParaRPr sz="950" b="0" dirty="0">
              <a:solidFill>
                <a:srgbClr val="84888B"/>
              </a:solidFill>
              <a:latin typeface="맑은 고딕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85800" y="5757197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77501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220805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9744" y="5216191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강화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16636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핵심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: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레버리지가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잃는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'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바로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변동성을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, 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펀드는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수확'한다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2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(=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잠식이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) 본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펀드의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기회는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오히려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커진다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dirty="0" err="1">
                <a:solidFill>
                  <a:srgbClr val="043B72"/>
                </a:solidFill>
                <a:latin typeface="맑은 고딕"/>
              </a:rPr>
              <a:t>데이터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43B72"/>
                </a:solidFill>
                <a:latin typeface="맑은 고딕"/>
              </a:rPr>
              <a:t>기준일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: 2026-07-15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507319"/>
            <a:ext cx="7223760" cy="4742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방향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투자</a:t>
            </a:r>
            <a:endParaRPr sz="1400" b="1" dirty="0">
              <a:solidFill>
                <a:srgbClr val="F58220"/>
              </a:solidFill>
              <a:latin typeface="맑은 고딕"/>
            </a:endParaRPr>
          </a:p>
          <a:p>
            <a:pPr algn="l">
              <a:lnSpc>
                <a:spcPct val="115000"/>
              </a:lnSpc>
            </a:pPr>
            <a:r>
              <a:rPr sz="12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구간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추가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실적</a:t>
            </a:r>
            <a:r>
              <a:rPr lang="ko-KR" altLang="en-US" sz="1250" b="0" dirty="0">
                <a:solidFill>
                  <a:srgbClr val="3A3A3A"/>
                </a:solidFill>
                <a:latin typeface="맑은 고딕"/>
              </a:rPr>
              <a:t>상향으로 인해 상승 투자 여전히 유효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65839"/>
            <a:ext cx="8686800" cy="4103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dirty="0" err="1">
                <a:solidFill>
                  <a:srgbClr val="3A3A3A"/>
                </a:solidFill>
                <a:latin typeface="맑은 고딕"/>
              </a:rPr>
              <a:t>운용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중 -40%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미도달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시</a:t>
            </a:r>
            <a:r>
              <a:rPr lang="en-US"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변동성 및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참여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하기 위한 운용이 진행되며 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, -40%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도달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시 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변동성 매매보다는 상승에 참여하기 위해 주식형과 유사하게  운용됩니다</a:t>
            </a:r>
            <a:r>
              <a:rPr lang="en-US" altLang="ko-KR" sz="1250" b="1" dirty="0">
                <a:solidFill>
                  <a:srgbClr val="3A3A3A"/>
                </a:solidFill>
                <a:latin typeface="맑은 고딕"/>
              </a:rPr>
              <a:t>.</a:t>
            </a:r>
            <a:endParaRPr sz="125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시뮬레이션(매매비용 매수 5bp/매도 30bp·운용오차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30037"/>
            <a:ext cx="4526280" cy="3438321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530037"/>
            <a:ext cx="4526280" cy="34383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300" b="1" dirty="0">
                <a:solidFill>
                  <a:srgbClr val="043B72"/>
                </a:solidFill>
                <a:latin typeface="맑은 고딕"/>
              </a:rPr>
              <a:t>수익구조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1 -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지수대별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실제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편입비·예상수익률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+22.8%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+27.2%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+31.5%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+27.5%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+7.3%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+12.4%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-15.1%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60%·매매비용 매수 5bp/매도 30bp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· 복제비율 110%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시뮬레이션(매매비용 매수 5bp/매도 30bp·운용오차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복제비율 110% · 최대 편입비 110%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+22.6%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+12.9%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+16.7%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+16.2%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+6.9%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+12.0%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-9.7%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-15.8%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-9.3%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-22.9%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60%·매매비용 매수 5bp/매도 30bp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2045</Words>
  <Application>Microsoft Office PowerPoint</Application>
  <PresentationFormat>사용자 지정</PresentationFormat>
  <Paragraphs>348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Top2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16</cp:revision>
  <dcterms:created xsi:type="dcterms:W3CDTF">2013-01-27T09:14:16Z</dcterms:created>
  <dcterms:modified xsi:type="dcterms:W3CDTF">2026-07-20T00:52:30Z</dcterms:modified>
  <cp:category/>
</cp:coreProperties>
</file>